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420" r:id="rId2"/>
    <p:sldId id="480" r:id="rId3"/>
    <p:sldId id="435" r:id="rId4"/>
    <p:sldId id="492" r:id="rId5"/>
    <p:sldId id="381" r:id="rId6"/>
    <p:sldId id="421" r:id="rId7"/>
    <p:sldId id="481" r:id="rId8"/>
    <p:sldId id="484" r:id="rId9"/>
    <p:sldId id="523" r:id="rId10"/>
    <p:sldId id="524" r:id="rId11"/>
    <p:sldId id="486" r:id="rId12"/>
    <p:sldId id="485" r:id="rId13"/>
    <p:sldId id="488" r:id="rId14"/>
    <p:sldId id="526" r:id="rId15"/>
    <p:sldId id="520" r:id="rId16"/>
    <p:sldId id="519" r:id="rId17"/>
    <p:sldId id="473" r:id="rId18"/>
    <p:sldId id="471" r:id="rId19"/>
    <p:sldId id="366" r:id="rId20"/>
    <p:sldId id="358" r:id="rId21"/>
    <p:sldId id="495" r:id="rId22"/>
    <p:sldId id="506" r:id="rId23"/>
    <p:sldId id="507" r:id="rId24"/>
    <p:sldId id="509" r:id="rId25"/>
    <p:sldId id="510" r:id="rId26"/>
    <p:sldId id="368" r:id="rId27"/>
    <p:sldId id="518" r:id="rId2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ardo Rosenfeld" initials="RR" lastIdx="1" clrIdx="0">
    <p:extLst>
      <p:ext uri="{19B8F6BF-5375-455C-9EA6-DF929625EA0E}">
        <p15:presenceInfo xmlns:p15="http://schemas.microsoft.com/office/powerpoint/2012/main" userId="S::rrosenfeld@pragmaconsultores.net::60a3a891-5940-4f3e-8fcb-08ad60f8a1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509F7F-1D24-48D1-97C5-1D01A13D82E3}" v="726" dt="2026-04-18T13:43:37.2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Estilo oscuro 2 - Énfasis 3/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001" autoAdjust="0"/>
    <p:restoredTop sz="75926" autoAdjust="0"/>
  </p:normalViewPr>
  <p:slideViewPr>
    <p:cSldViewPr snapToGrid="0">
      <p:cViewPr varScale="1">
        <p:scale>
          <a:sx n="55" d="100"/>
          <a:sy n="55" d="100"/>
        </p:scale>
        <p:origin x="1556" y="264"/>
      </p:cViewPr>
      <p:guideLst/>
    </p:cSldViewPr>
  </p:slideViewPr>
  <p:outlineViewPr>
    <p:cViewPr>
      <p:scale>
        <a:sx n="33" d="100"/>
        <a:sy n="33" d="100"/>
      </p:scale>
      <p:origin x="0" y="-5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6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Rosenfeld" userId="29ed646a-75fb-4451-a67b-85738f90665c" providerId="ADAL" clId="{56FAFB6D-07E1-49C8-800A-4AFF6024927D}"/>
    <pc:docChg chg="undo redo custSel addSld delSld modSld sldOrd">
      <pc:chgData name="Ricardo Rosenfeld" userId="29ed646a-75fb-4451-a67b-85738f90665c" providerId="ADAL" clId="{56FAFB6D-07E1-49C8-800A-4AFF6024927D}" dt="2026-04-18T13:49:32.102" v="4217" actId="6549"/>
      <pc:docMkLst>
        <pc:docMk/>
      </pc:docMkLst>
      <pc:sldChg chg="del">
        <pc:chgData name="Ricardo Rosenfeld" userId="29ed646a-75fb-4451-a67b-85738f90665c" providerId="ADAL" clId="{56FAFB6D-07E1-49C8-800A-4AFF6024927D}" dt="2026-04-18T09:16:54.304" v="482" actId="47"/>
        <pc:sldMkLst>
          <pc:docMk/>
          <pc:sldMk cId="2480221085" sldId="358"/>
        </pc:sldMkLst>
      </pc:sldChg>
      <pc:sldChg chg="del">
        <pc:chgData name="Ricardo Rosenfeld" userId="29ed646a-75fb-4451-a67b-85738f90665c" providerId="ADAL" clId="{56FAFB6D-07E1-49C8-800A-4AFF6024927D}" dt="2026-04-18T09:16:59.242" v="484" actId="47"/>
        <pc:sldMkLst>
          <pc:docMk/>
          <pc:sldMk cId="2830019784" sldId="362"/>
        </pc:sldMkLst>
      </pc:sldChg>
      <pc:sldChg chg="del">
        <pc:chgData name="Ricardo Rosenfeld" userId="29ed646a-75fb-4451-a67b-85738f90665c" providerId="ADAL" clId="{56FAFB6D-07E1-49C8-800A-4AFF6024927D}" dt="2026-04-18T09:16:53.350" v="481" actId="47"/>
        <pc:sldMkLst>
          <pc:docMk/>
          <pc:sldMk cId="1620837599" sldId="363"/>
        </pc:sldMkLst>
      </pc:sldChg>
      <pc:sldChg chg="addSp delSp modSp add mod delAnim modAnim">
        <pc:chgData name="Ricardo Rosenfeld" userId="29ed646a-75fb-4451-a67b-85738f90665c" providerId="ADAL" clId="{56FAFB6D-07E1-49C8-800A-4AFF6024927D}" dt="2026-04-18T13:43:37.249" v="4118"/>
        <pc:sldMkLst>
          <pc:docMk/>
          <pc:sldMk cId="420058490" sldId="366"/>
        </pc:sldMkLst>
        <pc:spChg chg="mod">
          <ac:chgData name="Ricardo Rosenfeld" userId="29ed646a-75fb-4451-a67b-85738f90665c" providerId="ADAL" clId="{56FAFB6D-07E1-49C8-800A-4AFF6024927D}" dt="2026-04-18T13:24:48.842" v="3943" actId="1076"/>
          <ac:spMkLst>
            <pc:docMk/>
            <pc:sldMk cId="420058490" sldId="366"/>
            <ac:spMk id="2" creationId="{EE4A42C7-2B66-3864-AE00-274B6A49E5CD}"/>
          </ac:spMkLst>
        </pc:spChg>
        <pc:spChg chg="mod">
          <ac:chgData name="Ricardo Rosenfeld" userId="29ed646a-75fb-4451-a67b-85738f90665c" providerId="ADAL" clId="{56FAFB6D-07E1-49C8-800A-4AFF6024927D}" dt="2026-04-18T13:24:48.842" v="3943" actId="1076"/>
          <ac:spMkLst>
            <pc:docMk/>
            <pc:sldMk cId="420058490" sldId="366"/>
            <ac:spMk id="3" creationId="{D12BC5F3-ED7E-0F3E-6691-81C86145A375}"/>
          </ac:spMkLst>
        </pc:spChg>
        <pc:spChg chg="del mod">
          <ac:chgData name="Ricardo Rosenfeld" userId="29ed646a-75fb-4451-a67b-85738f90665c" providerId="ADAL" clId="{56FAFB6D-07E1-49C8-800A-4AFF6024927D}" dt="2026-04-18T13:34:40.825" v="4069" actId="478"/>
          <ac:spMkLst>
            <pc:docMk/>
            <pc:sldMk cId="420058490" sldId="366"/>
            <ac:spMk id="4" creationId="{00A3E7CA-63E1-4BFF-AA2D-61A9144F76DF}"/>
          </ac:spMkLst>
        </pc:spChg>
        <pc:spChg chg="mod">
          <ac:chgData name="Ricardo Rosenfeld" userId="29ed646a-75fb-4451-a67b-85738f90665c" providerId="ADAL" clId="{56FAFB6D-07E1-49C8-800A-4AFF6024927D}" dt="2026-04-18T13:24:48.842" v="3943" actId="1076"/>
          <ac:spMkLst>
            <pc:docMk/>
            <pc:sldMk cId="420058490" sldId="366"/>
            <ac:spMk id="5" creationId="{B0B70F04-C4C6-4A2D-B7AF-CA6646843F8B}"/>
          </ac:spMkLst>
        </pc:spChg>
        <pc:spChg chg="mod">
          <ac:chgData name="Ricardo Rosenfeld" userId="29ed646a-75fb-4451-a67b-85738f90665c" providerId="ADAL" clId="{56FAFB6D-07E1-49C8-800A-4AFF6024927D}" dt="2026-04-18T13:24:48.842" v="3943" actId="1076"/>
          <ac:spMkLst>
            <pc:docMk/>
            <pc:sldMk cId="420058490" sldId="366"/>
            <ac:spMk id="8" creationId="{9343398D-7F86-F521-C577-29BE1DA0F49D}"/>
          </ac:spMkLst>
        </pc:spChg>
        <pc:spChg chg="mod">
          <ac:chgData name="Ricardo Rosenfeld" userId="29ed646a-75fb-4451-a67b-85738f90665c" providerId="ADAL" clId="{56FAFB6D-07E1-49C8-800A-4AFF6024927D}" dt="2026-04-18T13:24:48.842" v="3943" actId="1076"/>
          <ac:spMkLst>
            <pc:docMk/>
            <pc:sldMk cId="420058490" sldId="366"/>
            <ac:spMk id="11" creationId="{0CDF6FD1-025B-44BD-82E2-4435EBD1193C}"/>
          </ac:spMkLst>
        </pc:spChg>
        <pc:spChg chg="mod">
          <ac:chgData name="Ricardo Rosenfeld" userId="29ed646a-75fb-4451-a67b-85738f90665c" providerId="ADAL" clId="{56FAFB6D-07E1-49C8-800A-4AFF6024927D}" dt="2026-04-18T13:39:49.411" v="4096" actId="20577"/>
          <ac:spMkLst>
            <pc:docMk/>
            <pc:sldMk cId="420058490" sldId="366"/>
            <ac:spMk id="17" creationId="{D42916BD-8951-40D0-B959-52B6F269556B}"/>
          </ac:spMkLst>
        </pc:spChg>
        <pc:spChg chg="mod">
          <ac:chgData name="Ricardo Rosenfeld" userId="29ed646a-75fb-4451-a67b-85738f90665c" providerId="ADAL" clId="{56FAFB6D-07E1-49C8-800A-4AFF6024927D}" dt="2026-04-18T13:30:49.657" v="4057" actId="1076"/>
          <ac:spMkLst>
            <pc:docMk/>
            <pc:sldMk cId="420058490" sldId="366"/>
            <ac:spMk id="18" creationId="{8542F356-B189-464E-B35F-B3556CA72D47}"/>
          </ac:spMkLst>
        </pc:spChg>
        <pc:spChg chg="mod">
          <ac:chgData name="Ricardo Rosenfeld" userId="29ed646a-75fb-4451-a67b-85738f90665c" providerId="ADAL" clId="{56FAFB6D-07E1-49C8-800A-4AFF6024927D}" dt="2026-04-18T13:24:48.842" v="3943" actId="1076"/>
          <ac:spMkLst>
            <pc:docMk/>
            <pc:sldMk cId="420058490" sldId="366"/>
            <ac:spMk id="24" creationId="{A81BF57B-9D8C-428B-B54C-B8939755266E}"/>
          </ac:spMkLst>
        </pc:spChg>
        <pc:spChg chg="mod">
          <ac:chgData name="Ricardo Rosenfeld" userId="29ed646a-75fb-4451-a67b-85738f90665c" providerId="ADAL" clId="{56FAFB6D-07E1-49C8-800A-4AFF6024927D}" dt="2026-04-18T13:24:48.842" v="3943" actId="1076"/>
          <ac:spMkLst>
            <pc:docMk/>
            <pc:sldMk cId="420058490" sldId="366"/>
            <ac:spMk id="30" creationId="{5F30E7F5-D35C-9ABB-80FA-DB70EAFBDD50}"/>
          </ac:spMkLst>
        </pc:spChg>
        <pc:spChg chg="del">
          <ac:chgData name="Ricardo Rosenfeld" userId="29ed646a-75fb-4451-a67b-85738f90665c" providerId="ADAL" clId="{56FAFB6D-07E1-49C8-800A-4AFF6024927D}" dt="2026-04-18T13:30:18.494" v="4053" actId="478"/>
          <ac:spMkLst>
            <pc:docMk/>
            <pc:sldMk cId="420058490" sldId="366"/>
            <ac:spMk id="31" creationId="{3C90F9F3-5298-5427-5D38-9BB4CB09A9BC}"/>
          </ac:spMkLst>
        </pc:spChg>
        <pc:spChg chg="mod">
          <ac:chgData name="Ricardo Rosenfeld" userId="29ed646a-75fb-4451-a67b-85738f90665c" providerId="ADAL" clId="{56FAFB6D-07E1-49C8-800A-4AFF6024927D}" dt="2026-04-18T13:24:48.842" v="3943" actId="1076"/>
          <ac:spMkLst>
            <pc:docMk/>
            <pc:sldMk cId="420058490" sldId="366"/>
            <ac:spMk id="32" creationId="{A948C03E-5F26-0DAD-8010-DEB8E3363D82}"/>
          </ac:spMkLst>
        </pc:spChg>
        <pc:spChg chg="mod">
          <ac:chgData name="Ricardo Rosenfeld" userId="29ed646a-75fb-4451-a67b-85738f90665c" providerId="ADAL" clId="{56FAFB6D-07E1-49C8-800A-4AFF6024927D}" dt="2026-04-18T13:30:26.458" v="4054" actId="1076"/>
          <ac:spMkLst>
            <pc:docMk/>
            <pc:sldMk cId="420058490" sldId="366"/>
            <ac:spMk id="33" creationId="{57765D1C-35A8-6CAC-32CE-11DB87BEBC94}"/>
          </ac:spMkLst>
        </pc:spChg>
        <pc:spChg chg="del">
          <ac:chgData name="Ricardo Rosenfeld" userId="29ed646a-75fb-4451-a67b-85738f90665c" providerId="ADAL" clId="{56FAFB6D-07E1-49C8-800A-4AFF6024927D}" dt="2026-04-18T13:21:30.168" v="3937" actId="478"/>
          <ac:spMkLst>
            <pc:docMk/>
            <pc:sldMk cId="420058490" sldId="366"/>
            <ac:spMk id="34" creationId="{E5989242-5CCE-68C2-353F-142176F1C45D}"/>
          </ac:spMkLst>
        </pc:spChg>
        <pc:spChg chg="add mod">
          <ac:chgData name="Ricardo Rosenfeld" userId="29ed646a-75fb-4451-a67b-85738f90665c" providerId="ADAL" clId="{56FAFB6D-07E1-49C8-800A-4AFF6024927D}" dt="2026-04-18T13:27:10.800" v="3958" actId="1076"/>
          <ac:spMkLst>
            <pc:docMk/>
            <pc:sldMk cId="420058490" sldId="366"/>
            <ac:spMk id="36" creationId="{1469D60B-5D5C-0B08-8DCD-4513FE274409}"/>
          </ac:spMkLst>
        </pc:spChg>
        <pc:spChg chg="add mod">
          <ac:chgData name="Ricardo Rosenfeld" userId="29ed646a-75fb-4451-a67b-85738f90665c" providerId="ADAL" clId="{56FAFB6D-07E1-49C8-800A-4AFF6024927D}" dt="2026-04-18T13:27:10.800" v="3958" actId="1076"/>
          <ac:spMkLst>
            <pc:docMk/>
            <pc:sldMk cId="420058490" sldId="366"/>
            <ac:spMk id="37" creationId="{69EC307A-F241-6E55-12A6-9D1DF64E9AC8}"/>
          </ac:spMkLst>
        </pc:spChg>
        <pc:spChg chg="add mod">
          <ac:chgData name="Ricardo Rosenfeld" userId="29ed646a-75fb-4451-a67b-85738f90665c" providerId="ADAL" clId="{56FAFB6D-07E1-49C8-800A-4AFF6024927D}" dt="2026-04-18T13:27:18.301" v="3960" actId="1076"/>
          <ac:spMkLst>
            <pc:docMk/>
            <pc:sldMk cId="420058490" sldId="366"/>
            <ac:spMk id="38" creationId="{A9DCB839-073B-3AF1-D3B4-FA9A21F9C45E}"/>
          </ac:spMkLst>
        </pc:spChg>
        <pc:spChg chg="add mod">
          <ac:chgData name="Ricardo Rosenfeld" userId="29ed646a-75fb-4451-a67b-85738f90665c" providerId="ADAL" clId="{56FAFB6D-07E1-49C8-800A-4AFF6024927D}" dt="2026-04-18T13:27:18.301" v="3960" actId="1076"/>
          <ac:spMkLst>
            <pc:docMk/>
            <pc:sldMk cId="420058490" sldId="366"/>
            <ac:spMk id="40" creationId="{EE99E6FE-7763-BBD2-1D2C-888F3AC1D742}"/>
          </ac:spMkLst>
        </pc:spChg>
        <pc:spChg chg="add mod">
          <ac:chgData name="Ricardo Rosenfeld" userId="29ed646a-75fb-4451-a67b-85738f90665c" providerId="ADAL" clId="{56FAFB6D-07E1-49C8-800A-4AFF6024927D}" dt="2026-04-18T13:27:10.800" v="3958" actId="1076"/>
          <ac:spMkLst>
            <pc:docMk/>
            <pc:sldMk cId="420058490" sldId="366"/>
            <ac:spMk id="42" creationId="{DD2012D2-1DA6-3E0C-BE8E-CAA5FFE50036}"/>
          </ac:spMkLst>
        </pc:spChg>
        <pc:spChg chg="add mod">
          <ac:chgData name="Ricardo Rosenfeld" userId="29ed646a-75fb-4451-a67b-85738f90665c" providerId="ADAL" clId="{56FAFB6D-07E1-49C8-800A-4AFF6024927D}" dt="2026-04-18T13:27:10.800" v="3958" actId="1076"/>
          <ac:spMkLst>
            <pc:docMk/>
            <pc:sldMk cId="420058490" sldId="366"/>
            <ac:spMk id="43" creationId="{4A17D98C-3B9A-A7C3-D9A3-FE58050FD856}"/>
          </ac:spMkLst>
        </pc:spChg>
        <pc:spChg chg="mod">
          <ac:chgData name="Ricardo Rosenfeld" userId="29ed646a-75fb-4451-a67b-85738f90665c" providerId="ADAL" clId="{56FAFB6D-07E1-49C8-800A-4AFF6024927D}" dt="2026-04-18T13:35:47.361" v="4073" actId="1076"/>
          <ac:spMkLst>
            <pc:docMk/>
            <pc:sldMk cId="420058490" sldId="366"/>
            <ac:spMk id="45" creationId="{11115B2C-B297-37E5-D4A0-8BDC98981BDB}"/>
          </ac:spMkLst>
        </pc:spChg>
        <pc:spChg chg="add mod">
          <ac:chgData name="Ricardo Rosenfeld" userId="29ed646a-75fb-4451-a67b-85738f90665c" providerId="ADAL" clId="{56FAFB6D-07E1-49C8-800A-4AFF6024927D}" dt="2026-04-18T13:35:47.361" v="4073" actId="1076"/>
          <ac:spMkLst>
            <pc:docMk/>
            <pc:sldMk cId="420058490" sldId="366"/>
            <ac:spMk id="46" creationId="{E9F7CD44-D48A-4B35-BEED-C9ADF303DDC0}"/>
          </ac:spMkLst>
        </pc:spChg>
        <pc:spChg chg="add mod">
          <ac:chgData name="Ricardo Rosenfeld" userId="29ed646a-75fb-4451-a67b-85738f90665c" providerId="ADAL" clId="{56FAFB6D-07E1-49C8-800A-4AFF6024927D}" dt="2026-04-18T13:35:47.361" v="4073" actId="1076"/>
          <ac:spMkLst>
            <pc:docMk/>
            <pc:sldMk cId="420058490" sldId="366"/>
            <ac:spMk id="47" creationId="{4910FBA3-0CB3-0F0A-ADBC-A70D5DE959EC}"/>
          </ac:spMkLst>
        </pc:spChg>
        <pc:spChg chg="add mod">
          <ac:chgData name="Ricardo Rosenfeld" userId="29ed646a-75fb-4451-a67b-85738f90665c" providerId="ADAL" clId="{56FAFB6D-07E1-49C8-800A-4AFF6024927D}" dt="2026-04-18T13:35:47.361" v="4073" actId="1076"/>
          <ac:spMkLst>
            <pc:docMk/>
            <pc:sldMk cId="420058490" sldId="366"/>
            <ac:spMk id="49" creationId="{1849551B-78A5-14B4-F457-E384EA36963A}"/>
          </ac:spMkLst>
        </pc:spChg>
        <pc:spChg chg="add mod">
          <ac:chgData name="Ricardo Rosenfeld" userId="29ed646a-75fb-4451-a67b-85738f90665c" providerId="ADAL" clId="{56FAFB6D-07E1-49C8-800A-4AFF6024927D}" dt="2026-04-18T13:35:47.361" v="4073" actId="1076"/>
          <ac:spMkLst>
            <pc:docMk/>
            <pc:sldMk cId="420058490" sldId="366"/>
            <ac:spMk id="51" creationId="{ED0E113A-8852-CEFB-A70D-C0678DDCF885}"/>
          </ac:spMkLst>
        </pc:spChg>
        <pc:spChg chg="mod">
          <ac:chgData name="Ricardo Rosenfeld" userId="29ed646a-75fb-4451-a67b-85738f90665c" providerId="ADAL" clId="{56FAFB6D-07E1-49C8-800A-4AFF6024927D}" dt="2026-04-18T13:35:47.361" v="4073" actId="1076"/>
          <ac:spMkLst>
            <pc:docMk/>
            <pc:sldMk cId="420058490" sldId="366"/>
            <ac:spMk id="52" creationId="{9EF056D2-2929-50FC-0766-C8F0C1BAEFAB}"/>
          </ac:spMkLst>
        </pc:spChg>
        <pc:spChg chg="add mod">
          <ac:chgData name="Ricardo Rosenfeld" userId="29ed646a-75fb-4451-a67b-85738f90665c" providerId="ADAL" clId="{56FAFB6D-07E1-49C8-800A-4AFF6024927D}" dt="2026-04-18T13:34:52.832" v="4070"/>
          <ac:spMkLst>
            <pc:docMk/>
            <pc:sldMk cId="420058490" sldId="366"/>
            <ac:spMk id="53" creationId="{5F68A0C2-CC68-36E6-4761-881BDB4C78D2}"/>
          </ac:spMkLst>
        </pc:spChg>
        <pc:cxnChg chg="mod">
          <ac:chgData name="Ricardo Rosenfeld" userId="29ed646a-75fb-4451-a67b-85738f90665c" providerId="ADAL" clId="{56FAFB6D-07E1-49C8-800A-4AFF6024927D}" dt="2026-04-18T13:27:10.800" v="3958" actId="1076"/>
          <ac:cxnSpMkLst>
            <pc:docMk/>
            <pc:sldMk cId="420058490" sldId="366"/>
            <ac:cxnSpMk id="35" creationId="{DACB466C-FF67-ED3B-BFF3-730E8A505183}"/>
          </ac:cxnSpMkLst>
        </pc:cxnChg>
        <pc:cxnChg chg="mod">
          <ac:chgData name="Ricardo Rosenfeld" userId="29ed646a-75fb-4451-a67b-85738f90665c" providerId="ADAL" clId="{56FAFB6D-07E1-49C8-800A-4AFF6024927D}" dt="2026-04-18T13:27:10.800" v="3958" actId="1076"/>
          <ac:cxnSpMkLst>
            <pc:docMk/>
            <pc:sldMk cId="420058490" sldId="366"/>
            <ac:cxnSpMk id="39" creationId="{0469DF97-1E04-C64E-3086-E11D1BC75CDA}"/>
          </ac:cxnSpMkLst>
        </pc:cxnChg>
        <pc:cxnChg chg="mod">
          <ac:chgData name="Ricardo Rosenfeld" userId="29ed646a-75fb-4451-a67b-85738f90665c" providerId="ADAL" clId="{56FAFB6D-07E1-49C8-800A-4AFF6024927D}" dt="2026-04-18T13:27:10.800" v="3958" actId="1076"/>
          <ac:cxnSpMkLst>
            <pc:docMk/>
            <pc:sldMk cId="420058490" sldId="366"/>
            <ac:cxnSpMk id="41" creationId="{4DDDE0E9-0915-60FE-73F5-897DFBE6677B}"/>
          </ac:cxnSpMkLst>
        </pc:cxnChg>
        <pc:cxnChg chg="mod">
          <ac:chgData name="Ricardo Rosenfeld" userId="29ed646a-75fb-4451-a67b-85738f90665c" providerId="ADAL" clId="{56FAFB6D-07E1-49C8-800A-4AFF6024927D}" dt="2026-04-18T13:35:47.361" v="4073" actId="1076"/>
          <ac:cxnSpMkLst>
            <pc:docMk/>
            <pc:sldMk cId="420058490" sldId="366"/>
            <ac:cxnSpMk id="44" creationId="{5FE79CBB-2D9C-B853-852F-E5350FAB749C}"/>
          </ac:cxnSpMkLst>
        </pc:cxnChg>
        <pc:cxnChg chg="mod">
          <ac:chgData name="Ricardo Rosenfeld" userId="29ed646a-75fb-4451-a67b-85738f90665c" providerId="ADAL" clId="{56FAFB6D-07E1-49C8-800A-4AFF6024927D}" dt="2026-04-18T13:35:47.361" v="4073" actId="1076"/>
          <ac:cxnSpMkLst>
            <pc:docMk/>
            <pc:sldMk cId="420058490" sldId="366"/>
            <ac:cxnSpMk id="48" creationId="{A32A49DE-E9D4-4C76-F14F-7BCFB3CF6CDB}"/>
          </ac:cxnSpMkLst>
        </pc:cxnChg>
        <pc:cxnChg chg="mod">
          <ac:chgData name="Ricardo Rosenfeld" userId="29ed646a-75fb-4451-a67b-85738f90665c" providerId="ADAL" clId="{56FAFB6D-07E1-49C8-800A-4AFF6024927D}" dt="2026-04-18T13:35:47.361" v="4073" actId="1076"/>
          <ac:cxnSpMkLst>
            <pc:docMk/>
            <pc:sldMk cId="420058490" sldId="366"/>
            <ac:cxnSpMk id="50" creationId="{138C99F1-124D-6FCA-3DB0-37652480C337}"/>
          </ac:cxnSpMkLst>
        </pc:cxnChg>
      </pc:sldChg>
      <pc:sldChg chg="modSp add mod ord">
        <pc:chgData name="Ricardo Rosenfeld" userId="29ed646a-75fb-4451-a67b-85738f90665c" providerId="ADAL" clId="{56FAFB6D-07E1-49C8-800A-4AFF6024927D}" dt="2026-04-18T13:47:48.745" v="4137" actId="6549"/>
        <pc:sldMkLst>
          <pc:docMk/>
          <pc:sldMk cId="3415836431" sldId="368"/>
        </pc:sldMkLst>
        <pc:spChg chg="mod">
          <ac:chgData name="Ricardo Rosenfeld" userId="29ed646a-75fb-4451-a67b-85738f90665c" providerId="ADAL" clId="{56FAFB6D-07E1-49C8-800A-4AFF6024927D}" dt="2026-04-18T13:47:48.745" v="4137" actId="6549"/>
          <ac:spMkLst>
            <pc:docMk/>
            <pc:sldMk cId="3415836431" sldId="368"/>
            <ac:spMk id="17" creationId="{D42916BD-8951-40D0-B959-52B6F269556B}"/>
          </ac:spMkLst>
        </pc:spChg>
      </pc:sldChg>
      <pc:sldChg chg="del">
        <pc:chgData name="Ricardo Rosenfeld" userId="29ed646a-75fb-4451-a67b-85738f90665c" providerId="ADAL" clId="{56FAFB6D-07E1-49C8-800A-4AFF6024927D}" dt="2026-04-18T09:17:02.304" v="487" actId="47"/>
        <pc:sldMkLst>
          <pc:docMk/>
          <pc:sldMk cId="2473553149" sldId="369"/>
        </pc:sldMkLst>
      </pc:sldChg>
      <pc:sldChg chg="modSp mod">
        <pc:chgData name="Ricardo Rosenfeld" userId="29ed646a-75fb-4451-a67b-85738f90665c" providerId="ADAL" clId="{56FAFB6D-07E1-49C8-800A-4AFF6024927D}" dt="2026-04-18T13:49:32.102" v="4217" actId="6549"/>
        <pc:sldMkLst>
          <pc:docMk/>
          <pc:sldMk cId="877460507" sldId="420"/>
        </pc:sldMkLst>
        <pc:spChg chg="mod">
          <ac:chgData name="Ricardo Rosenfeld" userId="29ed646a-75fb-4451-a67b-85738f90665c" providerId="ADAL" clId="{56FAFB6D-07E1-49C8-800A-4AFF6024927D}" dt="2026-04-18T13:49:32.102" v="4217" actId="6549"/>
          <ac:spMkLst>
            <pc:docMk/>
            <pc:sldMk cId="877460507" sldId="420"/>
            <ac:spMk id="60" creationId="{5B3DA613-DB81-4EF8-A4E6-961AB4ECC18D}"/>
          </ac:spMkLst>
        </pc:spChg>
      </pc:sldChg>
      <pc:sldChg chg="modAnim">
        <pc:chgData name="Ricardo Rosenfeld" userId="29ed646a-75fb-4451-a67b-85738f90665c" providerId="ADAL" clId="{56FAFB6D-07E1-49C8-800A-4AFF6024927D}" dt="2026-04-18T08:57:22.429" v="467"/>
        <pc:sldMkLst>
          <pc:docMk/>
          <pc:sldMk cId="1851746559" sldId="421"/>
        </pc:sldMkLst>
      </pc:sldChg>
      <pc:sldChg chg="addSp modSp add mod">
        <pc:chgData name="Ricardo Rosenfeld" userId="29ed646a-75fb-4451-a67b-85738f90665c" providerId="ADAL" clId="{56FAFB6D-07E1-49C8-800A-4AFF6024927D}" dt="2026-04-18T08:48:04.847" v="457" actId="1076"/>
        <pc:sldMkLst>
          <pc:docMk/>
          <pc:sldMk cId="2233368033" sldId="435"/>
        </pc:sldMkLst>
        <pc:spChg chg="mod">
          <ac:chgData name="Ricardo Rosenfeld" userId="29ed646a-75fb-4451-a67b-85738f90665c" providerId="ADAL" clId="{56FAFB6D-07E1-49C8-800A-4AFF6024927D}" dt="2026-04-18T08:47:07.262" v="431" actId="6549"/>
          <ac:spMkLst>
            <pc:docMk/>
            <pc:sldMk cId="2233368033" sldId="435"/>
            <ac:spMk id="2" creationId="{A49F90FD-BA46-4E63-8777-27C465B8EC94}"/>
          </ac:spMkLst>
        </pc:spChg>
        <pc:spChg chg="add mod">
          <ac:chgData name="Ricardo Rosenfeld" userId="29ed646a-75fb-4451-a67b-85738f90665c" providerId="ADAL" clId="{56FAFB6D-07E1-49C8-800A-4AFF6024927D}" dt="2026-04-18T08:48:04.847" v="457" actId="1076"/>
          <ac:spMkLst>
            <pc:docMk/>
            <pc:sldMk cId="2233368033" sldId="435"/>
            <ac:spMk id="6" creationId="{170A2DB2-B466-A1B3-C152-2D6E1916663A}"/>
          </ac:spMkLst>
        </pc:spChg>
        <pc:spChg chg="mod">
          <ac:chgData name="Ricardo Rosenfeld" userId="29ed646a-75fb-4451-a67b-85738f90665c" providerId="ADAL" clId="{56FAFB6D-07E1-49C8-800A-4AFF6024927D}" dt="2026-04-18T08:42:22.809" v="341" actId="1076"/>
          <ac:spMkLst>
            <pc:docMk/>
            <pc:sldMk cId="2233368033" sldId="435"/>
            <ac:spMk id="8" creationId="{B6C96967-42A2-4FC7-9B38-85A57EEA0663}"/>
          </ac:spMkLst>
        </pc:spChg>
        <pc:spChg chg="mod">
          <ac:chgData name="Ricardo Rosenfeld" userId="29ed646a-75fb-4451-a67b-85738f90665c" providerId="ADAL" clId="{56FAFB6D-07E1-49C8-800A-4AFF6024927D}" dt="2026-04-18T08:42:42.866" v="342" actId="1076"/>
          <ac:spMkLst>
            <pc:docMk/>
            <pc:sldMk cId="2233368033" sldId="435"/>
            <ac:spMk id="26" creationId="{B93FB450-AEE6-44FB-8F7B-8079280E0F8B}"/>
          </ac:spMkLst>
        </pc:spChg>
        <pc:spChg chg="mod">
          <ac:chgData name="Ricardo Rosenfeld" userId="29ed646a-75fb-4451-a67b-85738f90665c" providerId="ADAL" clId="{56FAFB6D-07E1-49C8-800A-4AFF6024927D}" dt="2026-04-18T08:42:42.866" v="342" actId="1076"/>
          <ac:spMkLst>
            <pc:docMk/>
            <pc:sldMk cId="2233368033" sldId="435"/>
            <ac:spMk id="29" creationId="{B42351B3-B41B-4FDC-8CC0-B3E02EA648F7}"/>
          </ac:spMkLst>
        </pc:spChg>
        <pc:spChg chg="mod">
          <ac:chgData name="Ricardo Rosenfeld" userId="29ed646a-75fb-4451-a67b-85738f90665c" providerId="ADAL" clId="{56FAFB6D-07E1-49C8-800A-4AFF6024927D}" dt="2026-04-18T08:42:42.866" v="342" actId="1076"/>
          <ac:spMkLst>
            <pc:docMk/>
            <pc:sldMk cId="2233368033" sldId="435"/>
            <ac:spMk id="33" creationId="{FFC6B678-C207-4EBC-9E06-58BFADF8FD30}"/>
          </ac:spMkLst>
        </pc:spChg>
        <pc:spChg chg="mod">
          <ac:chgData name="Ricardo Rosenfeld" userId="29ed646a-75fb-4451-a67b-85738f90665c" providerId="ADAL" clId="{56FAFB6D-07E1-49C8-800A-4AFF6024927D}" dt="2026-04-18T08:42:42.866" v="342" actId="1076"/>
          <ac:spMkLst>
            <pc:docMk/>
            <pc:sldMk cId="2233368033" sldId="435"/>
            <ac:spMk id="40" creationId="{12693F34-A7C4-4D2C-8009-2671B86D224E}"/>
          </ac:spMkLst>
        </pc:spChg>
        <pc:spChg chg="mod">
          <ac:chgData name="Ricardo Rosenfeld" userId="29ed646a-75fb-4451-a67b-85738f90665c" providerId="ADAL" clId="{56FAFB6D-07E1-49C8-800A-4AFF6024927D}" dt="2026-04-18T08:42:42.866" v="342" actId="1076"/>
          <ac:spMkLst>
            <pc:docMk/>
            <pc:sldMk cId="2233368033" sldId="435"/>
            <ac:spMk id="42" creationId="{99D3EAF4-6507-425B-AA8E-C1E7B1ECBC55}"/>
          </ac:spMkLst>
        </pc:spChg>
        <pc:spChg chg="mod">
          <ac:chgData name="Ricardo Rosenfeld" userId="29ed646a-75fb-4451-a67b-85738f90665c" providerId="ADAL" clId="{56FAFB6D-07E1-49C8-800A-4AFF6024927D}" dt="2026-04-18T08:42:42.866" v="342" actId="1076"/>
          <ac:spMkLst>
            <pc:docMk/>
            <pc:sldMk cId="2233368033" sldId="435"/>
            <ac:spMk id="44" creationId="{8C1F7C26-1314-4B35-8D2A-F611D44D6DB8}"/>
          </ac:spMkLst>
        </pc:spChg>
        <pc:spChg chg="mod">
          <ac:chgData name="Ricardo Rosenfeld" userId="29ed646a-75fb-4451-a67b-85738f90665c" providerId="ADAL" clId="{56FAFB6D-07E1-49C8-800A-4AFF6024927D}" dt="2026-04-18T08:42:42.866" v="342" actId="1076"/>
          <ac:spMkLst>
            <pc:docMk/>
            <pc:sldMk cId="2233368033" sldId="435"/>
            <ac:spMk id="49" creationId="{9EF84174-CA12-449C-81ED-FED67D698267}"/>
          </ac:spMkLst>
        </pc:spChg>
        <pc:spChg chg="mod">
          <ac:chgData name="Ricardo Rosenfeld" userId="29ed646a-75fb-4451-a67b-85738f90665c" providerId="ADAL" clId="{56FAFB6D-07E1-49C8-800A-4AFF6024927D}" dt="2026-04-18T08:42:42.866" v="342" actId="1076"/>
          <ac:spMkLst>
            <pc:docMk/>
            <pc:sldMk cId="2233368033" sldId="435"/>
            <ac:spMk id="50" creationId="{96787967-E785-44F6-9B44-E16D74DC2BE0}"/>
          </ac:spMkLst>
        </pc:spChg>
        <pc:spChg chg="mod">
          <ac:chgData name="Ricardo Rosenfeld" userId="29ed646a-75fb-4451-a67b-85738f90665c" providerId="ADAL" clId="{56FAFB6D-07E1-49C8-800A-4AFF6024927D}" dt="2026-04-18T08:42:42.866" v="342" actId="1076"/>
          <ac:spMkLst>
            <pc:docMk/>
            <pc:sldMk cId="2233368033" sldId="435"/>
            <ac:spMk id="124" creationId="{73E78E02-C039-4A2E-9518-084B224D7BEF}"/>
          </ac:spMkLst>
        </pc:spChg>
        <pc:spChg chg="mod">
          <ac:chgData name="Ricardo Rosenfeld" userId="29ed646a-75fb-4451-a67b-85738f90665c" providerId="ADAL" clId="{56FAFB6D-07E1-49C8-800A-4AFF6024927D}" dt="2026-04-18T08:42:42.866" v="342" actId="1076"/>
          <ac:spMkLst>
            <pc:docMk/>
            <pc:sldMk cId="2233368033" sldId="435"/>
            <ac:spMk id="145" creationId="{208CEA83-C74D-4512-8FF2-F436B8B7D4AE}"/>
          </ac:spMkLst>
        </pc:spChg>
      </pc:sldChg>
      <pc:sldChg chg="add del setBg">
        <pc:chgData name="Ricardo Rosenfeld" userId="29ed646a-75fb-4451-a67b-85738f90665c" providerId="ADAL" clId="{56FAFB6D-07E1-49C8-800A-4AFF6024927D}" dt="2026-04-18T13:31:50.368" v="4061" actId="47"/>
        <pc:sldMkLst>
          <pc:docMk/>
          <pc:sldMk cId="1165040904" sldId="462"/>
        </pc:sldMkLst>
      </pc:sldChg>
      <pc:sldChg chg="add del">
        <pc:chgData name="Ricardo Rosenfeld" userId="29ed646a-75fb-4451-a67b-85738f90665c" providerId="ADAL" clId="{56FAFB6D-07E1-49C8-800A-4AFF6024927D}" dt="2026-04-18T13:45:59.251" v="4120" actId="47"/>
        <pc:sldMkLst>
          <pc:docMk/>
          <pc:sldMk cId="3883286363" sldId="464"/>
        </pc:sldMkLst>
      </pc:sldChg>
      <pc:sldChg chg="add del">
        <pc:chgData name="Ricardo Rosenfeld" userId="29ed646a-75fb-4451-a67b-85738f90665c" providerId="ADAL" clId="{56FAFB6D-07E1-49C8-800A-4AFF6024927D}" dt="2026-04-18T13:46:00.558" v="4121" actId="47"/>
        <pc:sldMkLst>
          <pc:docMk/>
          <pc:sldMk cId="167954152" sldId="465"/>
        </pc:sldMkLst>
      </pc:sldChg>
      <pc:sldChg chg="addSp delSp modSp add mod delAnim modAnim">
        <pc:chgData name="Ricardo Rosenfeld" userId="29ed646a-75fb-4451-a67b-85738f90665c" providerId="ADAL" clId="{56FAFB6D-07E1-49C8-800A-4AFF6024927D}" dt="2026-04-18T13:36:58.685" v="4084" actId="20577"/>
        <pc:sldMkLst>
          <pc:docMk/>
          <pc:sldMk cId="2100131592" sldId="471"/>
        </pc:sldMkLst>
        <pc:spChg chg="add del mod">
          <ac:chgData name="Ricardo Rosenfeld" userId="29ed646a-75fb-4451-a67b-85738f90665c" providerId="ADAL" clId="{56FAFB6D-07E1-49C8-800A-4AFF6024927D}" dt="2026-04-18T13:16:00.266" v="3850" actId="478"/>
          <ac:spMkLst>
            <pc:docMk/>
            <pc:sldMk cId="2100131592" sldId="471"/>
            <ac:spMk id="3" creationId="{8B069F42-151F-D316-38BA-EEFA25421EDC}"/>
          </ac:spMkLst>
        </pc:spChg>
        <pc:spChg chg="mod">
          <ac:chgData name="Ricardo Rosenfeld" userId="29ed646a-75fb-4451-a67b-85738f90665c" providerId="ADAL" clId="{56FAFB6D-07E1-49C8-800A-4AFF6024927D}" dt="2026-04-18T13:05:29.220" v="3511" actId="20577"/>
          <ac:spMkLst>
            <pc:docMk/>
            <pc:sldMk cId="2100131592" sldId="471"/>
            <ac:spMk id="4" creationId="{1EC5B7D8-68E1-4971-8564-0E759986A3E4}"/>
          </ac:spMkLst>
        </pc:spChg>
        <pc:spChg chg="add del mod">
          <ac:chgData name="Ricardo Rosenfeld" userId="29ed646a-75fb-4451-a67b-85738f90665c" providerId="ADAL" clId="{56FAFB6D-07E1-49C8-800A-4AFF6024927D}" dt="2026-04-18T12:35:01.693" v="2885" actId="478"/>
          <ac:spMkLst>
            <pc:docMk/>
            <pc:sldMk cId="2100131592" sldId="471"/>
            <ac:spMk id="5" creationId="{43DE7A39-6654-DB60-E5D4-0F0C6C8A329F}"/>
          </ac:spMkLst>
        </pc:spChg>
        <pc:spChg chg="mod">
          <ac:chgData name="Ricardo Rosenfeld" userId="29ed646a-75fb-4451-a67b-85738f90665c" providerId="ADAL" clId="{56FAFB6D-07E1-49C8-800A-4AFF6024927D}" dt="2026-04-18T13:17:11.115" v="3858" actId="1076"/>
          <ac:spMkLst>
            <pc:docMk/>
            <pc:sldMk cId="2100131592" sldId="471"/>
            <ac:spMk id="6" creationId="{8453AF74-1B2F-48C8-50FC-70186126C198}"/>
          </ac:spMkLst>
        </pc:spChg>
        <pc:spChg chg="mod">
          <ac:chgData name="Ricardo Rosenfeld" userId="29ed646a-75fb-4451-a67b-85738f90665c" providerId="ADAL" clId="{56FAFB6D-07E1-49C8-800A-4AFF6024927D}" dt="2026-04-18T13:17:11.115" v="3858" actId="1076"/>
          <ac:spMkLst>
            <pc:docMk/>
            <pc:sldMk cId="2100131592" sldId="471"/>
            <ac:spMk id="7" creationId="{DF859DEA-7C38-1575-5A6E-08E022A618EC}"/>
          </ac:spMkLst>
        </pc:spChg>
        <pc:spChg chg="mod">
          <ac:chgData name="Ricardo Rosenfeld" userId="29ed646a-75fb-4451-a67b-85738f90665c" providerId="ADAL" clId="{56FAFB6D-07E1-49C8-800A-4AFF6024927D}" dt="2026-04-18T13:17:11.115" v="3858" actId="1076"/>
          <ac:spMkLst>
            <pc:docMk/>
            <pc:sldMk cId="2100131592" sldId="471"/>
            <ac:spMk id="8" creationId="{431E96C2-D450-B9C1-7ACC-E7BFA68D01D6}"/>
          </ac:spMkLst>
        </pc:spChg>
        <pc:spChg chg="mod">
          <ac:chgData name="Ricardo Rosenfeld" userId="29ed646a-75fb-4451-a67b-85738f90665c" providerId="ADAL" clId="{56FAFB6D-07E1-49C8-800A-4AFF6024927D}" dt="2026-04-18T13:17:11.115" v="3858" actId="1076"/>
          <ac:spMkLst>
            <pc:docMk/>
            <pc:sldMk cId="2100131592" sldId="471"/>
            <ac:spMk id="9" creationId="{045B98B2-F3F9-DCC8-35B9-C03767482ABD}"/>
          </ac:spMkLst>
        </pc:spChg>
        <pc:spChg chg="mod">
          <ac:chgData name="Ricardo Rosenfeld" userId="29ed646a-75fb-4451-a67b-85738f90665c" providerId="ADAL" clId="{56FAFB6D-07E1-49C8-800A-4AFF6024927D}" dt="2026-04-18T13:17:11.115" v="3858" actId="1076"/>
          <ac:spMkLst>
            <pc:docMk/>
            <pc:sldMk cId="2100131592" sldId="471"/>
            <ac:spMk id="13" creationId="{A5636E6C-7FD6-E142-5450-8DC4FC4D24F5}"/>
          </ac:spMkLst>
        </pc:spChg>
        <pc:spChg chg="add del mod">
          <ac:chgData name="Ricardo Rosenfeld" userId="29ed646a-75fb-4451-a67b-85738f90665c" providerId="ADAL" clId="{56FAFB6D-07E1-49C8-800A-4AFF6024927D}" dt="2026-04-18T12:34:59.560" v="2884" actId="478"/>
          <ac:spMkLst>
            <pc:docMk/>
            <pc:sldMk cId="2100131592" sldId="471"/>
            <ac:spMk id="14" creationId="{D5E1D04C-9381-9DFE-ABAD-CEBAFD317ACE}"/>
          </ac:spMkLst>
        </pc:spChg>
        <pc:spChg chg="add mod">
          <ac:chgData name="Ricardo Rosenfeld" userId="29ed646a-75fb-4451-a67b-85738f90665c" providerId="ADAL" clId="{56FAFB6D-07E1-49C8-800A-4AFF6024927D}" dt="2026-04-18T13:36:58.685" v="4084" actId="20577"/>
          <ac:spMkLst>
            <pc:docMk/>
            <pc:sldMk cId="2100131592" sldId="471"/>
            <ac:spMk id="15" creationId="{EFA3743E-1251-6AA9-C70C-4482EE72D01D}"/>
          </ac:spMkLst>
        </pc:spChg>
        <pc:spChg chg="mod">
          <ac:chgData name="Ricardo Rosenfeld" userId="29ed646a-75fb-4451-a67b-85738f90665c" providerId="ADAL" clId="{56FAFB6D-07E1-49C8-800A-4AFF6024927D}" dt="2026-04-18T13:02:48.501" v="3376" actId="14100"/>
          <ac:spMkLst>
            <pc:docMk/>
            <pc:sldMk cId="2100131592" sldId="471"/>
            <ac:spMk id="17" creationId="{D42916BD-8951-40D0-B959-52B6F269556B}"/>
          </ac:spMkLst>
        </pc:spChg>
        <pc:spChg chg="add mod">
          <ac:chgData name="Ricardo Rosenfeld" userId="29ed646a-75fb-4451-a67b-85738f90665c" providerId="ADAL" clId="{56FAFB6D-07E1-49C8-800A-4AFF6024927D}" dt="2026-04-18T13:16:58.085" v="3857" actId="1076"/>
          <ac:spMkLst>
            <pc:docMk/>
            <pc:sldMk cId="2100131592" sldId="471"/>
            <ac:spMk id="18" creationId="{879CB52E-4C5B-9A19-4949-C68A431DB0E4}"/>
          </ac:spMkLst>
        </pc:spChg>
        <pc:spChg chg="add mod">
          <ac:chgData name="Ricardo Rosenfeld" userId="29ed646a-75fb-4451-a67b-85738f90665c" providerId="ADAL" clId="{56FAFB6D-07E1-49C8-800A-4AFF6024927D}" dt="2026-04-18T13:16:58.085" v="3857" actId="1076"/>
          <ac:spMkLst>
            <pc:docMk/>
            <pc:sldMk cId="2100131592" sldId="471"/>
            <ac:spMk id="19" creationId="{9EE181F8-A203-722B-1B83-64E19F2180E7}"/>
          </ac:spMkLst>
        </pc:spChg>
        <pc:spChg chg="mod">
          <ac:chgData name="Ricardo Rosenfeld" userId="29ed646a-75fb-4451-a67b-85738f90665c" providerId="ADAL" clId="{56FAFB6D-07E1-49C8-800A-4AFF6024927D}" dt="2026-04-18T13:16:45.171" v="3856" actId="1076"/>
          <ac:spMkLst>
            <pc:docMk/>
            <pc:sldMk cId="2100131592" sldId="471"/>
            <ac:spMk id="20" creationId="{23F8E603-73B6-9972-4E58-C96AECB9446C}"/>
          </ac:spMkLst>
        </pc:spChg>
        <pc:spChg chg="mod">
          <ac:chgData name="Ricardo Rosenfeld" userId="29ed646a-75fb-4451-a67b-85738f90665c" providerId="ADAL" clId="{56FAFB6D-07E1-49C8-800A-4AFF6024927D}" dt="2026-04-18T13:17:11.115" v="3858" actId="1076"/>
          <ac:spMkLst>
            <pc:docMk/>
            <pc:sldMk cId="2100131592" sldId="471"/>
            <ac:spMk id="24" creationId="{157C2C41-96D7-CA10-D796-FCA1CDD6485A}"/>
          </ac:spMkLst>
        </pc:spChg>
        <pc:spChg chg="mod">
          <ac:chgData name="Ricardo Rosenfeld" userId="29ed646a-75fb-4451-a67b-85738f90665c" providerId="ADAL" clId="{56FAFB6D-07E1-49C8-800A-4AFF6024927D}" dt="2026-04-18T13:17:11.115" v="3858" actId="1076"/>
          <ac:spMkLst>
            <pc:docMk/>
            <pc:sldMk cId="2100131592" sldId="471"/>
            <ac:spMk id="27" creationId="{C3BFE280-1712-2AB0-1F5A-0CD3AD5C9FE1}"/>
          </ac:spMkLst>
        </pc:spChg>
        <pc:spChg chg="mod">
          <ac:chgData name="Ricardo Rosenfeld" userId="29ed646a-75fb-4451-a67b-85738f90665c" providerId="ADAL" clId="{56FAFB6D-07E1-49C8-800A-4AFF6024927D}" dt="2026-04-18T13:17:11.115" v="3858" actId="1076"/>
          <ac:spMkLst>
            <pc:docMk/>
            <pc:sldMk cId="2100131592" sldId="471"/>
            <ac:spMk id="28" creationId="{4CB8139F-579D-083A-70AC-A22D94EE8F0D}"/>
          </ac:spMkLst>
        </pc:spChg>
        <pc:spChg chg="mod">
          <ac:chgData name="Ricardo Rosenfeld" userId="29ed646a-75fb-4451-a67b-85738f90665c" providerId="ADAL" clId="{56FAFB6D-07E1-49C8-800A-4AFF6024927D}" dt="2026-04-18T13:17:11.115" v="3858" actId="1076"/>
          <ac:spMkLst>
            <pc:docMk/>
            <pc:sldMk cId="2100131592" sldId="471"/>
            <ac:spMk id="29" creationId="{417A3FA1-EF37-264A-FC5B-4F20465AC39D}"/>
          </ac:spMkLst>
        </pc:spChg>
        <pc:spChg chg="mod">
          <ac:chgData name="Ricardo Rosenfeld" userId="29ed646a-75fb-4451-a67b-85738f90665c" providerId="ADAL" clId="{56FAFB6D-07E1-49C8-800A-4AFF6024927D}" dt="2026-04-18T13:17:11.115" v="3858" actId="1076"/>
          <ac:spMkLst>
            <pc:docMk/>
            <pc:sldMk cId="2100131592" sldId="471"/>
            <ac:spMk id="30" creationId="{14BCDAA5-68B6-DC36-AE45-DD5516798AAA}"/>
          </ac:spMkLst>
        </pc:spChg>
        <pc:spChg chg="add mod">
          <ac:chgData name="Ricardo Rosenfeld" userId="29ed646a-75fb-4451-a67b-85738f90665c" providerId="ADAL" clId="{56FAFB6D-07E1-49C8-800A-4AFF6024927D}" dt="2026-04-18T13:16:58.085" v="3857" actId="1076"/>
          <ac:spMkLst>
            <pc:docMk/>
            <pc:sldMk cId="2100131592" sldId="471"/>
            <ac:spMk id="31" creationId="{6F2FEFF4-2385-9BCC-5996-B747840660B3}"/>
          </ac:spMkLst>
        </pc:spChg>
        <pc:spChg chg="add mod">
          <ac:chgData name="Ricardo Rosenfeld" userId="29ed646a-75fb-4451-a67b-85738f90665c" providerId="ADAL" clId="{56FAFB6D-07E1-49C8-800A-4AFF6024927D}" dt="2026-04-18T13:16:58.085" v="3857" actId="1076"/>
          <ac:spMkLst>
            <pc:docMk/>
            <pc:sldMk cId="2100131592" sldId="471"/>
            <ac:spMk id="33" creationId="{923FA05F-62DD-3E39-7F76-56F5BB54A396}"/>
          </ac:spMkLst>
        </pc:spChg>
        <pc:spChg chg="mod">
          <ac:chgData name="Ricardo Rosenfeld" userId="29ed646a-75fb-4451-a67b-85738f90665c" providerId="ADAL" clId="{56FAFB6D-07E1-49C8-800A-4AFF6024927D}" dt="2026-04-18T13:16:45.171" v="3856" actId="1076"/>
          <ac:spMkLst>
            <pc:docMk/>
            <pc:sldMk cId="2100131592" sldId="471"/>
            <ac:spMk id="34" creationId="{F8541214-24C6-8E3D-F60A-89A91252B2EF}"/>
          </ac:spMkLst>
        </pc:spChg>
        <pc:spChg chg="add mod">
          <ac:chgData name="Ricardo Rosenfeld" userId="29ed646a-75fb-4451-a67b-85738f90665c" providerId="ADAL" clId="{56FAFB6D-07E1-49C8-800A-4AFF6024927D}" dt="2026-04-18T13:16:58.085" v="3857" actId="1076"/>
          <ac:spMkLst>
            <pc:docMk/>
            <pc:sldMk cId="2100131592" sldId="471"/>
            <ac:spMk id="36" creationId="{DDA7EE87-BFCF-73CA-EAC6-DCAB1C010832}"/>
          </ac:spMkLst>
        </pc:spChg>
        <pc:spChg chg="add mod">
          <ac:chgData name="Ricardo Rosenfeld" userId="29ed646a-75fb-4451-a67b-85738f90665c" providerId="ADAL" clId="{56FAFB6D-07E1-49C8-800A-4AFF6024927D}" dt="2026-04-18T13:16:58.085" v="3857" actId="1076"/>
          <ac:spMkLst>
            <pc:docMk/>
            <pc:sldMk cId="2100131592" sldId="471"/>
            <ac:spMk id="37" creationId="{01E16494-46C6-2778-1B28-25C84184003F}"/>
          </ac:spMkLst>
        </pc:spChg>
        <pc:spChg chg="add mod">
          <ac:chgData name="Ricardo Rosenfeld" userId="29ed646a-75fb-4451-a67b-85738f90665c" providerId="ADAL" clId="{56FAFB6D-07E1-49C8-800A-4AFF6024927D}" dt="2026-04-18T13:16:58.085" v="3857" actId="1076"/>
          <ac:spMkLst>
            <pc:docMk/>
            <pc:sldMk cId="2100131592" sldId="471"/>
            <ac:spMk id="38" creationId="{FDCE54F9-1B5E-5350-5ADD-AD860027E50E}"/>
          </ac:spMkLst>
        </pc:spChg>
        <pc:spChg chg="add mod">
          <ac:chgData name="Ricardo Rosenfeld" userId="29ed646a-75fb-4451-a67b-85738f90665c" providerId="ADAL" clId="{56FAFB6D-07E1-49C8-800A-4AFF6024927D}" dt="2026-04-18T13:16:58.085" v="3857" actId="1076"/>
          <ac:spMkLst>
            <pc:docMk/>
            <pc:sldMk cId="2100131592" sldId="471"/>
            <ac:spMk id="42" creationId="{09231DE5-8905-4878-EFD0-307517BEDA5E}"/>
          </ac:spMkLst>
        </pc:spChg>
        <pc:spChg chg="add mod">
          <ac:chgData name="Ricardo Rosenfeld" userId="29ed646a-75fb-4451-a67b-85738f90665c" providerId="ADAL" clId="{56FAFB6D-07E1-49C8-800A-4AFF6024927D}" dt="2026-04-18T13:16:58.085" v="3857" actId="1076"/>
          <ac:spMkLst>
            <pc:docMk/>
            <pc:sldMk cId="2100131592" sldId="471"/>
            <ac:spMk id="44" creationId="{16C7C9E3-FC3B-D59D-09DA-834996F8D8AB}"/>
          </ac:spMkLst>
        </pc:spChg>
        <pc:spChg chg="add mod">
          <ac:chgData name="Ricardo Rosenfeld" userId="29ed646a-75fb-4451-a67b-85738f90665c" providerId="ADAL" clId="{56FAFB6D-07E1-49C8-800A-4AFF6024927D}" dt="2026-04-18T13:16:58.085" v="3857" actId="1076"/>
          <ac:spMkLst>
            <pc:docMk/>
            <pc:sldMk cId="2100131592" sldId="471"/>
            <ac:spMk id="45" creationId="{A090D8A8-D598-48D8-7A4A-7AA15E19AA97}"/>
          </ac:spMkLst>
        </pc:spChg>
        <pc:spChg chg="del mod">
          <ac:chgData name="Ricardo Rosenfeld" userId="29ed646a-75fb-4451-a67b-85738f90665c" providerId="ADAL" clId="{56FAFB6D-07E1-49C8-800A-4AFF6024927D}" dt="2026-04-18T13:16:00.266" v="3850" actId="478"/>
          <ac:spMkLst>
            <pc:docMk/>
            <pc:sldMk cId="2100131592" sldId="471"/>
            <ac:spMk id="46" creationId="{14BA5910-CB05-ABB8-A88B-324DA5D55DA7}"/>
          </ac:spMkLst>
        </pc:spChg>
        <pc:cxnChg chg="mod">
          <ac:chgData name="Ricardo Rosenfeld" userId="29ed646a-75fb-4451-a67b-85738f90665c" providerId="ADAL" clId="{56FAFB6D-07E1-49C8-800A-4AFF6024927D}" dt="2026-04-18T13:16:45.171" v="3856" actId="1076"/>
          <ac:cxnSpMkLst>
            <pc:docMk/>
            <pc:sldMk cId="2100131592" sldId="471"/>
            <ac:cxnSpMk id="16" creationId="{A19935E7-5769-89EF-8E07-08C0BD4D0832}"/>
          </ac:cxnSpMkLst>
        </pc:cxnChg>
        <pc:cxnChg chg="mod">
          <ac:chgData name="Ricardo Rosenfeld" userId="29ed646a-75fb-4451-a67b-85738f90665c" providerId="ADAL" clId="{56FAFB6D-07E1-49C8-800A-4AFF6024927D}" dt="2026-04-18T13:16:45.171" v="3856" actId="1076"/>
          <ac:cxnSpMkLst>
            <pc:docMk/>
            <pc:sldMk cId="2100131592" sldId="471"/>
            <ac:cxnSpMk id="21" creationId="{4AADC3FF-355B-895D-FF04-BCE02E1CB6A6}"/>
          </ac:cxnSpMkLst>
        </pc:cxnChg>
        <pc:cxnChg chg="mod">
          <ac:chgData name="Ricardo Rosenfeld" userId="29ed646a-75fb-4451-a67b-85738f90665c" providerId="ADAL" clId="{56FAFB6D-07E1-49C8-800A-4AFF6024927D}" dt="2026-04-18T13:16:45.171" v="3856" actId="1076"/>
          <ac:cxnSpMkLst>
            <pc:docMk/>
            <pc:sldMk cId="2100131592" sldId="471"/>
            <ac:cxnSpMk id="32" creationId="{9630E2E1-A2F9-26F4-3D1E-29D5B82A2642}"/>
          </ac:cxnSpMkLst>
        </pc:cxnChg>
      </pc:sldChg>
      <pc:sldChg chg="addSp modSp add mod">
        <pc:chgData name="Ricardo Rosenfeld" userId="29ed646a-75fb-4451-a67b-85738f90665c" providerId="ADAL" clId="{56FAFB6D-07E1-49C8-800A-4AFF6024927D}" dt="2026-04-18T12:55:00.707" v="3215" actId="1076"/>
        <pc:sldMkLst>
          <pc:docMk/>
          <pc:sldMk cId="2330741907" sldId="473"/>
        </pc:sldMkLst>
        <pc:spChg chg="mod">
          <ac:chgData name="Ricardo Rosenfeld" userId="29ed646a-75fb-4451-a67b-85738f90665c" providerId="ADAL" clId="{56FAFB6D-07E1-49C8-800A-4AFF6024927D}" dt="2026-04-18T12:23:48.123" v="2721" actId="20577"/>
          <ac:spMkLst>
            <pc:docMk/>
            <pc:sldMk cId="2330741907" sldId="473"/>
            <ac:spMk id="2" creationId="{7D240309-DDB2-F0B5-0A97-37C44D3163C2}"/>
          </ac:spMkLst>
        </pc:spChg>
        <pc:spChg chg="mod">
          <ac:chgData name="Ricardo Rosenfeld" userId="29ed646a-75fb-4451-a67b-85738f90665c" providerId="ADAL" clId="{56FAFB6D-07E1-49C8-800A-4AFF6024927D}" dt="2026-04-18T12:24:42.951" v="2722" actId="20577"/>
          <ac:spMkLst>
            <pc:docMk/>
            <pc:sldMk cId="2330741907" sldId="473"/>
            <ac:spMk id="4" creationId="{BA0A0A85-9A84-1180-1E1E-ADC19AA026B2}"/>
          </ac:spMkLst>
        </pc:spChg>
        <pc:spChg chg="mod">
          <ac:chgData name="Ricardo Rosenfeld" userId="29ed646a-75fb-4451-a67b-85738f90665c" providerId="ADAL" clId="{56FAFB6D-07E1-49C8-800A-4AFF6024927D}" dt="2026-04-18T12:55:00.707" v="3215" actId="1076"/>
          <ac:spMkLst>
            <pc:docMk/>
            <pc:sldMk cId="2330741907" sldId="473"/>
            <ac:spMk id="5" creationId="{29E45318-98C0-11F4-226F-4761700D11B1}"/>
          </ac:spMkLst>
        </pc:spChg>
        <pc:spChg chg="add mod">
          <ac:chgData name="Ricardo Rosenfeld" userId="29ed646a-75fb-4451-a67b-85738f90665c" providerId="ADAL" clId="{56FAFB6D-07E1-49C8-800A-4AFF6024927D}" dt="2026-04-18T12:44:17.276" v="2999" actId="6549"/>
          <ac:spMkLst>
            <pc:docMk/>
            <pc:sldMk cId="2330741907" sldId="473"/>
            <ac:spMk id="7" creationId="{336A6237-7D25-CD07-103A-1144DB38A73F}"/>
          </ac:spMkLst>
        </pc:spChg>
        <pc:spChg chg="mod">
          <ac:chgData name="Ricardo Rosenfeld" userId="29ed646a-75fb-4451-a67b-85738f90665c" providerId="ADAL" clId="{56FAFB6D-07E1-49C8-800A-4AFF6024927D}" dt="2026-04-18T12:53:12.639" v="3186" actId="1076"/>
          <ac:spMkLst>
            <pc:docMk/>
            <pc:sldMk cId="2330741907" sldId="473"/>
            <ac:spMk id="8" creationId="{04C87612-004B-DE5A-34F4-2DE19793BEE6}"/>
          </ac:spMkLst>
        </pc:spChg>
        <pc:spChg chg="add mod">
          <ac:chgData name="Ricardo Rosenfeld" userId="29ed646a-75fb-4451-a67b-85738f90665c" providerId="ADAL" clId="{56FAFB6D-07E1-49C8-800A-4AFF6024927D}" dt="2026-04-18T12:54:22.552" v="3214" actId="1076"/>
          <ac:spMkLst>
            <pc:docMk/>
            <pc:sldMk cId="2330741907" sldId="473"/>
            <ac:spMk id="10" creationId="{E3E64947-2D38-1E7A-4638-4C8836C0E393}"/>
          </ac:spMkLst>
        </pc:spChg>
        <pc:spChg chg="add mod">
          <ac:chgData name="Ricardo Rosenfeld" userId="29ed646a-75fb-4451-a67b-85738f90665c" providerId="ADAL" clId="{56FAFB6D-07E1-49C8-800A-4AFF6024927D}" dt="2026-04-18T12:54:22.552" v="3214" actId="1076"/>
          <ac:spMkLst>
            <pc:docMk/>
            <pc:sldMk cId="2330741907" sldId="473"/>
            <ac:spMk id="11" creationId="{6CE6F814-0703-CAC3-5391-11AD5050F180}"/>
          </ac:spMkLst>
        </pc:spChg>
        <pc:spChg chg="add mod">
          <ac:chgData name="Ricardo Rosenfeld" userId="29ed646a-75fb-4451-a67b-85738f90665c" providerId="ADAL" clId="{56FAFB6D-07E1-49C8-800A-4AFF6024927D}" dt="2026-04-18T12:54:22.552" v="3214" actId="1076"/>
          <ac:spMkLst>
            <pc:docMk/>
            <pc:sldMk cId="2330741907" sldId="473"/>
            <ac:spMk id="12" creationId="{2CDAD74C-3320-9600-4E4F-17C70CD179F2}"/>
          </ac:spMkLst>
        </pc:spChg>
        <pc:spChg chg="add mod">
          <ac:chgData name="Ricardo Rosenfeld" userId="29ed646a-75fb-4451-a67b-85738f90665c" providerId="ADAL" clId="{56FAFB6D-07E1-49C8-800A-4AFF6024927D}" dt="2026-04-18T12:54:22.552" v="3214" actId="1076"/>
          <ac:spMkLst>
            <pc:docMk/>
            <pc:sldMk cId="2330741907" sldId="473"/>
            <ac:spMk id="14" creationId="{8369CE93-B497-841B-F6DD-1281F56C1BAB}"/>
          </ac:spMkLst>
        </pc:spChg>
        <pc:spChg chg="add mod">
          <ac:chgData name="Ricardo Rosenfeld" userId="29ed646a-75fb-4451-a67b-85738f90665c" providerId="ADAL" clId="{56FAFB6D-07E1-49C8-800A-4AFF6024927D}" dt="2026-04-18T12:54:22.552" v="3214" actId="1076"/>
          <ac:spMkLst>
            <pc:docMk/>
            <pc:sldMk cId="2330741907" sldId="473"/>
            <ac:spMk id="16" creationId="{F0978514-D1CA-582E-425E-BAF68F647CCC}"/>
          </ac:spMkLst>
        </pc:spChg>
        <pc:spChg chg="mod">
          <ac:chgData name="Ricardo Rosenfeld" userId="29ed646a-75fb-4451-a67b-85738f90665c" providerId="ADAL" clId="{56FAFB6D-07E1-49C8-800A-4AFF6024927D}" dt="2026-04-18T12:53:41.516" v="3197" actId="20577"/>
          <ac:spMkLst>
            <pc:docMk/>
            <pc:sldMk cId="2330741907" sldId="473"/>
            <ac:spMk id="17" creationId="{A88AC51B-5D94-44D0-1871-CBA9D76FC7E7}"/>
          </ac:spMkLst>
        </pc:spChg>
        <pc:spChg chg="add mod">
          <ac:chgData name="Ricardo Rosenfeld" userId="29ed646a-75fb-4451-a67b-85738f90665c" providerId="ADAL" clId="{56FAFB6D-07E1-49C8-800A-4AFF6024927D}" dt="2026-04-18T12:54:22.552" v="3214" actId="1076"/>
          <ac:spMkLst>
            <pc:docMk/>
            <pc:sldMk cId="2330741907" sldId="473"/>
            <ac:spMk id="18" creationId="{DAA4C0AD-6741-0C65-E464-19F369B46349}"/>
          </ac:spMkLst>
        </pc:spChg>
        <pc:spChg chg="mod">
          <ac:chgData name="Ricardo Rosenfeld" userId="29ed646a-75fb-4451-a67b-85738f90665c" providerId="ADAL" clId="{56FAFB6D-07E1-49C8-800A-4AFF6024927D}" dt="2026-04-18T12:53:12.639" v="3186" actId="1076"/>
          <ac:spMkLst>
            <pc:docMk/>
            <pc:sldMk cId="2330741907" sldId="473"/>
            <ac:spMk id="24" creationId="{20F4E310-B060-2F09-B94D-8CC38B4F2BE2}"/>
          </ac:spMkLst>
        </pc:spChg>
        <pc:spChg chg="mod">
          <ac:chgData name="Ricardo Rosenfeld" userId="29ed646a-75fb-4451-a67b-85738f90665c" providerId="ADAL" clId="{56FAFB6D-07E1-49C8-800A-4AFF6024927D}" dt="2026-04-18T12:53:12.639" v="3186" actId="1076"/>
          <ac:spMkLst>
            <pc:docMk/>
            <pc:sldMk cId="2330741907" sldId="473"/>
            <ac:spMk id="25" creationId="{88A8C8DB-3E84-A79D-EB80-8508E4A111B5}"/>
          </ac:spMkLst>
        </pc:spChg>
        <pc:spChg chg="mod">
          <ac:chgData name="Ricardo Rosenfeld" userId="29ed646a-75fb-4451-a67b-85738f90665c" providerId="ADAL" clId="{56FAFB6D-07E1-49C8-800A-4AFF6024927D}" dt="2026-04-18T12:53:12.639" v="3186" actId="1076"/>
          <ac:spMkLst>
            <pc:docMk/>
            <pc:sldMk cId="2330741907" sldId="473"/>
            <ac:spMk id="26" creationId="{BFC27EB0-B66D-A320-DD43-089F4E44BE74}"/>
          </ac:spMkLst>
        </pc:spChg>
        <pc:spChg chg="mod">
          <ac:chgData name="Ricardo Rosenfeld" userId="29ed646a-75fb-4451-a67b-85738f90665c" providerId="ADAL" clId="{56FAFB6D-07E1-49C8-800A-4AFF6024927D}" dt="2026-04-18T12:53:12.639" v="3186" actId="1076"/>
          <ac:spMkLst>
            <pc:docMk/>
            <pc:sldMk cId="2330741907" sldId="473"/>
            <ac:spMk id="32" creationId="{7901A14F-F9F4-349B-22B8-DD9284CF469E}"/>
          </ac:spMkLst>
        </pc:spChg>
        <pc:cxnChg chg="add mod">
          <ac:chgData name="Ricardo Rosenfeld" userId="29ed646a-75fb-4451-a67b-85738f90665c" providerId="ADAL" clId="{56FAFB6D-07E1-49C8-800A-4AFF6024927D}" dt="2026-04-18T12:54:22.552" v="3214" actId="1076"/>
          <ac:cxnSpMkLst>
            <pc:docMk/>
            <pc:sldMk cId="2330741907" sldId="473"/>
            <ac:cxnSpMk id="9" creationId="{3A4ED0B1-9EC7-48EC-A1E3-3C5BBA30539B}"/>
          </ac:cxnSpMkLst>
        </pc:cxnChg>
        <pc:cxnChg chg="add mod">
          <ac:chgData name="Ricardo Rosenfeld" userId="29ed646a-75fb-4451-a67b-85738f90665c" providerId="ADAL" clId="{56FAFB6D-07E1-49C8-800A-4AFF6024927D}" dt="2026-04-18T12:54:22.552" v="3214" actId="1076"/>
          <ac:cxnSpMkLst>
            <pc:docMk/>
            <pc:sldMk cId="2330741907" sldId="473"/>
            <ac:cxnSpMk id="13" creationId="{4C585079-7705-D602-CDA0-40A48D47B96A}"/>
          </ac:cxnSpMkLst>
        </pc:cxnChg>
        <pc:cxnChg chg="add mod">
          <ac:chgData name="Ricardo Rosenfeld" userId="29ed646a-75fb-4451-a67b-85738f90665c" providerId="ADAL" clId="{56FAFB6D-07E1-49C8-800A-4AFF6024927D}" dt="2026-04-18T12:54:22.552" v="3214" actId="1076"/>
          <ac:cxnSpMkLst>
            <pc:docMk/>
            <pc:sldMk cId="2330741907" sldId="473"/>
            <ac:cxnSpMk id="15" creationId="{EE8EFBC1-CE47-8E10-AF39-7B4FDB1F4C74}"/>
          </ac:cxnSpMkLst>
        </pc:cxnChg>
      </pc:sldChg>
      <pc:sldChg chg="modSp mod modAnim">
        <pc:chgData name="Ricardo Rosenfeld" userId="29ed646a-75fb-4451-a67b-85738f90665c" providerId="ADAL" clId="{56FAFB6D-07E1-49C8-800A-4AFF6024927D}" dt="2026-04-18T08:46:03.842" v="428" actId="1076"/>
        <pc:sldMkLst>
          <pc:docMk/>
          <pc:sldMk cId="1080735696" sldId="480"/>
        </pc:sldMkLst>
        <pc:spChg chg="mod">
          <ac:chgData name="Ricardo Rosenfeld" userId="29ed646a-75fb-4451-a67b-85738f90665c" providerId="ADAL" clId="{56FAFB6D-07E1-49C8-800A-4AFF6024927D}" dt="2026-04-18T08:46:03.842" v="428" actId="1076"/>
          <ac:spMkLst>
            <pc:docMk/>
            <pc:sldMk cId="1080735696" sldId="480"/>
            <ac:spMk id="4" creationId="{2DF4341C-9AA6-434D-9B89-73A6A885A547}"/>
          </ac:spMkLst>
        </pc:spChg>
        <pc:spChg chg="mod">
          <ac:chgData name="Ricardo Rosenfeld" userId="29ed646a-75fb-4451-a67b-85738f90665c" providerId="ADAL" clId="{56FAFB6D-07E1-49C8-800A-4AFF6024927D}" dt="2026-04-18T08:46:03.842" v="428" actId="1076"/>
          <ac:spMkLst>
            <pc:docMk/>
            <pc:sldMk cId="1080735696" sldId="480"/>
            <ac:spMk id="5" creationId="{2660DA3F-E882-4070-A9E0-0E12120B433B}"/>
          </ac:spMkLst>
        </pc:spChg>
        <pc:spChg chg="mod">
          <ac:chgData name="Ricardo Rosenfeld" userId="29ed646a-75fb-4451-a67b-85738f90665c" providerId="ADAL" clId="{56FAFB6D-07E1-49C8-800A-4AFF6024927D}" dt="2026-04-18T08:46:03.842" v="428" actId="1076"/>
          <ac:spMkLst>
            <pc:docMk/>
            <pc:sldMk cId="1080735696" sldId="480"/>
            <ac:spMk id="14" creationId="{E1B864AE-9B85-4EA8-9CA3-84800F1E2FCD}"/>
          </ac:spMkLst>
        </pc:spChg>
        <pc:spChg chg="mod">
          <ac:chgData name="Ricardo Rosenfeld" userId="29ed646a-75fb-4451-a67b-85738f90665c" providerId="ADAL" clId="{56FAFB6D-07E1-49C8-800A-4AFF6024927D}" dt="2026-04-18T08:46:03.842" v="428" actId="1076"/>
          <ac:spMkLst>
            <pc:docMk/>
            <pc:sldMk cId="1080735696" sldId="480"/>
            <ac:spMk id="21" creationId="{A508F61C-0621-41D4-A60C-0F4F00919079}"/>
          </ac:spMkLst>
        </pc:spChg>
        <pc:spChg chg="mod">
          <ac:chgData name="Ricardo Rosenfeld" userId="29ed646a-75fb-4451-a67b-85738f90665c" providerId="ADAL" clId="{56FAFB6D-07E1-49C8-800A-4AFF6024927D}" dt="2026-04-18T08:46:03.842" v="428" actId="1076"/>
          <ac:spMkLst>
            <pc:docMk/>
            <pc:sldMk cId="1080735696" sldId="480"/>
            <ac:spMk id="24" creationId="{AB95F004-654A-46E9-88EB-14710FAF8AB0}"/>
          </ac:spMkLst>
        </pc:spChg>
        <pc:spChg chg="mod">
          <ac:chgData name="Ricardo Rosenfeld" userId="29ed646a-75fb-4451-a67b-85738f90665c" providerId="ADAL" clId="{56FAFB6D-07E1-49C8-800A-4AFF6024927D}" dt="2026-04-18T08:46:03.842" v="428" actId="1076"/>
          <ac:spMkLst>
            <pc:docMk/>
            <pc:sldMk cId="1080735696" sldId="480"/>
            <ac:spMk id="29" creationId="{4F3EEA7C-AF51-2F84-F0CB-05E02AD4A03F}"/>
          </ac:spMkLst>
        </pc:spChg>
        <pc:spChg chg="mod">
          <ac:chgData name="Ricardo Rosenfeld" userId="29ed646a-75fb-4451-a67b-85738f90665c" providerId="ADAL" clId="{56FAFB6D-07E1-49C8-800A-4AFF6024927D}" dt="2026-04-18T08:46:03.842" v="428" actId="1076"/>
          <ac:spMkLst>
            <pc:docMk/>
            <pc:sldMk cId="1080735696" sldId="480"/>
            <ac:spMk id="30" creationId="{1F33EA39-55EC-646C-2E1D-7EAC3153C558}"/>
          </ac:spMkLst>
        </pc:spChg>
        <pc:spChg chg="mod">
          <ac:chgData name="Ricardo Rosenfeld" userId="29ed646a-75fb-4451-a67b-85738f90665c" providerId="ADAL" clId="{56FAFB6D-07E1-49C8-800A-4AFF6024927D}" dt="2026-04-18T08:46:03.842" v="428" actId="1076"/>
          <ac:spMkLst>
            <pc:docMk/>
            <pc:sldMk cId="1080735696" sldId="480"/>
            <ac:spMk id="31" creationId="{4FAE6224-9875-9690-F728-D2AE0A60D436}"/>
          </ac:spMkLst>
        </pc:spChg>
        <pc:spChg chg="mod">
          <ac:chgData name="Ricardo Rosenfeld" userId="29ed646a-75fb-4451-a67b-85738f90665c" providerId="ADAL" clId="{56FAFB6D-07E1-49C8-800A-4AFF6024927D}" dt="2026-04-18T08:46:03.842" v="428" actId="1076"/>
          <ac:spMkLst>
            <pc:docMk/>
            <pc:sldMk cId="1080735696" sldId="480"/>
            <ac:spMk id="32" creationId="{27033877-7951-3C3D-1334-A8CC8BBC1C9E}"/>
          </ac:spMkLst>
        </pc:spChg>
        <pc:spChg chg="mod">
          <ac:chgData name="Ricardo Rosenfeld" userId="29ed646a-75fb-4451-a67b-85738f90665c" providerId="ADAL" clId="{56FAFB6D-07E1-49C8-800A-4AFF6024927D}" dt="2026-04-18T08:46:03.842" v="428" actId="1076"/>
          <ac:spMkLst>
            <pc:docMk/>
            <pc:sldMk cId="1080735696" sldId="480"/>
            <ac:spMk id="36" creationId="{966180A2-9520-FF72-915F-D85DE2691C8A}"/>
          </ac:spMkLst>
        </pc:spChg>
      </pc:sldChg>
      <pc:sldChg chg="modSp mod">
        <pc:chgData name="Ricardo Rosenfeld" userId="29ed646a-75fb-4451-a67b-85738f90665c" providerId="ADAL" clId="{56FAFB6D-07E1-49C8-800A-4AFF6024927D}" dt="2026-04-18T11:59:33.139" v="2453" actId="115"/>
        <pc:sldMkLst>
          <pc:docMk/>
          <pc:sldMk cId="3642892071" sldId="481"/>
        </pc:sldMkLst>
        <pc:spChg chg="mod">
          <ac:chgData name="Ricardo Rosenfeld" userId="29ed646a-75fb-4451-a67b-85738f90665c" providerId="ADAL" clId="{56FAFB6D-07E1-49C8-800A-4AFF6024927D}" dt="2026-04-18T11:55:33.112" v="2451" actId="1076"/>
          <ac:spMkLst>
            <pc:docMk/>
            <pc:sldMk cId="3642892071" sldId="481"/>
            <ac:spMk id="5" creationId="{F6644ADE-65CF-2513-D89D-4DE794F334D2}"/>
          </ac:spMkLst>
        </pc:spChg>
        <pc:spChg chg="mod">
          <ac:chgData name="Ricardo Rosenfeld" userId="29ed646a-75fb-4451-a67b-85738f90665c" providerId="ADAL" clId="{56FAFB6D-07E1-49C8-800A-4AFF6024927D}" dt="2026-04-18T11:59:33.139" v="2453" actId="115"/>
          <ac:spMkLst>
            <pc:docMk/>
            <pc:sldMk cId="3642892071" sldId="481"/>
            <ac:spMk id="11" creationId="{EB0F4841-A001-4100-887B-E6285ED68B77}"/>
          </ac:spMkLst>
        </pc:spChg>
        <pc:spChg chg="mod">
          <ac:chgData name="Ricardo Rosenfeld" userId="29ed646a-75fb-4451-a67b-85738f90665c" providerId="ADAL" clId="{56FAFB6D-07E1-49C8-800A-4AFF6024927D}" dt="2026-04-18T09:22:51.517" v="516" actId="20577"/>
          <ac:spMkLst>
            <pc:docMk/>
            <pc:sldMk cId="3642892071" sldId="481"/>
            <ac:spMk id="12" creationId="{3013D138-D0DF-3DCE-C3A3-EA7187570F67}"/>
          </ac:spMkLst>
        </pc:spChg>
      </pc:sldChg>
      <pc:sldChg chg="del">
        <pc:chgData name="Ricardo Rosenfeld" userId="29ed646a-75fb-4451-a67b-85738f90665c" providerId="ADAL" clId="{56FAFB6D-07E1-49C8-800A-4AFF6024927D}" dt="2026-04-18T09:17:05.001" v="490" actId="47"/>
        <pc:sldMkLst>
          <pc:docMk/>
          <pc:sldMk cId="2704925758" sldId="482"/>
        </pc:sldMkLst>
      </pc:sldChg>
      <pc:sldChg chg="delSp modSp mod ord delAnim modAnim">
        <pc:chgData name="Ricardo Rosenfeld" userId="29ed646a-75fb-4451-a67b-85738f90665c" providerId="ADAL" clId="{56FAFB6D-07E1-49C8-800A-4AFF6024927D}" dt="2026-04-18T11:50:13.887" v="2397" actId="20577"/>
        <pc:sldMkLst>
          <pc:docMk/>
          <pc:sldMk cId="1160165956" sldId="484"/>
        </pc:sldMkLst>
        <pc:spChg chg="mod">
          <ac:chgData name="Ricardo Rosenfeld" userId="29ed646a-75fb-4451-a67b-85738f90665c" providerId="ADAL" clId="{56FAFB6D-07E1-49C8-800A-4AFF6024927D}" dt="2026-04-18T11:50:13.887" v="2397" actId="20577"/>
          <ac:spMkLst>
            <pc:docMk/>
            <pc:sldMk cId="1160165956" sldId="484"/>
            <ac:spMk id="2" creationId="{C2823CBE-5E8E-4CBD-A07D-6112B0E8B381}"/>
          </ac:spMkLst>
        </pc:spChg>
        <pc:spChg chg="del">
          <ac:chgData name="Ricardo Rosenfeld" userId="29ed646a-75fb-4451-a67b-85738f90665c" providerId="ADAL" clId="{56FAFB6D-07E1-49C8-800A-4AFF6024927D}" dt="2026-04-18T11:42:06.126" v="2351" actId="478"/>
          <ac:spMkLst>
            <pc:docMk/>
            <pc:sldMk cId="1160165956" sldId="484"/>
            <ac:spMk id="6" creationId="{E50D2464-882A-5C03-453A-1A93B407284A}"/>
          </ac:spMkLst>
        </pc:spChg>
      </pc:sldChg>
      <pc:sldChg chg="modSp mod modAnim">
        <pc:chgData name="Ricardo Rosenfeld" userId="29ed646a-75fb-4451-a67b-85738f90665c" providerId="ADAL" clId="{56FAFB6D-07E1-49C8-800A-4AFF6024927D}" dt="2026-04-18T12:04:55.008" v="2490" actId="20577"/>
        <pc:sldMkLst>
          <pc:docMk/>
          <pc:sldMk cId="243304863" sldId="485"/>
        </pc:sldMkLst>
        <pc:spChg chg="mod">
          <ac:chgData name="Ricardo Rosenfeld" userId="29ed646a-75fb-4451-a67b-85738f90665c" providerId="ADAL" clId="{56FAFB6D-07E1-49C8-800A-4AFF6024927D}" dt="2026-04-18T12:04:55.008" v="2490" actId="20577"/>
          <ac:spMkLst>
            <pc:docMk/>
            <pc:sldMk cId="243304863" sldId="485"/>
            <ac:spMk id="11" creationId="{EB0F4841-A001-4100-887B-E6285ED68B77}"/>
          </ac:spMkLst>
        </pc:spChg>
        <pc:spChg chg="mod">
          <ac:chgData name="Ricardo Rosenfeld" userId="29ed646a-75fb-4451-a67b-85738f90665c" providerId="ADAL" clId="{56FAFB6D-07E1-49C8-800A-4AFF6024927D}" dt="2026-04-18T09:23:02.192" v="528" actId="20577"/>
          <ac:spMkLst>
            <pc:docMk/>
            <pc:sldMk cId="243304863" sldId="485"/>
            <ac:spMk id="12" creationId="{D624FDCB-A7DF-F559-72FE-E305AB46207B}"/>
          </ac:spMkLst>
        </pc:spChg>
        <pc:spChg chg="mod">
          <ac:chgData name="Ricardo Rosenfeld" userId="29ed646a-75fb-4451-a67b-85738f90665c" providerId="ADAL" clId="{56FAFB6D-07E1-49C8-800A-4AFF6024927D}" dt="2026-04-18T10:14:47.667" v="1842" actId="1076"/>
          <ac:spMkLst>
            <pc:docMk/>
            <pc:sldMk cId="243304863" sldId="485"/>
            <ac:spMk id="33" creationId="{AAC4C723-B30A-58B2-F517-7526A2F3E71D}"/>
          </ac:spMkLst>
        </pc:spChg>
        <pc:spChg chg="mod">
          <ac:chgData name="Ricardo Rosenfeld" userId="29ed646a-75fb-4451-a67b-85738f90665c" providerId="ADAL" clId="{56FAFB6D-07E1-49C8-800A-4AFF6024927D}" dt="2026-04-18T10:14:47.667" v="1842" actId="1076"/>
          <ac:spMkLst>
            <pc:docMk/>
            <pc:sldMk cId="243304863" sldId="485"/>
            <ac:spMk id="36" creationId="{EFA56975-1D2D-29E0-FF35-2F159D778FD9}"/>
          </ac:spMkLst>
        </pc:spChg>
        <pc:spChg chg="mod">
          <ac:chgData name="Ricardo Rosenfeld" userId="29ed646a-75fb-4451-a67b-85738f90665c" providerId="ADAL" clId="{56FAFB6D-07E1-49C8-800A-4AFF6024927D}" dt="2026-04-18T10:31:58.148" v="1977" actId="20577"/>
          <ac:spMkLst>
            <pc:docMk/>
            <pc:sldMk cId="243304863" sldId="485"/>
            <ac:spMk id="54" creationId="{A65C2468-81EB-5E7C-E5E6-E98814496683}"/>
          </ac:spMkLst>
        </pc:spChg>
        <pc:spChg chg="mod">
          <ac:chgData name="Ricardo Rosenfeld" userId="29ed646a-75fb-4451-a67b-85738f90665c" providerId="ADAL" clId="{56FAFB6D-07E1-49C8-800A-4AFF6024927D}" dt="2026-04-18T10:14:47.667" v="1842" actId="1076"/>
          <ac:spMkLst>
            <pc:docMk/>
            <pc:sldMk cId="243304863" sldId="485"/>
            <ac:spMk id="70" creationId="{DC3D011F-D281-F1FE-D8C4-1B1AA33D7CAA}"/>
          </ac:spMkLst>
        </pc:spChg>
        <pc:spChg chg="mod">
          <ac:chgData name="Ricardo Rosenfeld" userId="29ed646a-75fb-4451-a67b-85738f90665c" providerId="ADAL" clId="{56FAFB6D-07E1-49C8-800A-4AFF6024927D}" dt="2026-04-18T10:14:47.667" v="1842" actId="1076"/>
          <ac:spMkLst>
            <pc:docMk/>
            <pc:sldMk cId="243304863" sldId="485"/>
            <ac:spMk id="71" creationId="{FFD41E93-F2EE-F467-836B-CAED482659E1}"/>
          </ac:spMkLst>
        </pc:spChg>
        <pc:spChg chg="mod">
          <ac:chgData name="Ricardo Rosenfeld" userId="29ed646a-75fb-4451-a67b-85738f90665c" providerId="ADAL" clId="{56FAFB6D-07E1-49C8-800A-4AFF6024927D}" dt="2026-04-18T10:14:47.667" v="1842" actId="1076"/>
          <ac:spMkLst>
            <pc:docMk/>
            <pc:sldMk cId="243304863" sldId="485"/>
            <ac:spMk id="74" creationId="{D597A20B-5035-9646-5F66-FF00217C0625}"/>
          </ac:spMkLst>
        </pc:spChg>
        <pc:spChg chg="mod">
          <ac:chgData name="Ricardo Rosenfeld" userId="29ed646a-75fb-4451-a67b-85738f90665c" providerId="ADAL" clId="{56FAFB6D-07E1-49C8-800A-4AFF6024927D}" dt="2026-04-18T10:14:47.667" v="1842" actId="1076"/>
          <ac:spMkLst>
            <pc:docMk/>
            <pc:sldMk cId="243304863" sldId="485"/>
            <ac:spMk id="75" creationId="{1FD0268B-0B34-F7D1-B9D4-CE8FC4B0CE65}"/>
          </ac:spMkLst>
        </pc:spChg>
        <pc:spChg chg="mod">
          <ac:chgData name="Ricardo Rosenfeld" userId="29ed646a-75fb-4451-a67b-85738f90665c" providerId="ADAL" clId="{56FAFB6D-07E1-49C8-800A-4AFF6024927D}" dt="2026-04-18T10:14:47.667" v="1842" actId="1076"/>
          <ac:spMkLst>
            <pc:docMk/>
            <pc:sldMk cId="243304863" sldId="485"/>
            <ac:spMk id="77" creationId="{85A4B202-DA3E-D010-8807-B066A35F2F15}"/>
          </ac:spMkLst>
        </pc:spChg>
        <pc:spChg chg="mod">
          <ac:chgData name="Ricardo Rosenfeld" userId="29ed646a-75fb-4451-a67b-85738f90665c" providerId="ADAL" clId="{56FAFB6D-07E1-49C8-800A-4AFF6024927D}" dt="2026-04-18T10:14:47.667" v="1842" actId="1076"/>
          <ac:spMkLst>
            <pc:docMk/>
            <pc:sldMk cId="243304863" sldId="485"/>
            <ac:spMk id="79" creationId="{FF5CC081-6CC7-A6A0-E2B5-71052BCCC886}"/>
          </ac:spMkLst>
        </pc:spChg>
        <pc:spChg chg="mod">
          <ac:chgData name="Ricardo Rosenfeld" userId="29ed646a-75fb-4451-a67b-85738f90665c" providerId="ADAL" clId="{56FAFB6D-07E1-49C8-800A-4AFF6024927D}" dt="2026-04-18T10:14:47.667" v="1842" actId="1076"/>
          <ac:spMkLst>
            <pc:docMk/>
            <pc:sldMk cId="243304863" sldId="485"/>
            <ac:spMk id="80" creationId="{5EEDCF4A-02F4-0229-5846-921F2475EF4E}"/>
          </ac:spMkLst>
        </pc:spChg>
        <pc:spChg chg="mod">
          <ac:chgData name="Ricardo Rosenfeld" userId="29ed646a-75fb-4451-a67b-85738f90665c" providerId="ADAL" clId="{56FAFB6D-07E1-49C8-800A-4AFF6024927D}" dt="2026-04-18T10:14:47.667" v="1842" actId="1076"/>
          <ac:spMkLst>
            <pc:docMk/>
            <pc:sldMk cId="243304863" sldId="485"/>
            <ac:spMk id="87" creationId="{E3A3F360-DC4B-A619-4CD0-5CE28FAC9CE6}"/>
          </ac:spMkLst>
        </pc:spChg>
      </pc:sldChg>
      <pc:sldChg chg="addSp delSp modSp add mod">
        <pc:chgData name="Ricardo Rosenfeld" userId="29ed646a-75fb-4451-a67b-85738f90665c" providerId="ADAL" clId="{56FAFB6D-07E1-49C8-800A-4AFF6024927D}" dt="2026-04-18T12:06:27.514" v="2491" actId="947"/>
        <pc:sldMkLst>
          <pc:docMk/>
          <pc:sldMk cId="2367149008" sldId="486"/>
        </pc:sldMkLst>
        <pc:spChg chg="mod">
          <ac:chgData name="Ricardo Rosenfeld" userId="29ed646a-75fb-4451-a67b-85738f90665c" providerId="ADAL" clId="{56FAFB6D-07E1-49C8-800A-4AFF6024927D}" dt="2026-04-18T09:50:24.211" v="1083" actId="1076"/>
          <ac:spMkLst>
            <pc:docMk/>
            <pc:sldMk cId="2367149008" sldId="486"/>
            <ac:spMk id="2" creationId="{213F7764-E1C3-4E76-83C5-E380CA13D252}"/>
          </ac:spMkLst>
        </pc:spChg>
        <pc:spChg chg="mod">
          <ac:chgData name="Ricardo Rosenfeld" userId="29ed646a-75fb-4451-a67b-85738f90665c" providerId="ADAL" clId="{56FAFB6D-07E1-49C8-800A-4AFF6024927D}" dt="2026-04-18T09:50:24.211" v="1083" actId="1076"/>
          <ac:spMkLst>
            <pc:docMk/>
            <pc:sldMk cId="2367149008" sldId="486"/>
            <ac:spMk id="3" creationId="{BB93E229-6CFC-1A1B-071D-912C3C18B3F1}"/>
          </ac:spMkLst>
        </pc:spChg>
        <pc:spChg chg="mod">
          <ac:chgData name="Ricardo Rosenfeld" userId="29ed646a-75fb-4451-a67b-85738f90665c" providerId="ADAL" clId="{56FAFB6D-07E1-49C8-800A-4AFF6024927D}" dt="2026-04-18T09:50:24.211" v="1083" actId="1076"/>
          <ac:spMkLst>
            <pc:docMk/>
            <pc:sldMk cId="2367149008" sldId="486"/>
            <ac:spMk id="4" creationId="{11CF6136-AE4B-48A4-9CF9-774737F32E89}"/>
          </ac:spMkLst>
        </pc:spChg>
        <pc:spChg chg="mod">
          <ac:chgData name="Ricardo Rosenfeld" userId="29ed646a-75fb-4451-a67b-85738f90665c" providerId="ADAL" clId="{56FAFB6D-07E1-49C8-800A-4AFF6024927D}" dt="2026-04-18T09:50:24.211" v="1083" actId="1076"/>
          <ac:spMkLst>
            <pc:docMk/>
            <pc:sldMk cId="2367149008" sldId="486"/>
            <ac:spMk id="8" creationId="{3E39C94D-870B-3026-80B2-E0FA780C46B1}"/>
          </ac:spMkLst>
        </pc:spChg>
        <pc:spChg chg="mod">
          <ac:chgData name="Ricardo Rosenfeld" userId="29ed646a-75fb-4451-a67b-85738f90665c" providerId="ADAL" clId="{56FAFB6D-07E1-49C8-800A-4AFF6024927D}" dt="2026-04-18T09:50:24.211" v="1083" actId="1076"/>
          <ac:spMkLst>
            <pc:docMk/>
            <pc:sldMk cId="2367149008" sldId="486"/>
            <ac:spMk id="9" creationId="{116DFE50-7BDC-DBD8-CB5D-8724EB23B8CB}"/>
          </ac:spMkLst>
        </pc:spChg>
        <pc:spChg chg="mod">
          <ac:chgData name="Ricardo Rosenfeld" userId="29ed646a-75fb-4451-a67b-85738f90665c" providerId="ADAL" clId="{56FAFB6D-07E1-49C8-800A-4AFF6024927D}" dt="2026-04-18T12:06:27.514" v="2491" actId="947"/>
          <ac:spMkLst>
            <pc:docMk/>
            <pc:sldMk cId="2367149008" sldId="486"/>
            <ac:spMk id="11" creationId="{B21D6542-13D4-86C7-2529-C69431F09779}"/>
          </ac:spMkLst>
        </pc:spChg>
        <pc:spChg chg="mod">
          <ac:chgData name="Ricardo Rosenfeld" userId="29ed646a-75fb-4451-a67b-85738f90665c" providerId="ADAL" clId="{56FAFB6D-07E1-49C8-800A-4AFF6024927D}" dt="2026-04-18T09:50:24.211" v="1083" actId="1076"/>
          <ac:spMkLst>
            <pc:docMk/>
            <pc:sldMk cId="2367149008" sldId="486"/>
            <ac:spMk id="12" creationId="{DE9CA78B-4166-D3BF-3B46-EDD4DAA6F009}"/>
          </ac:spMkLst>
        </pc:spChg>
        <pc:spChg chg="mod">
          <ac:chgData name="Ricardo Rosenfeld" userId="29ed646a-75fb-4451-a67b-85738f90665c" providerId="ADAL" clId="{56FAFB6D-07E1-49C8-800A-4AFF6024927D}" dt="2026-04-18T10:04:19.512" v="1539" actId="113"/>
          <ac:spMkLst>
            <pc:docMk/>
            <pc:sldMk cId="2367149008" sldId="486"/>
            <ac:spMk id="13" creationId="{68869D27-6885-3BE1-8CB4-8D1ED51DF990}"/>
          </ac:spMkLst>
        </pc:spChg>
        <pc:spChg chg="add mod">
          <ac:chgData name="Ricardo Rosenfeld" userId="29ed646a-75fb-4451-a67b-85738f90665c" providerId="ADAL" clId="{56FAFB6D-07E1-49C8-800A-4AFF6024927D}" dt="2026-04-18T09:41:05.041" v="795" actId="5793"/>
          <ac:spMkLst>
            <pc:docMk/>
            <pc:sldMk cId="2367149008" sldId="486"/>
            <ac:spMk id="14" creationId="{3FD18413-D3B6-4919-28AE-0C30A6E34657}"/>
          </ac:spMkLst>
        </pc:spChg>
        <pc:spChg chg="add mod">
          <ac:chgData name="Ricardo Rosenfeld" userId="29ed646a-75fb-4451-a67b-85738f90665c" providerId="ADAL" clId="{56FAFB6D-07E1-49C8-800A-4AFF6024927D}" dt="2026-04-18T09:42:54.331" v="841" actId="6549"/>
          <ac:spMkLst>
            <pc:docMk/>
            <pc:sldMk cId="2367149008" sldId="486"/>
            <ac:spMk id="15" creationId="{30797E9A-2586-070F-6CBE-D9331A8C9943}"/>
          </ac:spMkLst>
        </pc:spChg>
        <pc:spChg chg="add mod">
          <ac:chgData name="Ricardo Rosenfeld" userId="29ed646a-75fb-4451-a67b-85738f90665c" providerId="ADAL" clId="{56FAFB6D-07E1-49C8-800A-4AFF6024927D}" dt="2026-04-18T09:52:39.135" v="1228" actId="1076"/>
          <ac:spMkLst>
            <pc:docMk/>
            <pc:sldMk cId="2367149008" sldId="486"/>
            <ac:spMk id="17" creationId="{E674E954-8ABB-DEA9-4B40-2DCE68934D6B}"/>
          </ac:spMkLst>
        </pc:spChg>
        <pc:spChg chg="mod">
          <ac:chgData name="Ricardo Rosenfeld" userId="29ed646a-75fb-4451-a67b-85738f90665c" providerId="ADAL" clId="{56FAFB6D-07E1-49C8-800A-4AFF6024927D}" dt="2026-04-18T09:43:50.727" v="849" actId="1076"/>
          <ac:spMkLst>
            <pc:docMk/>
            <pc:sldMk cId="2367149008" sldId="486"/>
            <ac:spMk id="19" creationId="{65D44242-62FD-71A2-A06C-D497A2B027AD}"/>
          </ac:spMkLst>
        </pc:spChg>
        <pc:spChg chg="add mod">
          <ac:chgData name="Ricardo Rosenfeld" userId="29ed646a-75fb-4451-a67b-85738f90665c" providerId="ADAL" clId="{56FAFB6D-07E1-49C8-800A-4AFF6024927D}" dt="2026-04-18T09:52:39.135" v="1228" actId="1076"/>
          <ac:spMkLst>
            <pc:docMk/>
            <pc:sldMk cId="2367149008" sldId="486"/>
            <ac:spMk id="20" creationId="{03B46066-1491-B206-73F2-7F713EDC1E61}"/>
          </ac:spMkLst>
        </pc:spChg>
        <pc:spChg chg="add mod">
          <ac:chgData name="Ricardo Rosenfeld" userId="29ed646a-75fb-4451-a67b-85738f90665c" providerId="ADAL" clId="{56FAFB6D-07E1-49C8-800A-4AFF6024927D}" dt="2026-04-18T09:52:39.135" v="1228" actId="1076"/>
          <ac:spMkLst>
            <pc:docMk/>
            <pc:sldMk cId="2367149008" sldId="486"/>
            <ac:spMk id="21" creationId="{13AC2828-8CE8-3CB6-7641-BAB05F7D5347}"/>
          </ac:spMkLst>
        </pc:spChg>
        <pc:spChg chg="add mod">
          <ac:chgData name="Ricardo Rosenfeld" userId="29ed646a-75fb-4451-a67b-85738f90665c" providerId="ADAL" clId="{56FAFB6D-07E1-49C8-800A-4AFF6024927D}" dt="2026-04-18T09:52:39.135" v="1228" actId="1076"/>
          <ac:spMkLst>
            <pc:docMk/>
            <pc:sldMk cId="2367149008" sldId="486"/>
            <ac:spMk id="22" creationId="{49A2BB70-1790-DCC4-1611-6245F2A61761}"/>
          </ac:spMkLst>
        </pc:spChg>
        <pc:spChg chg="add mod">
          <ac:chgData name="Ricardo Rosenfeld" userId="29ed646a-75fb-4451-a67b-85738f90665c" providerId="ADAL" clId="{56FAFB6D-07E1-49C8-800A-4AFF6024927D}" dt="2026-04-18T09:40:47.095" v="755" actId="1076"/>
          <ac:spMkLst>
            <pc:docMk/>
            <pc:sldMk cId="2367149008" sldId="486"/>
            <ac:spMk id="23" creationId="{0BAF2C2C-5A5B-099D-29BC-3B1C04F839B6}"/>
          </ac:spMkLst>
        </pc:spChg>
        <pc:spChg chg="add mod">
          <ac:chgData name="Ricardo Rosenfeld" userId="29ed646a-75fb-4451-a67b-85738f90665c" providerId="ADAL" clId="{56FAFB6D-07E1-49C8-800A-4AFF6024927D}" dt="2026-04-18T09:52:39.135" v="1228" actId="1076"/>
          <ac:spMkLst>
            <pc:docMk/>
            <pc:sldMk cId="2367149008" sldId="486"/>
            <ac:spMk id="24" creationId="{3FB47AE0-FAB4-CD69-EEF4-80BDAFE9C21E}"/>
          </ac:spMkLst>
        </pc:spChg>
        <pc:spChg chg="add mod">
          <ac:chgData name="Ricardo Rosenfeld" userId="29ed646a-75fb-4451-a67b-85738f90665c" providerId="ADAL" clId="{56FAFB6D-07E1-49C8-800A-4AFF6024927D}" dt="2026-04-18T09:52:39.135" v="1228" actId="1076"/>
          <ac:spMkLst>
            <pc:docMk/>
            <pc:sldMk cId="2367149008" sldId="486"/>
            <ac:spMk id="25" creationId="{762DCCDB-CD62-1249-82C9-54176C7AC5B2}"/>
          </ac:spMkLst>
        </pc:spChg>
        <pc:spChg chg="add mod">
          <ac:chgData name="Ricardo Rosenfeld" userId="29ed646a-75fb-4451-a67b-85738f90665c" providerId="ADAL" clId="{56FAFB6D-07E1-49C8-800A-4AFF6024927D}" dt="2026-04-18T09:52:39.135" v="1228" actId="1076"/>
          <ac:spMkLst>
            <pc:docMk/>
            <pc:sldMk cId="2367149008" sldId="486"/>
            <ac:spMk id="26" creationId="{D73EB3D7-126B-3803-B246-3A489DAF71DF}"/>
          </ac:spMkLst>
        </pc:spChg>
        <pc:spChg chg="mod">
          <ac:chgData name="Ricardo Rosenfeld" userId="29ed646a-75fb-4451-a67b-85738f90665c" providerId="ADAL" clId="{56FAFB6D-07E1-49C8-800A-4AFF6024927D}" dt="2026-04-18T09:52:39.135" v="1228" actId="1076"/>
          <ac:spMkLst>
            <pc:docMk/>
            <pc:sldMk cId="2367149008" sldId="486"/>
            <ac:spMk id="27" creationId="{840AA37E-F10B-DE16-324B-0BCC6E2E8990}"/>
          </ac:spMkLst>
        </pc:spChg>
        <pc:spChg chg="add mod">
          <ac:chgData name="Ricardo Rosenfeld" userId="29ed646a-75fb-4451-a67b-85738f90665c" providerId="ADAL" clId="{56FAFB6D-07E1-49C8-800A-4AFF6024927D}" dt="2026-04-18T09:40:47.095" v="755" actId="1076"/>
          <ac:spMkLst>
            <pc:docMk/>
            <pc:sldMk cId="2367149008" sldId="486"/>
            <ac:spMk id="29" creationId="{72A0F20F-AB07-F234-F473-BDA1C11672F1}"/>
          </ac:spMkLst>
        </pc:spChg>
        <pc:spChg chg="mod">
          <ac:chgData name="Ricardo Rosenfeld" userId="29ed646a-75fb-4451-a67b-85738f90665c" providerId="ADAL" clId="{56FAFB6D-07E1-49C8-800A-4AFF6024927D}" dt="2026-04-18T09:52:54.065" v="1233" actId="1076"/>
          <ac:spMkLst>
            <pc:docMk/>
            <pc:sldMk cId="2367149008" sldId="486"/>
            <ac:spMk id="32" creationId="{CCF6B859-74F3-BA32-99BD-294455D65819}"/>
          </ac:spMkLst>
        </pc:spChg>
        <pc:spChg chg="add mod">
          <ac:chgData name="Ricardo Rosenfeld" userId="29ed646a-75fb-4451-a67b-85738f90665c" providerId="ADAL" clId="{56FAFB6D-07E1-49C8-800A-4AFF6024927D}" dt="2026-04-18T09:52:49.291" v="1232" actId="6549"/>
          <ac:spMkLst>
            <pc:docMk/>
            <pc:sldMk cId="2367149008" sldId="486"/>
            <ac:spMk id="34" creationId="{013381CA-5472-1AD7-463E-A79F456F4F2E}"/>
          </ac:spMkLst>
        </pc:spChg>
        <pc:spChg chg="add mod">
          <ac:chgData name="Ricardo Rosenfeld" userId="29ed646a-75fb-4451-a67b-85738f90665c" providerId="ADAL" clId="{56FAFB6D-07E1-49C8-800A-4AFF6024927D}" dt="2026-04-18T10:06:06.363" v="1542" actId="20577"/>
          <ac:spMkLst>
            <pc:docMk/>
            <pc:sldMk cId="2367149008" sldId="486"/>
            <ac:spMk id="35" creationId="{5A43E2DE-757D-FD0F-75BE-679D9C81CE28}"/>
          </ac:spMkLst>
        </pc:spChg>
        <pc:spChg chg="add mod">
          <ac:chgData name="Ricardo Rosenfeld" userId="29ed646a-75fb-4451-a67b-85738f90665c" providerId="ADAL" clId="{56FAFB6D-07E1-49C8-800A-4AFF6024927D}" dt="2026-04-18T10:18:02.522" v="1867" actId="1076"/>
          <ac:spMkLst>
            <pc:docMk/>
            <pc:sldMk cId="2367149008" sldId="486"/>
            <ac:spMk id="36" creationId="{B681EB4F-3DB0-DE2A-B22A-410B8C3DB753}"/>
          </ac:spMkLst>
        </pc:spChg>
        <pc:spChg chg="add mod">
          <ac:chgData name="Ricardo Rosenfeld" userId="29ed646a-75fb-4451-a67b-85738f90665c" providerId="ADAL" clId="{56FAFB6D-07E1-49C8-800A-4AFF6024927D}" dt="2026-04-18T10:18:19.941" v="1869" actId="1076"/>
          <ac:spMkLst>
            <pc:docMk/>
            <pc:sldMk cId="2367149008" sldId="486"/>
            <ac:spMk id="37" creationId="{7AE6993B-7D4E-588F-0D5C-5B7BF1D0C315}"/>
          </ac:spMkLst>
        </pc:spChg>
        <pc:spChg chg="add mod">
          <ac:chgData name="Ricardo Rosenfeld" userId="29ed646a-75fb-4451-a67b-85738f90665c" providerId="ADAL" clId="{56FAFB6D-07E1-49C8-800A-4AFF6024927D}" dt="2026-04-18T10:19:54.943" v="1878" actId="1076"/>
          <ac:spMkLst>
            <pc:docMk/>
            <pc:sldMk cId="2367149008" sldId="486"/>
            <ac:spMk id="38" creationId="{91E63EA4-A7F2-8CFE-342C-DAC1DA2F5DF7}"/>
          </ac:spMkLst>
        </pc:spChg>
        <pc:spChg chg="add mod">
          <ac:chgData name="Ricardo Rosenfeld" userId="29ed646a-75fb-4451-a67b-85738f90665c" providerId="ADAL" clId="{56FAFB6D-07E1-49C8-800A-4AFF6024927D}" dt="2026-04-18T10:19:46.283" v="1876" actId="1076"/>
          <ac:spMkLst>
            <pc:docMk/>
            <pc:sldMk cId="2367149008" sldId="486"/>
            <ac:spMk id="39" creationId="{94BDC15B-8F70-0CC9-9CEC-8F693797B7C0}"/>
          </ac:spMkLst>
        </pc:spChg>
        <pc:spChg chg="add mod">
          <ac:chgData name="Ricardo Rosenfeld" userId="29ed646a-75fb-4451-a67b-85738f90665c" providerId="ADAL" clId="{56FAFB6D-07E1-49C8-800A-4AFF6024927D}" dt="2026-04-18T10:19:50.589" v="1877" actId="1076"/>
          <ac:spMkLst>
            <pc:docMk/>
            <pc:sldMk cId="2367149008" sldId="486"/>
            <ac:spMk id="40" creationId="{8514B263-AA24-E210-BE16-5D4FB299D0D8}"/>
          </ac:spMkLst>
        </pc:spChg>
        <pc:spChg chg="del">
          <ac:chgData name="Ricardo Rosenfeld" userId="29ed646a-75fb-4451-a67b-85738f90665c" providerId="ADAL" clId="{56FAFB6D-07E1-49C8-800A-4AFF6024927D}" dt="2026-04-18T10:05:52.886" v="1540" actId="478"/>
          <ac:spMkLst>
            <pc:docMk/>
            <pc:sldMk cId="2367149008" sldId="486"/>
            <ac:spMk id="54" creationId="{D5B24D33-6FF8-0658-33D8-89E3802CBD87}"/>
          </ac:spMkLst>
        </pc:spChg>
        <pc:cxnChg chg="mod">
          <ac:chgData name="Ricardo Rosenfeld" userId="29ed646a-75fb-4451-a67b-85738f90665c" providerId="ADAL" clId="{56FAFB6D-07E1-49C8-800A-4AFF6024927D}" dt="2026-04-18T09:50:24.211" v="1083" actId="1076"/>
          <ac:cxnSpMkLst>
            <pc:docMk/>
            <pc:sldMk cId="2367149008" sldId="486"/>
            <ac:cxnSpMk id="5" creationId="{CBBE1F1C-FC4A-95F1-EC0B-657491784525}"/>
          </ac:cxnSpMkLst>
        </pc:cxnChg>
        <pc:cxnChg chg="mod">
          <ac:chgData name="Ricardo Rosenfeld" userId="29ed646a-75fb-4451-a67b-85738f90665c" providerId="ADAL" clId="{56FAFB6D-07E1-49C8-800A-4AFF6024927D}" dt="2026-04-18T09:50:24.211" v="1083" actId="1076"/>
          <ac:cxnSpMkLst>
            <pc:docMk/>
            <pc:sldMk cId="2367149008" sldId="486"/>
            <ac:cxnSpMk id="6" creationId="{DD4DA3E5-ABA0-C747-D571-DE0D809315EF}"/>
          </ac:cxnSpMkLst>
        </pc:cxnChg>
        <pc:cxnChg chg="mod">
          <ac:chgData name="Ricardo Rosenfeld" userId="29ed646a-75fb-4451-a67b-85738f90665c" providerId="ADAL" clId="{56FAFB6D-07E1-49C8-800A-4AFF6024927D}" dt="2026-04-18T09:50:24.211" v="1083" actId="1076"/>
          <ac:cxnSpMkLst>
            <pc:docMk/>
            <pc:sldMk cId="2367149008" sldId="486"/>
            <ac:cxnSpMk id="7" creationId="{CE1990BC-E0E0-7AC8-B7A0-B5F3298382E9}"/>
          </ac:cxnSpMkLst>
        </pc:cxnChg>
        <pc:cxnChg chg="mod">
          <ac:chgData name="Ricardo Rosenfeld" userId="29ed646a-75fb-4451-a67b-85738f90665c" providerId="ADAL" clId="{56FAFB6D-07E1-49C8-800A-4AFF6024927D}" dt="2026-04-18T09:50:24.211" v="1083" actId="1076"/>
          <ac:cxnSpMkLst>
            <pc:docMk/>
            <pc:sldMk cId="2367149008" sldId="486"/>
            <ac:cxnSpMk id="10" creationId="{4ECC5F2F-01B8-37C5-3452-23FBF6DE8140}"/>
          </ac:cxnSpMkLst>
        </pc:cxnChg>
      </pc:sldChg>
      <pc:sldChg chg="modSp add del mod">
        <pc:chgData name="Ricardo Rosenfeld" userId="29ed646a-75fb-4451-a67b-85738f90665c" providerId="ADAL" clId="{56FAFB6D-07E1-49C8-800A-4AFF6024927D}" dt="2026-04-18T10:06:31.350" v="1543" actId="47"/>
        <pc:sldMkLst>
          <pc:docMk/>
          <pc:sldMk cId="1964987106" sldId="487"/>
        </pc:sldMkLst>
        <pc:spChg chg="mod">
          <ac:chgData name="Ricardo Rosenfeld" userId="29ed646a-75fb-4451-a67b-85738f90665c" providerId="ADAL" clId="{56FAFB6D-07E1-49C8-800A-4AFF6024927D}" dt="2026-04-18T09:40:07.027" v="751" actId="1076"/>
          <ac:spMkLst>
            <pc:docMk/>
            <pc:sldMk cId="1964987106" sldId="487"/>
            <ac:spMk id="11" creationId="{87B65553-C1F3-B3AF-D8B4-38D046D7985D}"/>
          </ac:spMkLst>
        </pc:spChg>
      </pc:sldChg>
      <pc:sldChg chg="addSp modSp add mod modAnim">
        <pc:chgData name="Ricardo Rosenfeld" userId="29ed646a-75fb-4451-a67b-85738f90665c" providerId="ADAL" clId="{56FAFB6D-07E1-49C8-800A-4AFF6024927D}" dt="2026-04-18T12:20:34.506" v="2692" actId="20577"/>
        <pc:sldMkLst>
          <pc:docMk/>
          <pc:sldMk cId="650859418" sldId="488"/>
        </pc:sldMkLst>
        <pc:spChg chg="mod">
          <ac:chgData name="Ricardo Rosenfeld" userId="29ed646a-75fb-4451-a67b-85738f90665c" providerId="ADAL" clId="{56FAFB6D-07E1-49C8-800A-4AFF6024927D}" dt="2026-04-18T12:17:55.826" v="2678" actId="20577"/>
          <ac:spMkLst>
            <pc:docMk/>
            <pc:sldMk cId="650859418" sldId="488"/>
            <ac:spMk id="6" creationId="{A824FA59-4E33-E443-62FE-F306EA7D4F25}"/>
          </ac:spMkLst>
        </pc:spChg>
        <pc:spChg chg="add mod">
          <ac:chgData name="Ricardo Rosenfeld" userId="29ed646a-75fb-4451-a67b-85738f90665c" providerId="ADAL" clId="{56FAFB6D-07E1-49C8-800A-4AFF6024927D}" dt="2026-04-18T12:18:03.770" v="2679" actId="1076"/>
          <ac:spMkLst>
            <pc:docMk/>
            <pc:sldMk cId="650859418" sldId="488"/>
            <ac:spMk id="9" creationId="{E91C0FFA-955D-9659-6F1A-053429BCD8B4}"/>
          </ac:spMkLst>
        </pc:spChg>
        <pc:spChg chg="mod">
          <ac:chgData name="Ricardo Rosenfeld" userId="29ed646a-75fb-4451-a67b-85738f90665c" providerId="ADAL" clId="{56FAFB6D-07E1-49C8-800A-4AFF6024927D}" dt="2026-04-18T12:20:34.506" v="2692" actId="20577"/>
          <ac:spMkLst>
            <pc:docMk/>
            <pc:sldMk cId="650859418" sldId="488"/>
            <ac:spMk id="11" creationId="{4078F2C5-0191-C6D5-21C5-2B9D88C04664}"/>
          </ac:spMkLst>
        </pc:spChg>
        <pc:spChg chg="mod">
          <ac:chgData name="Ricardo Rosenfeld" userId="29ed646a-75fb-4451-a67b-85738f90665c" providerId="ADAL" clId="{56FAFB6D-07E1-49C8-800A-4AFF6024927D}" dt="2026-04-18T10:10:02.003" v="1699" actId="20577"/>
          <ac:spMkLst>
            <pc:docMk/>
            <pc:sldMk cId="650859418" sldId="488"/>
            <ac:spMk id="54" creationId="{395B3202-569F-C113-F57A-B43C122EAC24}"/>
          </ac:spMkLst>
        </pc:spChg>
        <pc:spChg chg="mod">
          <ac:chgData name="Ricardo Rosenfeld" userId="29ed646a-75fb-4451-a67b-85738f90665c" providerId="ADAL" clId="{56FAFB6D-07E1-49C8-800A-4AFF6024927D}" dt="2026-04-18T12:16:33.588" v="2637" actId="20577"/>
          <ac:spMkLst>
            <pc:docMk/>
            <pc:sldMk cId="650859418" sldId="488"/>
            <ac:spMk id="67" creationId="{A4427916-C175-E667-BFC6-F0AD9FDBE11B}"/>
          </ac:spMkLst>
        </pc:spChg>
        <pc:cxnChg chg="add mod">
          <ac:chgData name="Ricardo Rosenfeld" userId="29ed646a-75fb-4451-a67b-85738f90665c" providerId="ADAL" clId="{56FAFB6D-07E1-49C8-800A-4AFF6024927D}" dt="2026-04-18T12:12:30.093" v="2597" actId="1076"/>
          <ac:cxnSpMkLst>
            <pc:docMk/>
            <pc:sldMk cId="650859418" sldId="488"/>
            <ac:cxnSpMk id="3" creationId="{247A4407-AF9D-C928-CF7D-11C73D67D596}"/>
          </ac:cxnSpMkLst>
        </pc:cxnChg>
      </pc:sldChg>
      <pc:sldChg chg="add del">
        <pc:chgData name="Ricardo Rosenfeld" userId="29ed646a-75fb-4451-a67b-85738f90665c" providerId="ADAL" clId="{56FAFB6D-07E1-49C8-800A-4AFF6024927D}" dt="2026-04-18T13:22:07.438" v="3940" actId="47"/>
        <pc:sldMkLst>
          <pc:docMk/>
          <pc:sldMk cId="2496964381" sldId="489"/>
        </pc:sldMkLst>
      </pc:sldChg>
      <pc:sldChg chg="del">
        <pc:chgData name="Ricardo Rosenfeld" userId="29ed646a-75fb-4451-a67b-85738f90665c" providerId="ADAL" clId="{56FAFB6D-07E1-49C8-800A-4AFF6024927D}" dt="2026-04-18T09:16:58.154" v="483" actId="47"/>
        <pc:sldMkLst>
          <pc:docMk/>
          <pc:sldMk cId="3129303644" sldId="490"/>
        </pc:sldMkLst>
      </pc:sldChg>
      <pc:sldChg chg="add del">
        <pc:chgData name="Ricardo Rosenfeld" userId="29ed646a-75fb-4451-a67b-85738f90665c" providerId="ADAL" clId="{56FAFB6D-07E1-49C8-800A-4AFF6024927D}" dt="2026-04-18T12:58:44.690" v="3227" actId="47"/>
        <pc:sldMkLst>
          <pc:docMk/>
          <pc:sldMk cId="581330316" sldId="491"/>
        </pc:sldMkLst>
      </pc:sldChg>
      <pc:sldChg chg="addSp modSp mod modAnim">
        <pc:chgData name="Ricardo Rosenfeld" userId="29ed646a-75fb-4451-a67b-85738f90665c" providerId="ADAL" clId="{56FAFB6D-07E1-49C8-800A-4AFF6024927D}" dt="2026-04-18T12:31:00.960" v="2845"/>
        <pc:sldMkLst>
          <pc:docMk/>
          <pc:sldMk cId="947459724" sldId="492"/>
        </pc:sldMkLst>
        <pc:spChg chg="add mod">
          <ac:chgData name="Ricardo Rosenfeld" userId="29ed646a-75fb-4451-a67b-85738f90665c" providerId="ADAL" clId="{56FAFB6D-07E1-49C8-800A-4AFF6024927D}" dt="2026-04-18T12:29:24.606" v="2835" actId="1076"/>
          <ac:spMkLst>
            <pc:docMk/>
            <pc:sldMk cId="947459724" sldId="492"/>
            <ac:spMk id="19" creationId="{30CECBAD-3FE0-AD0F-DC13-BAB2D6EB67C4}"/>
          </ac:spMkLst>
        </pc:spChg>
        <pc:spChg chg="mod">
          <ac:chgData name="Ricardo Rosenfeld" userId="29ed646a-75fb-4451-a67b-85738f90665c" providerId="ADAL" clId="{56FAFB6D-07E1-49C8-800A-4AFF6024927D}" dt="2026-04-18T12:29:19.390" v="2834" actId="20577"/>
          <ac:spMkLst>
            <pc:docMk/>
            <pc:sldMk cId="947459724" sldId="492"/>
            <ac:spMk id="20" creationId="{C4F8E59B-11D3-410E-ACB8-4411D6F0278B}"/>
          </ac:spMkLst>
        </pc:spChg>
      </pc:sldChg>
      <pc:sldChg chg="del">
        <pc:chgData name="Ricardo Rosenfeld" userId="29ed646a-75fb-4451-a67b-85738f90665c" providerId="ADAL" clId="{56FAFB6D-07E1-49C8-800A-4AFF6024927D}" dt="2026-04-18T09:17:03.222" v="488" actId="47"/>
        <pc:sldMkLst>
          <pc:docMk/>
          <pc:sldMk cId="779437946" sldId="493"/>
        </pc:sldMkLst>
      </pc:sldChg>
      <pc:sldChg chg="del">
        <pc:chgData name="Ricardo Rosenfeld" userId="29ed646a-75fb-4451-a67b-85738f90665c" providerId="ADAL" clId="{56FAFB6D-07E1-49C8-800A-4AFF6024927D}" dt="2026-04-18T09:17:04.129" v="489" actId="47"/>
        <pc:sldMkLst>
          <pc:docMk/>
          <pc:sldMk cId="1482032200" sldId="494"/>
        </pc:sldMkLst>
      </pc:sldChg>
      <pc:sldChg chg="del">
        <pc:chgData name="Ricardo Rosenfeld" userId="29ed646a-75fb-4451-a67b-85738f90665c" providerId="ADAL" clId="{56FAFB6D-07E1-49C8-800A-4AFF6024927D}" dt="2026-04-18T12:58:21.998" v="3224" actId="47"/>
        <pc:sldMkLst>
          <pc:docMk/>
          <pc:sldMk cId="3646467766" sldId="495"/>
        </pc:sldMkLst>
      </pc:sldChg>
      <pc:sldChg chg="del">
        <pc:chgData name="Ricardo Rosenfeld" userId="29ed646a-75fb-4451-a67b-85738f90665c" providerId="ADAL" clId="{56FAFB6D-07E1-49C8-800A-4AFF6024927D}" dt="2026-04-18T09:17:00.153" v="485" actId="47"/>
        <pc:sldMkLst>
          <pc:docMk/>
          <pc:sldMk cId="4139920346" sldId="496"/>
        </pc:sldMkLst>
      </pc:sldChg>
      <pc:sldChg chg="del">
        <pc:chgData name="Ricardo Rosenfeld" userId="29ed646a-75fb-4451-a67b-85738f90665c" providerId="ADAL" clId="{56FAFB6D-07E1-49C8-800A-4AFF6024927D}" dt="2026-04-18T09:17:01.312" v="486" actId="47"/>
        <pc:sldMkLst>
          <pc:docMk/>
          <pc:sldMk cId="2841088836" sldId="497"/>
        </pc:sldMkLst>
      </pc:sldChg>
      <pc:sldChg chg="del">
        <pc:chgData name="Ricardo Rosenfeld" userId="29ed646a-75fb-4451-a67b-85738f90665c" providerId="ADAL" clId="{56FAFB6D-07E1-49C8-800A-4AFF6024927D}" dt="2026-04-18T12:58:17.569" v="3222" actId="47"/>
        <pc:sldMkLst>
          <pc:docMk/>
          <pc:sldMk cId="3528374655" sldId="504"/>
        </pc:sldMkLst>
      </pc:sldChg>
      <pc:sldChg chg="del">
        <pc:chgData name="Ricardo Rosenfeld" userId="29ed646a-75fb-4451-a67b-85738f90665c" providerId="ADAL" clId="{56FAFB6D-07E1-49C8-800A-4AFF6024927D}" dt="2026-04-18T12:58:19.096" v="3223" actId="47"/>
        <pc:sldMkLst>
          <pc:docMk/>
          <pc:sldMk cId="1792458661" sldId="505"/>
        </pc:sldMkLst>
      </pc:sldChg>
      <pc:sldChg chg="add del setBg">
        <pc:chgData name="Ricardo Rosenfeld" userId="29ed646a-75fb-4451-a67b-85738f90665c" providerId="ADAL" clId="{56FAFB6D-07E1-49C8-800A-4AFF6024927D}" dt="2026-04-18T09:17:06.536" v="491" actId="47"/>
        <pc:sldMkLst>
          <pc:docMk/>
          <pc:sldMk cId="3737229008" sldId="511"/>
        </pc:sldMkLst>
      </pc:sldChg>
      <pc:sldChg chg="add del">
        <pc:chgData name="Ricardo Rosenfeld" userId="29ed646a-75fb-4451-a67b-85738f90665c" providerId="ADAL" clId="{56FAFB6D-07E1-49C8-800A-4AFF6024927D}" dt="2026-04-18T09:35:57.827" v="632" actId="47"/>
        <pc:sldMkLst>
          <pc:docMk/>
          <pc:sldMk cId="3802911773" sldId="512"/>
        </pc:sldMkLst>
      </pc:sldChg>
      <pc:sldChg chg="add del">
        <pc:chgData name="Ricardo Rosenfeld" userId="29ed646a-75fb-4451-a67b-85738f90665c" providerId="ADAL" clId="{56FAFB6D-07E1-49C8-800A-4AFF6024927D}" dt="2026-04-18T13:45:57.567" v="4119" actId="47"/>
        <pc:sldMkLst>
          <pc:docMk/>
          <pc:sldMk cId="1259844428" sldId="513"/>
        </pc:sldMkLst>
      </pc:sldChg>
      <pc:sldChg chg="add del">
        <pc:chgData name="Ricardo Rosenfeld" userId="29ed646a-75fb-4451-a67b-85738f90665c" providerId="ADAL" clId="{56FAFB6D-07E1-49C8-800A-4AFF6024927D}" dt="2026-04-18T13:46:01.399" v="4122" actId="47"/>
        <pc:sldMkLst>
          <pc:docMk/>
          <pc:sldMk cId="554556394" sldId="514"/>
        </pc:sldMkLst>
      </pc:sldChg>
      <pc:sldChg chg="add del">
        <pc:chgData name="Ricardo Rosenfeld" userId="29ed646a-75fb-4451-a67b-85738f90665c" providerId="ADAL" clId="{56FAFB6D-07E1-49C8-800A-4AFF6024927D}" dt="2026-04-18T12:58:43.762" v="3226" actId="47"/>
        <pc:sldMkLst>
          <pc:docMk/>
          <pc:sldMk cId="2163589044" sldId="515"/>
        </pc:sldMkLst>
      </pc:sldChg>
      <pc:sldChg chg="add del">
        <pc:chgData name="Ricardo Rosenfeld" userId="29ed646a-75fb-4451-a67b-85738f90665c" providerId="ADAL" clId="{56FAFB6D-07E1-49C8-800A-4AFF6024927D}" dt="2026-04-18T12:59:15.884" v="3230" actId="47"/>
        <pc:sldMkLst>
          <pc:docMk/>
          <pc:sldMk cId="1861498460" sldId="516"/>
        </pc:sldMkLst>
      </pc:sldChg>
      <pc:sldChg chg="add del">
        <pc:chgData name="Ricardo Rosenfeld" userId="29ed646a-75fb-4451-a67b-85738f90665c" providerId="ADAL" clId="{56FAFB6D-07E1-49C8-800A-4AFF6024927D}" dt="2026-04-18T12:58:37.518" v="3225" actId="47"/>
        <pc:sldMkLst>
          <pc:docMk/>
          <pc:sldMk cId="3431028573" sldId="517"/>
        </pc:sldMkLst>
      </pc:sldChg>
      <pc:sldChg chg="add ord">
        <pc:chgData name="Ricardo Rosenfeld" userId="29ed646a-75fb-4451-a67b-85738f90665c" providerId="ADAL" clId="{56FAFB6D-07E1-49C8-800A-4AFF6024927D}" dt="2026-04-18T13:32:18.593" v="4065"/>
        <pc:sldMkLst>
          <pc:docMk/>
          <pc:sldMk cId="1113633574" sldId="518"/>
        </pc:sldMkLst>
      </pc:sldChg>
      <pc:sldChg chg="modSp add mod setBg">
        <pc:chgData name="Ricardo Rosenfeld" userId="29ed646a-75fb-4451-a67b-85738f90665c" providerId="ADAL" clId="{56FAFB6D-07E1-49C8-800A-4AFF6024927D}" dt="2026-04-18T12:02:27.362" v="2455" actId="20577"/>
        <pc:sldMkLst>
          <pc:docMk/>
          <pc:sldMk cId="2969917677" sldId="519"/>
        </pc:sldMkLst>
        <pc:spChg chg="mod">
          <ac:chgData name="Ricardo Rosenfeld" userId="29ed646a-75fb-4451-a67b-85738f90665c" providerId="ADAL" clId="{56FAFB6D-07E1-49C8-800A-4AFF6024927D}" dt="2026-04-18T12:02:27.362" v="2455" actId="20577"/>
          <ac:spMkLst>
            <pc:docMk/>
            <pc:sldMk cId="2969917677" sldId="519"/>
            <ac:spMk id="60" creationId="{CB43F837-3264-6475-A02F-0033502A5B0D}"/>
          </ac:spMkLst>
        </pc:spChg>
      </pc:sldChg>
      <pc:sldChg chg="addSp delSp modSp add mod delAnim modAnim">
        <pc:chgData name="Ricardo Rosenfeld" userId="29ed646a-75fb-4451-a67b-85738f90665c" providerId="ADAL" clId="{56FAFB6D-07E1-49C8-800A-4AFF6024927D}" dt="2026-04-18T10:51:25.870" v="2350" actId="1035"/>
        <pc:sldMkLst>
          <pc:docMk/>
          <pc:sldMk cId="2558087251" sldId="520"/>
        </pc:sldMkLst>
        <pc:spChg chg="del">
          <ac:chgData name="Ricardo Rosenfeld" userId="29ed646a-75fb-4451-a67b-85738f90665c" providerId="ADAL" clId="{56FAFB6D-07E1-49C8-800A-4AFF6024927D}" dt="2026-04-18T10:39:10.376" v="2100" actId="478"/>
          <ac:spMkLst>
            <pc:docMk/>
            <pc:sldMk cId="2558087251" sldId="520"/>
            <ac:spMk id="2" creationId="{65608541-4EF7-33B5-8CA7-7B7378990250}"/>
          </ac:spMkLst>
        </pc:spChg>
        <pc:spChg chg="del">
          <ac:chgData name="Ricardo Rosenfeld" userId="29ed646a-75fb-4451-a67b-85738f90665c" providerId="ADAL" clId="{56FAFB6D-07E1-49C8-800A-4AFF6024927D}" dt="2026-04-18T10:39:10.376" v="2100" actId="478"/>
          <ac:spMkLst>
            <pc:docMk/>
            <pc:sldMk cId="2558087251" sldId="520"/>
            <ac:spMk id="3" creationId="{068AB567-C7E1-BC06-4989-F0FA9E215FC4}"/>
          </ac:spMkLst>
        </pc:spChg>
        <pc:spChg chg="del">
          <ac:chgData name="Ricardo Rosenfeld" userId="29ed646a-75fb-4451-a67b-85738f90665c" providerId="ADAL" clId="{56FAFB6D-07E1-49C8-800A-4AFF6024927D}" dt="2026-04-18T10:39:10.376" v="2100" actId="478"/>
          <ac:spMkLst>
            <pc:docMk/>
            <pc:sldMk cId="2558087251" sldId="520"/>
            <ac:spMk id="4" creationId="{63D6EB9C-9F83-1957-87C8-59D3EEEFDF36}"/>
          </ac:spMkLst>
        </pc:spChg>
        <pc:spChg chg="del">
          <ac:chgData name="Ricardo Rosenfeld" userId="29ed646a-75fb-4451-a67b-85738f90665c" providerId="ADAL" clId="{56FAFB6D-07E1-49C8-800A-4AFF6024927D}" dt="2026-04-18T10:39:10.376" v="2100" actId="478"/>
          <ac:spMkLst>
            <pc:docMk/>
            <pc:sldMk cId="2558087251" sldId="520"/>
            <ac:spMk id="8" creationId="{7515F879-D42B-5B9C-4FE1-CEAFF1AB8774}"/>
          </ac:spMkLst>
        </pc:spChg>
        <pc:spChg chg="del">
          <ac:chgData name="Ricardo Rosenfeld" userId="29ed646a-75fb-4451-a67b-85738f90665c" providerId="ADAL" clId="{56FAFB6D-07E1-49C8-800A-4AFF6024927D}" dt="2026-04-18T10:39:10.376" v="2100" actId="478"/>
          <ac:spMkLst>
            <pc:docMk/>
            <pc:sldMk cId="2558087251" sldId="520"/>
            <ac:spMk id="9" creationId="{11C0C123-444E-64DF-6160-D97468F74E06}"/>
          </ac:spMkLst>
        </pc:spChg>
        <pc:spChg chg="mod">
          <ac:chgData name="Ricardo Rosenfeld" userId="29ed646a-75fb-4451-a67b-85738f90665c" providerId="ADAL" clId="{56FAFB6D-07E1-49C8-800A-4AFF6024927D}" dt="2026-04-18T10:39:39.828" v="2160" actId="20577"/>
          <ac:spMkLst>
            <pc:docMk/>
            <pc:sldMk cId="2558087251" sldId="520"/>
            <ac:spMk id="11" creationId="{60BD4720-1073-7BBB-156B-2385544DCEAF}"/>
          </ac:spMkLst>
        </pc:spChg>
        <pc:spChg chg="del">
          <ac:chgData name="Ricardo Rosenfeld" userId="29ed646a-75fb-4451-a67b-85738f90665c" providerId="ADAL" clId="{56FAFB6D-07E1-49C8-800A-4AFF6024927D}" dt="2026-04-18T10:39:10.376" v="2100" actId="478"/>
          <ac:spMkLst>
            <pc:docMk/>
            <pc:sldMk cId="2558087251" sldId="520"/>
            <ac:spMk id="12" creationId="{19BA899D-4ABD-C0E9-C62C-3D441EECC5B4}"/>
          </ac:spMkLst>
        </pc:spChg>
        <pc:spChg chg="del">
          <ac:chgData name="Ricardo Rosenfeld" userId="29ed646a-75fb-4451-a67b-85738f90665c" providerId="ADAL" clId="{56FAFB6D-07E1-49C8-800A-4AFF6024927D}" dt="2026-04-18T10:39:07.841" v="2099" actId="478"/>
          <ac:spMkLst>
            <pc:docMk/>
            <pc:sldMk cId="2558087251" sldId="520"/>
            <ac:spMk id="13" creationId="{BF362152-FA04-02AD-88C0-1A643F724058}"/>
          </ac:spMkLst>
        </pc:spChg>
        <pc:spChg chg="mod">
          <ac:chgData name="Ricardo Rosenfeld" userId="29ed646a-75fb-4451-a67b-85738f90665c" providerId="ADAL" clId="{56FAFB6D-07E1-49C8-800A-4AFF6024927D}" dt="2026-04-18T10:41:24.368" v="2187" actId="1076"/>
          <ac:spMkLst>
            <pc:docMk/>
            <pc:sldMk cId="2558087251" sldId="520"/>
            <ac:spMk id="16" creationId="{E56F29F6-EDE2-398D-23CB-BDE854F8DAAC}"/>
          </ac:spMkLst>
        </pc:spChg>
        <pc:spChg chg="mod">
          <ac:chgData name="Ricardo Rosenfeld" userId="29ed646a-75fb-4451-a67b-85738f90665c" providerId="ADAL" clId="{56FAFB6D-07E1-49C8-800A-4AFF6024927D}" dt="2026-04-18T10:45:14.166" v="2231" actId="1076"/>
          <ac:spMkLst>
            <pc:docMk/>
            <pc:sldMk cId="2558087251" sldId="520"/>
            <ac:spMk id="17" creationId="{87E33964-9611-2C2A-91F2-8A6F537F9C0C}"/>
          </ac:spMkLst>
        </pc:spChg>
        <pc:spChg chg="mod">
          <ac:chgData name="Ricardo Rosenfeld" userId="29ed646a-75fb-4451-a67b-85738f90665c" providerId="ADAL" clId="{56FAFB6D-07E1-49C8-800A-4AFF6024927D}" dt="2026-04-18T10:45:14.166" v="2231" actId="1076"/>
          <ac:spMkLst>
            <pc:docMk/>
            <pc:sldMk cId="2558087251" sldId="520"/>
            <ac:spMk id="18" creationId="{97F42AF6-6F8C-1F69-59C7-A80ECDEA29F5}"/>
          </ac:spMkLst>
        </pc:spChg>
        <pc:spChg chg="mod">
          <ac:chgData name="Ricardo Rosenfeld" userId="29ed646a-75fb-4451-a67b-85738f90665c" providerId="ADAL" clId="{56FAFB6D-07E1-49C8-800A-4AFF6024927D}" dt="2026-04-18T10:40:59.557" v="2186" actId="1076"/>
          <ac:spMkLst>
            <pc:docMk/>
            <pc:sldMk cId="2558087251" sldId="520"/>
            <ac:spMk id="19" creationId="{29592FA7-E916-8BD1-43D3-5968BFD68A98}"/>
          </ac:spMkLst>
        </pc:spChg>
        <pc:spChg chg="del">
          <ac:chgData name="Ricardo Rosenfeld" userId="29ed646a-75fb-4451-a67b-85738f90665c" providerId="ADAL" clId="{56FAFB6D-07E1-49C8-800A-4AFF6024927D}" dt="2026-04-18T10:40:48.427" v="2183" actId="478"/>
          <ac:spMkLst>
            <pc:docMk/>
            <pc:sldMk cId="2558087251" sldId="520"/>
            <ac:spMk id="20" creationId="{0920D50A-3195-6501-544A-02D100A48EEB}"/>
          </ac:spMkLst>
        </pc:spChg>
        <pc:spChg chg="mod">
          <ac:chgData name="Ricardo Rosenfeld" userId="29ed646a-75fb-4451-a67b-85738f90665c" providerId="ADAL" clId="{56FAFB6D-07E1-49C8-800A-4AFF6024927D}" dt="2026-04-18T10:45:14.166" v="2231" actId="1076"/>
          <ac:spMkLst>
            <pc:docMk/>
            <pc:sldMk cId="2558087251" sldId="520"/>
            <ac:spMk id="21" creationId="{9A71AA14-F6DF-8296-0D30-AD0E944763B9}"/>
          </ac:spMkLst>
        </pc:spChg>
        <pc:spChg chg="mod">
          <ac:chgData name="Ricardo Rosenfeld" userId="29ed646a-75fb-4451-a67b-85738f90665c" providerId="ADAL" clId="{56FAFB6D-07E1-49C8-800A-4AFF6024927D}" dt="2026-04-18T10:45:14.166" v="2231" actId="1076"/>
          <ac:spMkLst>
            <pc:docMk/>
            <pc:sldMk cId="2558087251" sldId="520"/>
            <ac:spMk id="22" creationId="{ACAB93E6-74D1-CC45-3FD0-0655EB3D850F}"/>
          </ac:spMkLst>
        </pc:spChg>
        <pc:spChg chg="mod">
          <ac:chgData name="Ricardo Rosenfeld" userId="29ed646a-75fb-4451-a67b-85738f90665c" providerId="ADAL" clId="{56FAFB6D-07E1-49C8-800A-4AFF6024927D}" dt="2026-04-18T10:45:14.166" v="2231" actId="1076"/>
          <ac:spMkLst>
            <pc:docMk/>
            <pc:sldMk cId="2558087251" sldId="520"/>
            <ac:spMk id="24" creationId="{0442BCEA-714F-1D02-F6E3-FE3EC8EFC0A3}"/>
          </ac:spMkLst>
        </pc:spChg>
        <pc:spChg chg="mod">
          <ac:chgData name="Ricardo Rosenfeld" userId="29ed646a-75fb-4451-a67b-85738f90665c" providerId="ADAL" clId="{56FAFB6D-07E1-49C8-800A-4AFF6024927D}" dt="2026-04-18T10:45:14.166" v="2231" actId="1076"/>
          <ac:spMkLst>
            <pc:docMk/>
            <pc:sldMk cId="2558087251" sldId="520"/>
            <ac:spMk id="25" creationId="{B89AB1B5-37F4-E5D8-791B-608754F358C1}"/>
          </ac:spMkLst>
        </pc:spChg>
        <pc:spChg chg="mod">
          <ac:chgData name="Ricardo Rosenfeld" userId="29ed646a-75fb-4451-a67b-85738f90665c" providerId="ADAL" clId="{56FAFB6D-07E1-49C8-800A-4AFF6024927D}" dt="2026-04-18T10:45:14.166" v="2231" actId="1076"/>
          <ac:spMkLst>
            <pc:docMk/>
            <pc:sldMk cId="2558087251" sldId="520"/>
            <ac:spMk id="26" creationId="{50DBEEC0-B521-A5B4-39EE-9E324ADB57AC}"/>
          </ac:spMkLst>
        </pc:spChg>
        <pc:spChg chg="del">
          <ac:chgData name="Ricardo Rosenfeld" userId="29ed646a-75fb-4451-a67b-85738f90665c" providerId="ADAL" clId="{56FAFB6D-07E1-49C8-800A-4AFF6024927D}" dt="2026-04-18T10:40:50.467" v="2184" actId="478"/>
          <ac:spMkLst>
            <pc:docMk/>
            <pc:sldMk cId="2558087251" sldId="520"/>
            <ac:spMk id="27" creationId="{45868284-D66F-B12D-49D5-D4143010FB3F}"/>
          </ac:spMkLst>
        </pc:spChg>
        <pc:spChg chg="mod">
          <ac:chgData name="Ricardo Rosenfeld" userId="29ed646a-75fb-4451-a67b-85738f90665c" providerId="ADAL" clId="{56FAFB6D-07E1-49C8-800A-4AFF6024927D}" dt="2026-04-18T10:45:14.166" v="2231" actId="1076"/>
          <ac:spMkLst>
            <pc:docMk/>
            <pc:sldMk cId="2558087251" sldId="520"/>
            <ac:spMk id="28" creationId="{D5B4D1F3-500B-A3F2-CEC2-535CACBEC4D7}"/>
          </ac:spMkLst>
        </pc:spChg>
        <pc:spChg chg="mod">
          <ac:chgData name="Ricardo Rosenfeld" userId="29ed646a-75fb-4451-a67b-85738f90665c" providerId="ADAL" clId="{56FAFB6D-07E1-49C8-800A-4AFF6024927D}" dt="2026-04-18T10:45:14.166" v="2231" actId="1076"/>
          <ac:spMkLst>
            <pc:docMk/>
            <pc:sldMk cId="2558087251" sldId="520"/>
            <ac:spMk id="30" creationId="{0B38EFE7-AA04-95CA-18B4-85458001FC65}"/>
          </ac:spMkLst>
        </pc:spChg>
        <pc:spChg chg="mod">
          <ac:chgData name="Ricardo Rosenfeld" userId="29ed646a-75fb-4451-a67b-85738f90665c" providerId="ADAL" clId="{56FAFB6D-07E1-49C8-800A-4AFF6024927D}" dt="2026-04-18T10:45:14.166" v="2231" actId="1076"/>
          <ac:spMkLst>
            <pc:docMk/>
            <pc:sldMk cId="2558087251" sldId="520"/>
            <ac:spMk id="31" creationId="{7A8DA4AC-F3D1-B3EE-D048-4FA4606FCAA7}"/>
          </ac:spMkLst>
        </pc:spChg>
        <pc:spChg chg="del">
          <ac:chgData name="Ricardo Rosenfeld" userId="29ed646a-75fb-4451-a67b-85738f90665c" providerId="ADAL" clId="{56FAFB6D-07E1-49C8-800A-4AFF6024927D}" dt="2026-04-18T10:39:49.577" v="2162" actId="478"/>
          <ac:spMkLst>
            <pc:docMk/>
            <pc:sldMk cId="2558087251" sldId="520"/>
            <ac:spMk id="32" creationId="{2C865809-8188-47CF-72FC-C20E0AFC5B27}"/>
          </ac:spMkLst>
        </pc:spChg>
        <pc:spChg chg="add del mod">
          <ac:chgData name="Ricardo Rosenfeld" userId="29ed646a-75fb-4451-a67b-85738f90665c" providerId="ADAL" clId="{56FAFB6D-07E1-49C8-800A-4AFF6024927D}" dt="2026-04-18T10:46:56.007" v="2296" actId="478"/>
          <ac:spMkLst>
            <pc:docMk/>
            <pc:sldMk cId="2558087251" sldId="520"/>
            <ac:spMk id="33" creationId="{51429E4E-4E79-22BA-DA89-1EC9FE05B686}"/>
          </ac:spMkLst>
        </pc:spChg>
        <pc:spChg chg="del">
          <ac:chgData name="Ricardo Rosenfeld" userId="29ed646a-75fb-4451-a67b-85738f90665c" providerId="ADAL" clId="{56FAFB6D-07E1-49C8-800A-4AFF6024927D}" dt="2026-04-18T10:39:47.698" v="2161" actId="478"/>
          <ac:spMkLst>
            <pc:docMk/>
            <pc:sldMk cId="2558087251" sldId="520"/>
            <ac:spMk id="34" creationId="{608048E7-5CC4-198E-6E37-6D48904F2093}"/>
          </ac:spMkLst>
        </pc:spChg>
        <pc:spChg chg="del mod">
          <ac:chgData name="Ricardo Rosenfeld" userId="29ed646a-75fb-4451-a67b-85738f90665c" providerId="ADAL" clId="{56FAFB6D-07E1-49C8-800A-4AFF6024927D}" dt="2026-04-18T10:40:46.428" v="2182" actId="478"/>
          <ac:spMkLst>
            <pc:docMk/>
            <pc:sldMk cId="2558087251" sldId="520"/>
            <ac:spMk id="36" creationId="{28EAF1E9-627F-5BC0-2C73-55B2CC7D7DCB}"/>
          </ac:spMkLst>
        </pc:spChg>
        <pc:spChg chg="del mod">
          <ac:chgData name="Ricardo Rosenfeld" userId="29ed646a-75fb-4451-a67b-85738f90665c" providerId="ADAL" clId="{56FAFB6D-07E1-49C8-800A-4AFF6024927D}" dt="2026-04-18T10:40:52.619" v="2185" actId="478"/>
          <ac:spMkLst>
            <pc:docMk/>
            <pc:sldMk cId="2558087251" sldId="520"/>
            <ac:spMk id="37" creationId="{0E5A4A3C-CF71-5F49-3453-AAA96FD95C0E}"/>
          </ac:spMkLst>
        </pc:spChg>
        <pc:spChg chg="del mod">
          <ac:chgData name="Ricardo Rosenfeld" userId="29ed646a-75fb-4451-a67b-85738f90665c" providerId="ADAL" clId="{56FAFB6D-07E1-49C8-800A-4AFF6024927D}" dt="2026-04-18T10:40:40.164" v="2178" actId="478"/>
          <ac:spMkLst>
            <pc:docMk/>
            <pc:sldMk cId="2558087251" sldId="520"/>
            <ac:spMk id="38" creationId="{E12C12DE-C662-2A29-2FCE-56752183BD82}"/>
          </ac:spMkLst>
        </pc:spChg>
        <pc:spChg chg="del mod">
          <ac:chgData name="Ricardo Rosenfeld" userId="29ed646a-75fb-4451-a67b-85738f90665c" providerId="ADAL" clId="{56FAFB6D-07E1-49C8-800A-4AFF6024927D}" dt="2026-04-18T10:40:42.297" v="2179" actId="478"/>
          <ac:spMkLst>
            <pc:docMk/>
            <pc:sldMk cId="2558087251" sldId="520"/>
            <ac:spMk id="39" creationId="{840F93CA-57F9-A155-97BD-F97EC2B79221}"/>
          </ac:spMkLst>
        </pc:spChg>
        <pc:spChg chg="del mod">
          <ac:chgData name="Ricardo Rosenfeld" userId="29ed646a-75fb-4451-a67b-85738f90665c" providerId="ADAL" clId="{56FAFB6D-07E1-49C8-800A-4AFF6024927D}" dt="2026-04-18T10:40:44.157" v="2181" actId="478"/>
          <ac:spMkLst>
            <pc:docMk/>
            <pc:sldMk cId="2558087251" sldId="520"/>
            <ac:spMk id="40" creationId="{729792E1-AE9A-A8F8-810F-44FAB6E0A8DC}"/>
          </ac:spMkLst>
        </pc:spChg>
        <pc:spChg chg="add del mod">
          <ac:chgData name="Ricardo Rosenfeld" userId="29ed646a-75fb-4451-a67b-85738f90665c" providerId="ADAL" clId="{56FAFB6D-07E1-49C8-800A-4AFF6024927D}" dt="2026-04-18T10:44:47.060" v="2228" actId="478"/>
          <ac:spMkLst>
            <pc:docMk/>
            <pc:sldMk cId="2558087251" sldId="520"/>
            <ac:spMk id="41" creationId="{0E31F1C9-0978-FE70-432C-8CE1C0686467}"/>
          </ac:spMkLst>
        </pc:spChg>
        <pc:spChg chg="add mod">
          <ac:chgData name="Ricardo Rosenfeld" userId="29ed646a-75fb-4451-a67b-85738f90665c" providerId="ADAL" clId="{56FAFB6D-07E1-49C8-800A-4AFF6024927D}" dt="2026-04-18T10:51:25.870" v="2350" actId="1035"/>
          <ac:spMkLst>
            <pc:docMk/>
            <pc:sldMk cId="2558087251" sldId="520"/>
            <ac:spMk id="42" creationId="{04AC9855-CF4D-752C-3305-60370A998706}"/>
          </ac:spMkLst>
        </pc:spChg>
        <pc:cxnChg chg="del">
          <ac:chgData name="Ricardo Rosenfeld" userId="29ed646a-75fb-4451-a67b-85738f90665c" providerId="ADAL" clId="{56FAFB6D-07E1-49C8-800A-4AFF6024927D}" dt="2026-04-18T10:39:10.376" v="2100" actId="478"/>
          <ac:cxnSpMkLst>
            <pc:docMk/>
            <pc:sldMk cId="2558087251" sldId="520"/>
            <ac:cxnSpMk id="5" creationId="{A3EEA4D4-3735-79FE-4FB1-E0564B6C8BE1}"/>
          </ac:cxnSpMkLst>
        </pc:cxnChg>
        <pc:cxnChg chg="del">
          <ac:chgData name="Ricardo Rosenfeld" userId="29ed646a-75fb-4451-a67b-85738f90665c" providerId="ADAL" clId="{56FAFB6D-07E1-49C8-800A-4AFF6024927D}" dt="2026-04-18T10:39:10.376" v="2100" actId="478"/>
          <ac:cxnSpMkLst>
            <pc:docMk/>
            <pc:sldMk cId="2558087251" sldId="520"/>
            <ac:cxnSpMk id="6" creationId="{BA0CA954-B6D7-B970-9263-D1B146EC2C5A}"/>
          </ac:cxnSpMkLst>
        </pc:cxnChg>
        <pc:cxnChg chg="del">
          <ac:chgData name="Ricardo Rosenfeld" userId="29ed646a-75fb-4451-a67b-85738f90665c" providerId="ADAL" clId="{56FAFB6D-07E1-49C8-800A-4AFF6024927D}" dt="2026-04-18T10:39:10.376" v="2100" actId="478"/>
          <ac:cxnSpMkLst>
            <pc:docMk/>
            <pc:sldMk cId="2558087251" sldId="520"/>
            <ac:cxnSpMk id="7" creationId="{16C43826-A9D3-3572-206D-E604FD2C3D6B}"/>
          </ac:cxnSpMkLst>
        </pc:cxnChg>
        <pc:cxnChg chg="del">
          <ac:chgData name="Ricardo Rosenfeld" userId="29ed646a-75fb-4451-a67b-85738f90665c" providerId="ADAL" clId="{56FAFB6D-07E1-49C8-800A-4AFF6024927D}" dt="2026-04-18T10:39:10.376" v="2100" actId="478"/>
          <ac:cxnSpMkLst>
            <pc:docMk/>
            <pc:sldMk cId="2558087251" sldId="520"/>
            <ac:cxnSpMk id="10" creationId="{EE52158B-C79E-C3F8-2BB2-135A168D7924}"/>
          </ac:cxnSpMkLst>
        </pc:cxnChg>
      </pc:sldChg>
      <pc:sldChg chg="modSp add mod setBg">
        <pc:chgData name="Ricardo Rosenfeld" userId="29ed646a-75fb-4451-a67b-85738f90665c" providerId="ADAL" clId="{56FAFB6D-07E1-49C8-800A-4AFF6024927D}" dt="2026-04-18T12:23:23.681" v="2696" actId="20577"/>
        <pc:sldMkLst>
          <pc:docMk/>
          <pc:sldMk cId="92314133" sldId="521"/>
        </pc:sldMkLst>
        <pc:spChg chg="mod">
          <ac:chgData name="Ricardo Rosenfeld" userId="29ed646a-75fb-4451-a67b-85738f90665c" providerId="ADAL" clId="{56FAFB6D-07E1-49C8-800A-4AFF6024927D}" dt="2026-04-18T12:23:23.681" v="2696" actId="20577"/>
          <ac:spMkLst>
            <pc:docMk/>
            <pc:sldMk cId="92314133" sldId="521"/>
            <ac:spMk id="60" creationId="{35A88724-3518-8815-9144-4759F14D608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2C0A43-6D99-469E-A2A4-986F5A96B2D7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435F7-D700-49C2-9B70-E2E5ADB6D1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0643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95859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03788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72266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388631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188644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3849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F9581-5149-A5B5-05C0-881056847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18F9A0B-ED32-2F1D-6FA9-CDE2CDF18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2632372-47C7-F3B4-CA66-DC23F03C8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7CD37A-BF14-0684-747B-7377F8BC8B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17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3307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CDFD8-3B47-47B7-9D98-9CB28ED503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351C29-88F1-404A-88B5-AAFB933E7A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BC8192-3085-40EC-A245-5C222F32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50C20B-B4AC-430A-8313-A3F7BDC0A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EC49BD-1E18-4D92-9D24-7398DB0B1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0679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3A5222-7243-4A2A-81E0-EFD4A97B0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3C6E81-EB0F-46DA-9E5A-667EA14DB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4B5F33-4F19-4979-8255-DD785CEE8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CF551B-D411-43D5-91E0-D1144B10A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56BA24-B1EE-4DB2-AAFD-AD6642DD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414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13B8AA-8824-42FA-95BA-B9BAD6FE2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287F06-1F1F-4003-BCAA-C7B601E3F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B5B110-FFCF-43EE-8AF6-DE5B2842C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FA215F-73F9-4C6E-B7EC-68488086B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422D6C-A7D6-41A9-B84A-4E190D856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3554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FB367-926C-43A9-9CEC-6BFEFCAE5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F9C402-E080-471C-8FDA-676B5D640B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815C77-D3F1-4F59-98FC-1C12D5B4B5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8C8DE3-9740-42F7-A75D-5AD791510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716250-9E7E-4B4A-AE00-7A405C6DA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3BA5F8-1996-419B-A547-BE167DD43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5427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D8EFD3-DE5B-46CC-9A55-EF83087CB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F83A4CA-2CD6-4D12-8680-E55BE1714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C9E483-322E-42AA-BEE2-AD348AC5B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AF3C280-1532-430A-A567-C1C468DBBA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A4D677A-924C-4D3E-B367-07331BECAB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A6C1839-3F71-4941-BB2A-B44CB6C3E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D48C015-22B0-416F-BEC7-42EFB85FF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1FEA894-61ED-4AAB-83DF-19C01EE84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2876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02AE01-3088-4313-9007-6B1AADB4A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F8D9A49-CAAC-4CB1-ACA6-6F6062D94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D9D4133-9FCA-44D8-9FB8-A4815F3FD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75C298-54F6-456C-BB16-F05636301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5178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F9DFC64-5151-420C-9730-DFDC83B98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E318C4-3FDF-4018-950C-7C6F8C171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66FD2A-6527-4E5F-AEBF-BBA1707FC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880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F2E8B-3206-4383-8645-1E3D162F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6BBE06-46BA-4FCC-8B18-70C154D44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08D200-9C17-459D-ACBF-27E79A38C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C25193-0668-4B1D-A8B6-F7470675A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19D8AA-90EA-4DD2-96E0-DD955B230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25CA9F-E879-43AA-AD1E-ACD887D0F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30862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379DCD-B27A-4406-864E-7743DAE48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8978869-74E6-47DC-AC53-E00D971CBD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1CC178-2CF6-4746-8D87-0BE4A1418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54E583-6800-4663-AEED-581E24070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BADE39-CE1A-4FC8-8AD1-81EF7E965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DA765A-B094-4517-B235-3111B61D9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8904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05CDAE-BB5E-4D14-AE23-9F3A1DFB3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87F080C-030B-457D-B014-6848697EDB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364F5B-EDB7-4A6D-A2E0-4F7F9A64D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08DB3E-AF17-4955-B8AD-62C820EC4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044975-9D39-4C1F-B3B4-4CCA8D25A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2772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F821CC-7EFE-4705-8EA8-DA07D2712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2395BA9-E5AE-49B3-8968-DE994CFEE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489C8F-14CF-4605-98D3-14728A878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E19C36-9E90-4794-91ED-E9B11DB74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F57C4B-6B87-4FB3-8B36-5FD7C5529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7821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2D14711-40D9-47D6-9B41-0B8DB28CB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E733F8-BEB9-48ED-96E8-B4B2409DE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247027-680B-4EDC-9484-D8AF077374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B3A0A-650C-414D-9908-5E3669971B9E}" type="datetimeFigureOut">
              <a:rPr lang="es-MX" smtClean="0"/>
              <a:t>20/04/2026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D6DD88-B1BE-4D9D-AF16-6C219E6B7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6D8EA2-8AC1-4530-9585-CCC8E40F1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86551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ítulo 1">
            <a:extLst>
              <a:ext uri="{FF2B5EF4-FFF2-40B4-BE49-F238E27FC236}">
                <a16:creationId xmlns:a16="http://schemas.microsoft.com/office/drawing/2014/main" id="{5B3DA613-DB81-4EF8-A4E6-961AB4ECC18D}"/>
              </a:ext>
            </a:extLst>
          </p:cNvPr>
          <p:cNvSpPr txBox="1">
            <a:spLocks/>
          </p:cNvSpPr>
          <p:nvPr/>
        </p:nvSpPr>
        <p:spPr>
          <a:xfrm>
            <a:off x="1082692" y="2566152"/>
            <a:ext cx="9686907" cy="650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4000" b="1" dirty="0">
                <a:latin typeface="Arial" panose="020B0604020202020204" pitchFamily="34" charset="0"/>
                <a:cs typeface="Arial" panose="020B0604020202020204" pitchFamily="34" charset="0"/>
              </a:rPr>
              <a:t>Clase teórica 7</a:t>
            </a:r>
          </a:p>
          <a:p>
            <a:pPr algn="ctr"/>
            <a:endParaRPr lang="es-MX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La jerarquía espacio-temporal</a:t>
            </a:r>
          </a:p>
          <a:p>
            <a:pPr algn="ctr"/>
            <a:endParaRPr lang="es-MX" sz="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  <a:p>
            <a:pPr algn="ctr"/>
            <a:endParaRPr lang="es-MX" sz="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algunas misceláneas</a:t>
            </a:r>
          </a:p>
        </p:txBody>
      </p:sp>
    </p:spTree>
    <p:extLst>
      <p:ext uri="{BB962C8B-B14F-4D97-AF65-F5344CB8AC3E}">
        <p14:creationId xmlns:p14="http://schemas.microsoft.com/office/powerpoint/2010/main" val="877460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C8290B3-7A88-47A7-96FC-5A7DB3967D0E}"/>
              </a:ext>
            </a:extLst>
          </p:cNvPr>
          <p:cNvSpPr/>
          <p:nvPr/>
        </p:nvSpPr>
        <p:spPr>
          <a:xfrm>
            <a:off x="277295" y="863323"/>
            <a:ext cx="11637410" cy="57400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Una MT M ocupa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espacio S(n)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al ejecutarse desde toda entrada w, con |w| = n,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M ocupa a lo sumo S(n) celdas en cualquier cinta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distinta de la de entrada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 cinta de entrada es de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sólo lectura y no se considera en la medición del espacio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 Esto permite un espacio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menor que lineal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es decir menor que O(n) (porque la cadena de entrada mide n).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En el caso más general con una cinta de salida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ésta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tampoco se considera en la medición del espacio.</a:t>
            </a:r>
            <a:endParaRPr lang="es-AR" b="1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DF4341C-9AA6-434D-9B89-73A6A885A547}"/>
              </a:ext>
            </a:extLst>
          </p:cNvPr>
          <p:cNvSpPr/>
          <p:nvPr/>
        </p:nvSpPr>
        <p:spPr>
          <a:xfrm>
            <a:off x="3701272" y="2587305"/>
            <a:ext cx="19360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cinta de entrada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660DA3F-E882-4070-A9E0-0E12120B433B}"/>
              </a:ext>
            </a:extLst>
          </p:cNvPr>
          <p:cNvSpPr/>
          <p:nvPr/>
        </p:nvSpPr>
        <p:spPr>
          <a:xfrm>
            <a:off x="4193068" y="3035610"/>
            <a:ext cx="7120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cinta 1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F2922CE4-3B7D-422D-B75D-DB9098CFDA0C}"/>
              </a:ext>
            </a:extLst>
          </p:cNvPr>
          <p:cNvCxnSpPr>
            <a:cxnSpLocks/>
          </p:cNvCxnSpPr>
          <p:nvPr/>
        </p:nvCxnSpPr>
        <p:spPr>
          <a:xfrm>
            <a:off x="3448778" y="2600427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1818340A-F9A0-429E-9B9E-546842E6C41F}"/>
              </a:ext>
            </a:extLst>
          </p:cNvPr>
          <p:cNvCxnSpPr>
            <a:cxnSpLocks/>
          </p:cNvCxnSpPr>
          <p:nvPr/>
        </p:nvCxnSpPr>
        <p:spPr>
          <a:xfrm>
            <a:off x="3456708" y="2887373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D5471BE-6263-4823-996C-331B1DC35BD0}"/>
              </a:ext>
            </a:extLst>
          </p:cNvPr>
          <p:cNvCxnSpPr>
            <a:cxnSpLocks/>
          </p:cNvCxnSpPr>
          <p:nvPr/>
        </p:nvCxnSpPr>
        <p:spPr>
          <a:xfrm>
            <a:off x="3478201" y="3013418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B1026710-8C5A-4E3C-BBF8-F6C7062ABA03}"/>
              </a:ext>
            </a:extLst>
          </p:cNvPr>
          <p:cNvCxnSpPr>
            <a:cxnSpLocks/>
          </p:cNvCxnSpPr>
          <p:nvPr/>
        </p:nvCxnSpPr>
        <p:spPr>
          <a:xfrm>
            <a:off x="3489462" y="3290386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508F61C-0621-41D4-A60C-0F4F00919079}"/>
              </a:ext>
            </a:extLst>
          </p:cNvPr>
          <p:cNvSpPr/>
          <p:nvPr/>
        </p:nvSpPr>
        <p:spPr>
          <a:xfrm>
            <a:off x="4226702" y="4144328"/>
            <a:ext cx="163629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cinta K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80B4E61A-CE1C-4CB5-82DE-9A03C090C6C8}"/>
              </a:ext>
            </a:extLst>
          </p:cNvPr>
          <p:cNvCxnSpPr>
            <a:cxnSpLocks/>
          </p:cNvCxnSpPr>
          <p:nvPr/>
        </p:nvCxnSpPr>
        <p:spPr>
          <a:xfrm>
            <a:off x="3513459" y="4149725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615B9CDF-170C-4EBE-967E-AE7EBAC9E291}"/>
              </a:ext>
            </a:extLst>
          </p:cNvPr>
          <p:cNvCxnSpPr>
            <a:cxnSpLocks/>
          </p:cNvCxnSpPr>
          <p:nvPr/>
        </p:nvCxnSpPr>
        <p:spPr>
          <a:xfrm>
            <a:off x="3537087" y="4468489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AB95F004-654A-46E9-88EB-14710FAF8AB0}"/>
              </a:ext>
            </a:extLst>
          </p:cNvPr>
          <p:cNvSpPr/>
          <p:nvPr/>
        </p:nvSpPr>
        <p:spPr>
          <a:xfrm>
            <a:off x="4210693" y="3513862"/>
            <a:ext cx="163629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cinta 2</a:t>
            </a: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8EFD2074-832E-4D44-B296-BECF55942203}"/>
              </a:ext>
            </a:extLst>
          </p:cNvPr>
          <p:cNvCxnSpPr>
            <a:cxnSpLocks/>
          </p:cNvCxnSpPr>
          <p:nvPr/>
        </p:nvCxnSpPr>
        <p:spPr>
          <a:xfrm>
            <a:off x="3477264" y="3507690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FAF0A876-4E53-4B99-BAC1-E0AD9F7BF144}"/>
              </a:ext>
            </a:extLst>
          </p:cNvPr>
          <p:cNvCxnSpPr>
            <a:cxnSpLocks/>
          </p:cNvCxnSpPr>
          <p:nvPr/>
        </p:nvCxnSpPr>
        <p:spPr>
          <a:xfrm>
            <a:off x="3513459" y="3799537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814324A0-5C59-45A9-9398-020BB35C6645}"/>
              </a:ext>
            </a:extLst>
          </p:cNvPr>
          <p:cNvCxnSpPr>
            <a:cxnSpLocks/>
          </p:cNvCxnSpPr>
          <p:nvPr/>
        </p:nvCxnSpPr>
        <p:spPr>
          <a:xfrm>
            <a:off x="4534997" y="3885792"/>
            <a:ext cx="2" cy="24227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1B864AE-9B85-4EA8-9CA3-84800F1E2FCD}"/>
              </a:ext>
            </a:extLst>
          </p:cNvPr>
          <p:cNvSpPr/>
          <p:nvPr/>
        </p:nvSpPr>
        <p:spPr>
          <a:xfrm>
            <a:off x="3448778" y="3006590"/>
            <a:ext cx="2348448" cy="146189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04C6892-488A-2C5A-2C80-4FF90FEDAB98}"/>
              </a:ext>
            </a:extLst>
          </p:cNvPr>
          <p:cNvSpPr/>
          <p:nvPr/>
        </p:nvSpPr>
        <p:spPr>
          <a:xfrm>
            <a:off x="249172" y="143605"/>
            <a:ext cx="68637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Complejidad espacial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B0EC4303-EECA-7770-D631-BED1A4BCFDF4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4FAE6224-9875-9690-F728-D2AE0A60D436}"/>
              </a:ext>
            </a:extLst>
          </p:cNvPr>
          <p:cNvSpPr/>
          <p:nvPr/>
        </p:nvSpPr>
        <p:spPr>
          <a:xfrm>
            <a:off x="4407248" y="5810852"/>
            <a:ext cx="25519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27033877-7951-3C3D-1334-A8CC8BBC1C9E}"/>
              </a:ext>
            </a:extLst>
          </p:cNvPr>
          <p:cNvSpPr/>
          <p:nvPr/>
        </p:nvSpPr>
        <p:spPr>
          <a:xfrm>
            <a:off x="4370810" y="5741601"/>
            <a:ext cx="2984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endParaRPr lang="es-MX" sz="1600" dirty="0"/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F99F6E59-F01B-98CC-0A56-3631706E3983}"/>
              </a:ext>
            </a:extLst>
          </p:cNvPr>
          <p:cNvCxnSpPr>
            <a:cxnSpLocks/>
          </p:cNvCxnSpPr>
          <p:nvPr/>
        </p:nvCxnSpPr>
        <p:spPr>
          <a:xfrm flipV="1">
            <a:off x="4510191" y="3289567"/>
            <a:ext cx="927299" cy="25162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5469E50A-B337-1D60-D4F8-4DC04F06052C}"/>
              </a:ext>
            </a:extLst>
          </p:cNvPr>
          <p:cNvCxnSpPr>
            <a:cxnSpLocks/>
          </p:cNvCxnSpPr>
          <p:nvPr/>
        </p:nvCxnSpPr>
        <p:spPr>
          <a:xfrm flipH="1" flipV="1">
            <a:off x="3622997" y="4468487"/>
            <a:ext cx="879064" cy="13192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1D6C9C10-CB6A-0DD9-3A1E-E0256F918767}"/>
              </a:ext>
            </a:extLst>
          </p:cNvPr>
          <p:cNvCxnSpPr>
            <a:cxnSpLocks/>
          </p:cNvCxnSpPr>
          <p:nvPr/>
        </p:nvCxnSpPr>
        <p:spPr>
          <a:xfrm flipH="1" flipV="1">
            <a:off x="3597534" y="2908204"/>
            <a:ext cx="910877" cy="28902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de flecha 82">
            <a:extLst>
              <a:ext uri="{FF2B5EF4-FFF2-40B4-BE49-F238E27FC236}">
                <a16:creationId xmlns:a16="http://schemas.microsoft.com/office/drawing/2014/main" id="{0B859956-A7A0-5943-2EE5-9DD4C60DE539}"/>
              </a:ext>
            </a:extLst>
          </p:cNvPr>
          <p:cNvCxnSpPr>
            <a:cxnSpLocks/>
          </p:cNvCxnSpPr>
          <p:nvPr/>
        </p:nvCxnSpPr>
        <p:spPr>
          <a:xfrm flipV="1">
            <a:off x="4526448" y="3791487"/>
            <a:ext cx="1060263" cy="19950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74C0EE61-8322-A1DD-CF1E-E5F43C5DA15D}"/>
              </a:ext>
            </a:extLst>
          </p:cNvPr>
          <p:cNvSpPr/>
          <p:nvPr/>
        </p:nvSpPr>
        <p:spPr>
          <a:xfrm>
            <a:off x="9588001" y="386785"/>
            <a:ext cx="3901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</a:t>
            </a:r>
            <a:endParaRPr lang="es-AR" sz="1600" dirty="0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E8B5885C-43A3-EE77-F1D4-CDD83C4F4690}"/>
              </a:ext>
            </a:extLst>
          </p:cNvPr>
          <p:cNvCxnSpPr>
            <a:cxnSpLocks/>
          </p:cNvCxnSpPr>
          <p:nvPr/>
        </p:nvCxnSpPr>
        <p:spPr>
          <a:xfrm>
            <a:off x="9465484" y="675372"/>
            <a:ext cx="61627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399E8A7D-6BA4-C13F-2610-378C989A8F86}"/>
              </a:ext>
            </a:extLst>
          </p:cNvPr>
          <p:cNvSpPr/>
          <p:nvPr/>
        </p:nvSpPr>
        <p:spPr>
          <a:xfrm>
            <a:off x="11192280" y="666825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</a:t>
            </a:r>
            <a:endParaRPr lang="es-MX" sz="1600" dirty="0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481A05AC-388E-D3E0-419C-50DDFA9935B5}"/>
              </a:ext>
            </a:extLst>
          </p:cNvPr>
          <p:cNvCxnSpPr>
            <a:cxnSpLocks/>
          </p:cNvCxnSpPr>
          <p:nvPr/>
        </p:nvCxnSpPr>
        <p:spPr>
          <a:xfrm flipV="1">
            <a:off x="10794881" y="491596"/>
            <a:ext cx="421026" cy="1788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0AF7C29-5AF3-452F-CE37-BE933FE96054}"/>
              </a:ext>
            </a:extLst>
          </p:cNvPr>
          <p:cNvSpPr/>
          <p:nvPr/>
        </p:nvSpPr>
        <p:spPr>
          <a:xfrm>
            <a:off x="11168652" y="313846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sz="1600" dirty="0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9EFA07C6-65D2-DBB0-DD6B-66BF047C4AE6}"/>
              </a:ext>
            </a:extLst>
          </p:cNvPr>
          <p:cNvCxnSpPr>
            <a:cxnSpLocks/>
          </p:cNvCxnSpPr>
          <p:nvPr/>
        </p:nvCxnSpPr>
        <p:spPr>
          <a:xfrm>
            <a:off x="10784096" y="687376"/>
            <a:ext cx="431811" cy="1915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BEFD1EE-4EA6-B121-C63C-39760DA84D23}"/>
              </a:ext>
            </a:extLst>
          </p:cNvPr>
          <p:cNvSpPr/>
          <p:nvPr/>
        </p:nvSpPr>
        <p:spPr>
          <a:xfrm>
            <a:off x="10081763" y="362909"/>
            <a:ext cx="694090" cy="6006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C449736-2334-9390-354D-DB52A6BE2052}"/>
              </a:ext>
            </a:extLst>
          </p:cNvPr>
          <p:cNvSpPr/>
          <p:nvPr/>
        </p:nvSpPr>
        <p:spPr>
          <a:xfrm>
            <a:off x="10213523" y="483123"/>
            <a:ext cx="531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</a:rPr>
              <a:t> M</a:t>
            </a:r>
            <a:endParaRPr lang="es-MX" sz="1600" dirty="0"/>
          </a:p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E816C6D-C8CA-A151-A29E-ACFE8337C534}"/>
              </a:ext>
            </a:extLst>
          </p:cNvPr>
          <p:cNvSpPr/>
          <p:nvPr/>
        </p:nvSpPr>
        <p:spPr>
          <a:xfrm>
            <a:off x="9224535" y="1001879"/>
            <a:ext cx="302863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MX" sz="1400" dirty="0"/>
              <a:t>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ocupa a lo sumo S(|w|) celdas, sin considerar la cinta de entrada.</a:t>
            </a:r>
            <a:endParaRPr lang="es-MX" sz="1400" dirty="0"/>
          </a:p>
        </p:txBody>
      </p:sp>
      <p:sp>
        <p:nvSpPr>
          <p:cNvPr id="29" name="Rectángulo: una sola esquina redondeada 28">
            <a:extLst>
              <a:ext uri="{FF2B5EF4-FFF2-40B4-BE49-F238E27FC236}">
                <a16:creationId xmlns:a16="http://schemas.microsoft.com/office/drawing/2014/main" id="{4F3EEA7C-AF51-2F84-F0CB-05E02AD4A03F}"/>
              </a:ext>
            </a:extLst>
          </p:cNvPr>
          <p:cNvSpPr/>
          <p:nvPr/>
        </p:nvSpPr>
        <p:spPr>
          <a:xfrm>
            <a:off x="3442100" y="4868698"/>
            <a:ext cx="2454379" cy="310502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1F33EA39-55EC-646C-2E1D-7EAC3153C558}"/>
              </a:ext>
            </a:extLst>
          </p:cNvPr>
          <p:cNvSpPr/>
          <p:nvPr/>
        </p:nvSpPr>
        <p:spPr>
          <a:xfrm>
            <a:off x="3772515" y="4809868"/>
            <a:ext cx="15568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S(n)</a:t>
            </a:r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D18A9BD6-F22B-1D71-4C93-D9239827A99E}"/>
              </a:ext>
            </a:extLst>
          </p:cNvPr>
          <p:cNvCxnSpPr>
            <a:cxnSpLocks/>
          </p:cNvCxnSpPr>
          <p:nvPr/>
        </p:nvCxnSpPr>
        <p:spPr>
          <a:xfrm>
            <a:off x="3518799" y="5154527"/>
            <a:ext cx="2236510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E4B65FB-812B-B0F3-7B32-677657128324}"/>
              </a:ext>
            </a:extLst>
          </p:cNvPr>
          <p:cNvSpPr/>
          <p:nvPr/>
        </p:nvSpPr>
        <p:spPr>
          <a:xfrm>
            <a:off x="7415746" y="2767657"/>
            <a:ext cx="3339683" cy="1077218"/>
          </a:xfrm>
          <a:prstGeom prst="rect">
            <a:avLst/>
          </a:prstGeom>
          <a:ln w="1270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Dada una MT M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de espacio S(n) con varias cintas de trabajo, existe una MT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M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equivalente de espacio S(n) con una sola cinta de trabajo. </a:t>
            </a:r>
            <a:endParaRPr lang="es-MX" sz="16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966180A2-9520-FF72-915F-D85DE2691C8A}"/>
              </a:ext>
            </a:extLst>
          </p:cNvPr>
          <p:cNvSpPr/>
          <p:nvPr/>
        </p:nvSpPr>
        <p:spPr>
          <a:xfrm>
            <a:off x="2510357" y="3428371"/>
            <a:ext cx="10031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cintas de</a:t>
            </a:r>
          </a:p>
          <a:p>
            <a:r>
              <a:rPr lang="es-A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trabajo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F25324A0-FD0F-F8E2-2271-F557EC1BEB0C}"/>
              </a:ext>
            </a:extLst>
          </p:cNvPr>
          <p:cNvSpPr/>
          <p:nvPr/>
        </p:nvSpPr>
        <p:spPr>
          <a:xfrm>
            <a:off x="8344853" y="5691932"/>
            <a:ext cx="287105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odelo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estándar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CFD68733-B581-7090-660D-715694D66FBD}"/>
              </a:ext>
            </a:extLst>
          </p:cNvPr>
          <p:cNvSpPr/>
          <p:nvPr/>
        </p:nvSpPr>
        <p:spPr>
          <a:xfrm>
            <a:off x="9022202" y="5367565"/>
            <a:ext cx="25519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F62E5C5B-F94C-7530-E3F1-AAD48456D446}"/>
              </a:ext>
            </a:extLst>
          </p:cNvPr>
          <p:cNvSpPr/>
          <p:nvPr/>
        </p:nvSpPr>
        <p:spPr>
          <a:xfrm>
            <a:off x="8985764" y="5298314"/>
            <a:ext cx="2984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endParaRPr lang="es-MX" sz="1600" dirty="0"/>
          </a:p>
        </p:txBody>
      </p: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6C22BBCD-1B04-CBDB-C922-B636E3C1A158}"/>
              </a:ext>
            </a:extLst>
          </p:cNvPr>
          <p:cNvCxnSpPr>
            <a:cxnSpLocks/>
          </p:cNvCxnSpPr>
          <p:nvPr/>
        </p:nvCxnSpPr>
        <p:spPr>
          <a:xfrm>
            <a:off x="8022857" y="4470853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0100A0DE-58FA-1FF0-12DC-C2EE85F6AD58}"/>
              </a:ext>
            </a:extLst>
          </p:cNvPr>
          <p:cNvCxnSpPr>
            <a:cxnSpLocks/>
          </p:cNvCxnSpPr>
          <p:nvPr/>
        </p:nvCxnSpPr>
        <p:spPr>
          <a:xfrm>
            <a:off x="7990103" y="4732607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41ADC8B6-50D8-E588-79C8-AC7FA51EAB3D}"/>
              </a:ext>
            </a:extLst>
          </p:cNvPr>
          <p:cNvCxnSpPr>
            <a:cxnSpLocks/>
          </p:cNvCxnSpPr>
          <p:nvPr/>
        </p:nvCxnSpPr>
        <p:spPr>
          <a:xfrm>
            <a:off x="8005689" y="4811317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42A7CD71-9C5E-827B-576A-6CAF807B0554}"/>
              </a:ext>
            </a:extLst>
          </p:cNvPr>
          <p:cNvCxnSpPr>
            <a:cxnSpLocks/>
          </p:cNvCxnSpPr>
          <p:nvPr/>
        </p:nvCxnSpPr>
        <p:spPr>
          <a:xfrm>
            <a:off x="8016950" y="5088285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ángulo 69">
            <a:extLst>
              <a:ext uri="{FF2B5EF4-FFF2-40B4-BE49-F238E27FC236}">
                <a16:creationId xmlns:a16="http://schemas.microsoft.com/office/drawing/2014/main" id="{B025251D-FD5E-46DE-9F70-E9C2D3AC951F}"/>
              </a:ext>
            </a:extLst>
          </p:cNvPr>
          <p:cNvSpPr/>
          <p:nvPr/>
        </p:nvSpPr>
        <p:spPr>
          <a:xfrm>
            <a:off x="8399057" y="4441287"/>
            <a:ext cx="171561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cinta de trabajo</a:t>
            </a:r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94BE3939-DE7D-1E7F-9AB0-D574520AEF92}"/>
              </a:ext>
            </a:extLst>
          </p:cNvPr>
          <p:cNvSpPr/>
          <p:nvPr/>
        </p:nvSpPr>
        <p:spPr>
          <a:xfrm>
            <a:off x="8399057" y="4785224"/>
            <a:ext cx="13292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cinta de salida</a:t>
            </a:r>
          </a:p>
        </p:txBody>
      </p:sp>
      <p:cxnSp>
        <p:nvCxnSpPr>
          <p:cNvPr id="73" name="Conector recto de flecha 72">
            <a:extLst>
              <a:ext uri="{FF2B5EF4-FFF2-40B4-BE49-F238E27FC236}">
                <a16:creationId xmlns:a16="http://schemas.microsoft.com/office/drawing/2014/main" id="{E88CCAE1-7C99-D34D-D5EB-3CB28B18FF16}"/>
              </a:ext>
            </a:extLst>
          </p:cNvPr>
          <p:cNvCxnSpPr>
            <a:cxnSpLocks/>
          </p:cNvCxnSpPr>
          <p:nvPr/>
        </p:nvCxnSpPr>
        <p:spPr>
          <a:xfrm flipH="1" flipV="1">
            <a:off x="8094584" y="4405127"/>
            <a:ext cx="1013774" cy="960126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de flecha 73">
            <a:extLst>
              <a:ext uri="{FF2B5EF4-FFF2-40B4-BE49-F238E27FC236}">
                <a16:creationId xmlns:a16="http://schemas.microsoft.com/office/drawing/2014/main" id="{BE089C2C-C377-724B-3111-991466756693}"/>
              </a:ext>
            </a:extLst>
          </p:cNvPr>
          <p:cNvCxnSpPr>
            <a:cxnSpLocks/>
          </p:cNvCxnSpPr>
          <p:nvPr/>
        </p:nvCxnSpPr>
        <p:spPr>
          <a:xfrm flipV="1">
            <a:off x="9107515" y="4740795"/>
            <a:ext cx="821816" cy="632646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602FAE81-6600-CFE4-06D9-D49FC97D3C72}"/>
              </a:ext>
            </a:extLst>
          </p:cNvPr>
          <p:cNvCxnSpPr>
            <a:cxnSpLocks/>
          </p:cNvCxnSpPr>
          <p:nvPr/>
        </p:nvCxnSpPr>
        <p:spPr>
          <a:xfrm>
            <a:off x="8049704" y="4146698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95823A1E-B91B-87B0-AFC3-883374DE04AE}"/>
              </a:ext>
            </a:extLst>
          </p:cNvPr>
          <p:cNvCxnSpPr>
            <a:cxnSpLocks/>
          </p:cNvCxnSpPr>
          <p:nvPr/>
        </p:nvCxnSpPr>
        <p:spPr>
          <a:xfrm>
            <a:off x="8016950" y="4408452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ángulo 77">
            <a:extLst>
              <a:ext uri="{FF2B5EF4-FFF2-40B4-BE49-F238E27FC236}">
                <a16:creationId xmlns:a16="http://schemas.microsoft.com/office/drawing/2014/main" id="{03F922E4-187D-6F0F-1ADB-8CAC53763EBE}"/>
              </a:ext>
            </a:extLst>
          </p:cNvPr>
          <p:cNvSpPr/>
          <p:nvPr/>
        </p:nvSpPr>
        <p:spPr>
          <a:xfrm>
            <a:off x="8399057" y="4125322"/>
            <a:ext cx="171561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cinta de entrada</a:t>
            </a:r>
          </a:p>
        </p:txBody>
      </p:sp>
      <p:cxnSp>
        <p:nvCxnSpPr>
          <p:cNvPr id="81" name="Conector recto de flecha 80">
            <a:extLst>
              <a:ext uri="{FF2B5EF4-FFF2-40B4-BE49-F238E27FC236}">
                <a16:creationId xmlns:a16="http://schemas.microsoft.com/office/drawing/2014/main" id="{CA688FC1-3CDA-51D1-ADE4-885628B5FF1A}"/>
              </a:ext>
            </a:extLst>
          </p:cNvPr>
          <p:cNvCxnSpPr>
            <a:cxnSpLocks/>
            <a:endCxn id="72" idx="2"/>
          </p:cNvCxnSpPr>
          <p:nvPr/>
        </p:nvCxnSpPr>
        <p:spPr>
          <a:xfrm flipH="1" flipV="1">
            <a:off x="9063662" y="5093001"/>
            <a:ext cx="43853" cy="28048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ángulo 83">
            <a:extLst>
              <a:ext uri="{FF2B5EF4-FFF2-40B4-BE49-F238E27FC236}">
                <a16:creationId xmlns:a16="http://schemas.microsoft.com/office/drawing/2014/main" id="{158B53AE-B339-D93C-6446-979B19E17919}"/>
              </a:ext>
            </a:extLst>
          </p:cNvPr>
          <p:cNvSpPr/>
          <p:nvPr/>
        </p:nvSpPr>
        <p:spPr>
          <a:xfrm>
            <a:off x="10226613" y="4448521"/>
            <a:ext cx="12474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S(n)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D6FC5CE-F2AD-6773-40BF-B64DF4337F41}"/>
              </a:ext>
            </a:extLst>
          </p:cNvPr>
          <p:cNvSpPr/>
          <p:nvPr/>
        </p:nvSpPr>
        <p:spPr>
          <a:xfrm>
            <a:off x="3800547" y="5272908"/>
            <a:ext cx="19360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cinta de salida</a:t>
            </a:r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2F2FC2C5-54FB-DE3C-15C0-3982DB87E856}"/>
              </a:ext>
            </a:extLst>
          </p:cNvPr>
          <p:cNvCxnSpPr>
            <a:cxnSpLocks/>
          </p:cNvCxnSpPr>
          <p:nvPr/>
        </p:nvCxnSpPr>
        <p:spPr>
          <a:xfrm>
            <a:off x="3548053" y="5286030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D0BCAE90-5AD0-E2BE-164E-62D2640D0711}"/>
              </a:ext>
            </a:extLst>
          </p:cNvPr>
          <p:cNvCxnSpPr>
            <a:cxnSpLocks/>
          </p:cNvCxnSpPr>
          <p:nvPr/>
        </p:nvCxnSpPr>
        <p:spPr>
          <a:xfrm>
            <a:off x="3555983" y="5572976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AB30EAB7-19FB-098D-B4E4-162BDE8EB358}"/>
              </a:ext>
            </a:extLst>
          </p:cNvPr>
          <p:cNvCxnSpPr>
            <a:cxnSpLocks/>
          </p:cNvCxnSpPr>
          <p:nvPr/>
        </p:nvCxnSpPr>
        <p:spPr>
          <a:xfrm flipV="1">
            <a:off x="4496341" y="5579408"/>
            <a:ext cx="448802" cy="23247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0735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53" grpId="0"/>
      <p:bldP spid="56" grpId="0" animBg="1"/>
      <p:bldP spid="57" grpId="0"/>
      <p:bldP spid="70" grpId="0"/>
      <p:bldP spid="72" grpId="0"/>
      <p:bldP spid="78" grpId="0"/>
      <p:bldP spid="84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B6C96967-42A2-4FC7-9B38-85A57EEA0663}"/>
              </a:ext>
            </a:extLst>
          </p:cNvPr>
          <p:cNvSpPr txBox="1">
            <a:spLocks/>
          </p:cNvSpPr>
          <p:nvPr/>
        </p:nvSpPr>
        <p:spPr>
          <a:xfrm>
            <a:off x="356500" y="5150"/>
            <a:ext cx="11250809" cy="9939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200" b="1" dirty="0">
                <a:latin typeface="Arial" panose="020B0604020202020204" pitchFamily="34" charset="0"/>
                <a:cs typeface="Arial" panose="020B0604020202020204" pitchFamily="34" charset="0"/>
              </a:rPr>
              <a:t>Simulación de una MT con varias cintas mediante una MT con 1 cinta</a:t>
            </a:r>
          </a:p>
          <a:p>
            <a:pPr algn="just"/>
            <a:endParaRPr lang="es-MX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93FB450-AEE6-44FB-8F7B-8079280E0F8B}"/>
              </a:ext>
            </a:extLst>
          </p:cNvPr>
          <p:cNvSpPr/>
          <p:nvPr/>
        </p:nvSpPr>
        <p:spPr>
          <a:xfrm>
            <a:off x="2921666" y="860521"/>
            <a:ext cx="864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cinta 1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49F90FD-BA46-4E63-8777-27C465B8EC94}"/>
              </a:ext>
            </a:extLst>
          </p:cNvPr>
          <p:cNvSpPr/>
          <p:nvPr/>
        </p:nvSpPr>
        <p:spPr>
          <a:xfrm>
            <a:off x="1946134" y="5015479"/>
            <a:ext cx="884147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Uso de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cintas con pistas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 pasos de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M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se pueden simular con unos i</a:t>
            </a:r>
            <a:r>
              <a:rPr lang="es-AR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pasos de M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MX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retardo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cuadrático</a:t>
            </a:r>
            <a:r>
              <a:rPr lang="es-ES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sz="18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j celdas de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se pueden simular con j celdas de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MX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mismo espacio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14C253B-D03B-43C3-9486-80762899CA2A}"/>
              </a:ext>
            </a:extLst>
          </p:cNvPr>
          <p:cNvSpPr/>
          <p:nvPr/>
        </p:nvSpPr>
        <p:spPr>
          <a:xfrm>
            <a:off x="1239416" y="1698473"/>
            <a:ext cx="12002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MT M</a:t>
            </a:r>
            <a:r>
              <a:rPr lang="es-AR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endParaRPr lang="es-MX" sz="2000" b="1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42351B3-B41B-4FDC-8CC0-B3E02EA648F7}"/>
              </a:ext>
            </a:extLst>
          </p:cNvPr>
          <p:cNvSpPr/>
          <p:nvPr/>
        </p:nvSpPr>
        <p:spPr>
          <a:xfrm>
            <a:off x="9307437" y="1701293"/>
            <a:ext cx="10642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MT M</a:t>
            </a:r>
            <a:r>
              <a:rPr lang="es-AR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endParaRPr lang="es-MX" sz="2000" b="1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1308EC67-B0D5-4E00-B034-F4EFF22667BC}"/>
              </a:ext>
            </a:extLst>
          </p:cNvPr>
          <p:cNvSpPr/>
          <p:nvPr/>
        </p:nvSpPr>
        <p:spPr>
          <a:xfrm>
            <a:off x="2942853" y="1241488"/>
            <a:ext cx="389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s-MX" b="1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FC6B678-C207-4EBC-9E06-58BFADF8FD30}"/>
              </a:ext>
            </a:extLst>
          </p:cNvPr>
          <p:cNvSpPr/>
          <p:nvPr/>
        </p:nvSpPr>
        <p:spPr>
          <a:xfrm flipH="1">
            <a:off x="3308054" y="1251095"/>
            <a:ext cx="5132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s-MX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73A14B3B-2D80-4EB6-B0BB-F036488A613F}"/>
              </a:ext>
            </a:extLst>
          </p:cNvPr>
          <p:cNvSpPr/>
          <p:nvPr/>
        </p:nvSpPr>
        <p:spPr>
          <a:xfrm>
            <a:off x="3657085" y="1251095"/>
            <a:ext cx="4055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s-MX" dirty="0"/>
          </a:p>
        </p:txBody>
      </p:sp>
      <p:sp>
        <p:nvSpPr>
          <p:cNvPr id="35" name="Diagrama de flujo: proceso 34">
            <a:extLst>
              <a:ext uri="{FF2B5EF4-FFF2-40B4-BE49-F238E27FC236}">
                <a16:creationId xmlns:a16="http://schemas.microsoft.com/office/drawing/2014/main" id="{C78A1DA4-B89A-4060-8498-68E434F7F490}"/>
              </a:ext>
            </a:extLst>
          </p:cNvPr>
          <p:cNvSpPr/>
          <p:nvPr/>
        </p:nvSpPr>
        <p:spPr>
          <a:xfrm>
            <a:off x="2574044" y="1223680"/>
            <a:ext cx="1419320" cy="454975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71FFE10F-CD29-4F13-9A56-1FA1EFC63358}"/>
              </a:ext>
            </a:extLst>
          </p:cNvPr>
          <p:cNvCxnSpPr>
            <a:cxnSpLocks/>
          </p:cNvCxnSpPr>
          <p:nvPr/>
        </p:nvCxnSpPr>
        <p:spPr>
          <a:xfrm>
            <a:off x="2921666" y="1221456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D2D3D7EB-DA1D-446D-9F15-EE3B9CDB7FB6}"/>
              </a:ext>
            </a:extLst>
          </p:cNvPr>
          <p:cNvCxnSpPr>
            <a:cxnSpLocks/>
          </p:cNvCxnSpPr>
          <p:nvPr/>
        </p:nvCxnSpPr>
        <p:spPr>
          <a:xfrm>
            <a:off x="3273948" y="1222847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E08970D4-F6C5-45E6-9DA8-99F9C443E112}"/>
              </a:ext>
            </a:extLst>
          </p:cNvPr>
          <p:cNvCxnSpPr>
            <a:cxnSpLocks/>
          </p:cNvCxnSpPr>
          <p:nvPr/>
        </p:nvCxnSpPr>
        <p:spPr>
          <a:xfrm>
            <a:off x="3635898" y="1216432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ángulo 38">
            <a:extLst>
              <a:ext uri="{FF2B5EF4-FFF2-40B4-BE49-F238E27FC236}">
                <a16:creationId xmlns:a16="http://schemas.microsoft.com/office/drawing/2014/main" id="{0F5322B2-9BEE-491D-8B60-0C62B896A03C}"/>
              </a:ext>
            </a:extLst>
          </p:cNvPr>
          <p:cNvSpPr/>
          <p:nvPr/>
        </p:nvSpPr>
        <p:spPr>
          <a:xfrm>
            <a:off x="2598308" y="1251095"/>
            <a:ext cx="389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MX" b="1" dirty="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12693F34-A7C4-4D2C-8009-2671B86D224E}"/>
              </a:ext>
            </a:extLst>
          </p:cNvPr>
          <p:cNvSpPr/>
          <p:nvPr/>
        </p:nvSpPr>
        <p:spPr>
          <a:xfrm>
            <a:off x="3993364" y="1166701"/>
            <a:ext cx="3828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.. </a:t>
            </a:r>
            <a:endParaRPr lang="es-MX" sz="2400" b="1" dirty="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4340C1C-754D-46EB-A774-A770B8B37512}"/>
              </a:ext>
            </a:extLst>
          </p:cNvPr>
          <p:cNvSpPr/>
          <p:nvPr/>
        </p:nvSpPr>
        <p:spPr>
          <a:xfrm>
            <a:off x="2242984" y="1149154"/>
            <a:ext cx="3828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.. </a:t>
            </a:r>
            <a:endParaRPr lang="es-MX" sz="2400" b="1" dirty="0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99D3EAF4-6507-425B-AA8E-C1E7B1ECBC55}"/>
              </a:ext>
            </a:extLst>
          </p:cNvPr>
          <p:cNvSpPr/>
          <p:nvPr/>
        </p:nvSpPr>
        <p:spPr>
          <a:xfrm>
            <a:off x="2961287" y="2198678"/>
            <a:ext cx="389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lang="es-MX" b="1" dirty="0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DE1852AC-4C49-40D4-B9B1-A75C544C0769}"/>
              </a:ext>
            </a:extLst>
          </p:cNvPr>
          <p:cNvSpPr/>
          <p:nvPr/>
        </p:nvSpPr>
        <p:spPr>
          <a:xfrm flipH="1">
            <a:off x="3326488" y="2208285"/>
            <a:ext cx="5132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es-MX" dirty="0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8C1F7C26-1314-4B35-8D2A-F611D44D6DB8}"/>
              </a:ext>
            </a:extLst>
          </p:cNvPr>
          <p:cNvSpPr/>
          <p:nvPr/>
        </p:nvSpPr>
        <p:spPr>
          <a:xfrm>
            <a:off x="3675519" y="2208285"/>
            <a:ext cx="4055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MX" dirty="0"/>
          </a:p>
        </p:txBody>
      </p:sp>
      <p:sp>
        <p:nvSpPr>
          <p:cNvPr id="45" name="Diagrama de flujo: proceso 44">
            <a:extLst>
              <a:ext uri="{FF2B5EF4-FFF2-40B4-BE49-F238E27FC236}">
                <a16:creationId xmlns:a16="http://schemas.microsoft.com/office/drawing/2014/main" id="{11D14757-2D2A-440D-ACBA-3869A28726CC}"/>
              </a:ext>
            </a:extLst>
          </p:cNvPr>
          <p:cNvSpPr/>
          <p:nvPr/>
        </p:nvSpPr>
        <p:spPr>
          <a:xfrm>
            <a:off x="2592478" y="2180870"/>
            <a:ext cx="1419320" cy="454975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A188E797-728B-4B09-9FBE-9AE1AEA9F216}"/>
              </a:ext>
            </a:extLst>
          </p:cNvPr>
          <p:cNvCxnSpPr>
            <a:cxnSpLocks/>
          </p:cNvCxnSpPr>
          <p:nvPr/>
        </p:nvCxnSpPr>
        <p:spPr>
          <a:xfrm>
            <a:off x="2940100" y="2178646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7F307582-A8BB-4281-BF13-59E42B4C5CD4}"/>
              </a:ext>
            </a:extLst>
          </p:cNvPr>
          <p:cNvCxnSpPr>
            <a:cxnSpLocks/>
          </p:cNvCxnSpPr>
          <p:nvPr/>
        </p:nvCxnSpPr>
        <p:spPr>
          <a:xfrm>
            <a:off x="3292382" y="2180037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363C3104-6079-4A56-A02D-C8D5EE4A32CC}"/>
              </a:ext>
            </a:extLst>
          </p:cNvPr>
          <p:cNvCxnSpPr>
            <a:cxnSpLocks/>
          </p:cNvCxnSpPr>
          <p:nvPr/>
        </p:nvCxnSpPr>
        <p:spPr>
          <a:xfrm>
            <a:off x="3654332" y="2173622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ángulo 48">
            <a:extLst>
              <a:ext uri="{FF2B5EF4-FFF2-40B4-BE49-F238E27FC236}">
                <a16:creationId xmlns:a16="http://schemas.microsoft.com/office/drawing/2014/main" id="{9EF84174-CA12-449C-81ED-FED67D698267}"/>
              </a:ext>
            </a:extLst>
          </p:cNvPr>
          <p:cNvSpPr/>
          <p:nvPr/>
        </p:nvSpPr>
        <p:spPr>
          <a:xfrm>
            <a:off x="2616742" y="2208285"/>
            <a:ext cx="389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endParaRPr lang="es-MX" dirty="0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96787967-E785-44F6-9B44-E16D74DC2BE0}"/>
              </a:ext>
            </a:extLst>
          </p:cNvPr>
          <p:cNvSpPr/>
          <p:nvPr/>
        </p:nvSpPr>
        <p:spPr>
          <a:xfrm>
            <a:off x="3964154" y="2075610"/>
            <a:ext cx="3828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.. </a:t>
            </a:r>
            <a:endParaRPr lang="es-MX" sz="2400" b="1" dirty="0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EE77DDF7-EF65-4792-9077-3371E0326C90}"/>
              </a:ext>
            </a:extLst>
          </p:cNvPr>
          <p:cNvSpPr/>
          <p:nvPr/>
        </p:nvSpPr>
        <p:spPr>
          <a:xfrm>
            <a:off x="2275288" y="2092221"/>
            <a:ext cx="3828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.. </a:t>
            </a:r>
            <a:endParaRPr lang="es-MX" sz="2400" b="1" dirty="0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9AFA0ED6-7E06-4AB5-B0F8-2D4FD168ACC1}"/>
              </a:ext>
            </a:extLst>
          </p:cNvPr>
          <p:cNvSpPr/>
          <p:nvPr/>
        </p:nvSpPr>
        <p:spPr>
          <a:xfrm>
            <a:off x="3079442" y="3945061"/>
            <a:ext cx="570854" cy="5224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B6B9BAEA-6794-4BEF-B1A2-FFA3B3F3E4A2}"/>
              </a:ext>
            </a:extLst>
          </p:cNvPr>
          <p:cNvCxnSpPr>
            <a:cxnSpLocks/>
            <a:stCxn id="52" idx="0"/>
            <a:endCxn id="39" idx="2"/>
          </p:cNvCxnSpPr>
          <p:nvPr/>
        </p:nvCxnSpPr>
        <p:spPr>
          <a:xfrm flipH="1" flipV="1">
            <a:off x="2793233" y="1620427"/>
            <a:ext cx="571636" cy="23246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14FAB994-E2B5-4DA5-9903-5DCD199256EB}"/>
              </a:ext>
            </a:extLst>
          </p:cNvPr>
          <p:cNvCxnSpPr>
            <a:cxnSpLocks/>
            <a:stCxn id="52" idx="0"/>
          </p:cNvCxnSpPr>
          <p:nvPr/>
        </p:nvCxnSpPr>
        <p:spPr>
          <a:xfrm flipV="1">
            <a:off x="3364869" y="2642851"/>
            <a:ext cx="119688" cy="13022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ángulo 57">
            <a:extLst>
              <a:ext uri="{FF2B5EF4-FFF2-40B4-BE49-F238E27FC236}">
                <a16:creationId xmlns:a16="http://schemas.microsoft.com/office/drawing/2014/main" id="{C6B48F81-5EA4-4A7F-8572-37C9A359E482}"/>
              </a:ext>
            </a:extLst>
          </p:cNvPr>
          <p:cNvSpPr/>
          <p:nvPr/>
        </p:nvSpPr>
        <p:spPr>
          <a:xfrm>
            <a:off x="3225621" y="4030084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endParaRPr lang="es-MX" dirty="0"/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8E90CDA5-1C18-4DBA-ACB0-14A8DD2A49EB}"/>
              </a:ext>
            </a:extLst>
          </p:cNvPr>
          <p:cNvSpPr/>
          <p:nvPr/>
        </p:nvSpPr>
        <p:spPr>
          <a:xfrm>
            <a:off x="7265722" y="1249427"/>
            <a:ext cx="389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s-MX" b="1" dirty="0"/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08833A79-2C46-40E8-89C4-BA59D49EB084}"/>
              </a:ext>
            </a:extLst>
          </p:cNvPr>
          <p:cNvSpPr/>
          <p:nvPr/>
        </p:nvSpPr>
        <p:spPr>
          <a:xfrm flipH="1">
            <a:off x="7630923" y="1259034"/>
            <a:ext cx="5132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s-MX" dirty="0"/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7A5C0EF5-35A7-459E-8C20-9789487A255A}"/>
              </a:ext>
            </a:extLst>
          </p:cNvPr>
          <p:cNvSpPr/>
          <p:nvPr/>
        </p:nvSpPr>
        <p:spPr>
          <a:xfrm>
            <a:off x="7979954" y="1259034"/>
            <a:ext cx="4055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s-MX" dirty="0"/>
          </a:p>
        </p:txBody>
      </p:sp>
      <p:sp>
        <p:nvSpPr>
          <p:cNvPr id="66" name="Diagrama de flujo: proceso 65">
            <a:extLst>
              <a:ext uri="{FF2B5EF4-FFF2-40B4-BE49-F238E27FC236}">
                <a16:creationId xmlns:a16="http://schemas.microsoft.com/office/drawing/2014/main" id="{7FF3035D-5A66-4989-84DE-80E5B314B7D0}"/>
              </a:ext>
            </a:extLst>
          </p:cNvPr>
          <p:cNvSpPr/>
          <p:nvPr/>
        </p:nvSpPr>
        <p:spPr>
          <a:xfrm>
            <a:off x="6896913" y="1231619"/>
            <a:ext cx="1419320" cy="454975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1BA647C3-E19D-4F3F-A80D-8826EDF9A89C}"/>
              </a:ext>
            </a:extLst>
          </p:cNvPr>
          <p:cNvCxnSpPr>
            <a:cxnSpLocks/>
          </p:cNvCxnSpPr>
          <p:nvPr/>
        </p:nvCxnSpPr>
        <p:spPr>
          <a:xfrm>
            <a:off x="7244535" y="1229395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C74DC620-6CC7-45AC-8476-095457584401}"/>
              </a:ext>
            </a:extLst>
          </p:cNvPr>
          <p:cNvCxnSpPr>
            <a:cxnSpLocks/>
          </p:cNvCxnSpPr>
          <p:nvPr/>
        </p:nvCxnSpPr>
        <p:spPr>
          <a:xfrm>
            <a:off x="7596817" y="1230786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02949A55-BA6D-4049-9EE8-A53A7C136F94}"/>
              </a:ext>
            </a:extLst>
          </p:cNvPr>
          <p:cNvCxnSpPr>
            <a:cxnSpLocks/>
          </p:cNvCxnSpPr>
          <p:nvPr/>
        </p:nvCxnSpPr>
        <p:spPr>
          <a:xfrm>
            <a:off x="7958767" y="1224371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ángulo 69">
            <a:extLst>
              <a:ext uri="{FF2B5EF4-FFF2-40B4-BE49-F238E27FC236}">
                <a16:creationId xmlns:a16="http://schemas.microsoft.com/office/drawing/2014/main" id="{175BBB33-41D2-4C82-987C-266CA7DA6419}"/>
              </a:ext>
            </a:extLst>
          </p:cNvPr>
          <p:cNvSpPr/>
          <p:nvPr/>
        </p:nvSpPr>
        <p:spPr>
          <a:xfrm>
            <a:off x="6921177" y="1259034"/>
            <a:ext cx="389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MX" b="1" dirty="0"/>
          </a:p>
        </p:txBody>
      </p:sp>
      <p:sp>
        <p:nvSpPr>
          <p:cNvPr id="76" name="Diagrama de flujo: proceso 75">
            <a:extLst>
              <a:ext uri="{FF2B5EF4-FFF2-40B4-BE49-F238E27FC236}">
                <a16:creationId xmlns:a16="http://schemas.microsoft.com/office/drawing/2014/main" id="{890732DC-AF1C-426E-BDCB-2991E215DB08}"/>
              </a:ext>
            </a:extLst>
          </p:cNvPr>
          <p:cNvSpPr/>
          <p:nvPr/>
        </p:nvSpPr>
        <p:spPr>
          <a:xfrm>
            <a:off x="6892808" y="1695376"/>
            <a:ext cx="1419320" cy="454975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D9AAC4CC-84BE-4620-AF6A-8A7342956535}"/>
              </a:ext>
            </a:extLst>
          </p:cNvPr>
          <p:cNvCxnSpPr>
            <a:cxnSpLocks/>
          </p:cNvCxnSpPr>
          <p:nvPr/>
        </p:nvCxnSpPr>
        <p:spPr>
          <a:xfrm>
            <a:off x="7240430" y="1693152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4A2406AD-B1DC-412B-9424-41923B96F070}"/>
              </a:ext>
            </a:extLst>
          </p:cNvPr>
          <p:cNvCxnSpPr>
            <a:cxnSpLocks/>
          </p:cNvCxnSpPr>
          <p:nvPr/>
        </p:nvCxnSpPr>
        <p:spPr>
          <a:xfrm>
            <a:off x="7592712" y="1694543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336938FE-743A-4EF7-B521-0C0981C8EDD7}"/>
              </a:ext>
            </a:extLst>
          </p:cNvPr>
          <p:cNvCxnSpPr>
            <a:cxnSpLocks/>
          </p:cNvCxnSpPr>
          <p:nvPr/>
        </p:nvCxnSpPr>
        <p:spPr>
          <a:xfrm>
            <a:off x="7954662" y="1688128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ángulo 79">
            <a:extLst>
              <a:ext uri="{FF2B5EF4-FFF2-40B4-BE49-F238E27FC236}">
                <a16:creationId xmlns:a16="http://schemas.microsoft.com/office/drawing/2014/main" id="{D68C0F00-8847-410D-904D-B7438BA22A27}"/>
              </a:ext>
            </a:extLst>
          </p:cNvPr>
          <p:cNvSpPr/>
          <p:nvPr/>
        </p:nvSpPr>
        <p:spPr>
          <a:xfrm>
            <a:off x="6917072" y="1722791"/>
            <a:ext cx="389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s-MX" b="1" dirty="0"/>
          </a:p>
        </p:txBody>
      </p:sp>
      <p:sp>
        <p:nvSpPr>
          <p:cNvPr id="121" name="Rectángulo 120">
            <a:extLst>
              <a:ext uri="{FF2B5EF4-FFF2-40B4-BE49-F238E27FC236}">
                <a16:creationId xmlns:a16="http://schemas.microsoft.com/office/drawing/2014/main" id="{573185EE-346E-47F8-BD08-79FD136570AB}"/>
              </a:ext>
            </a:extLst>
          </p:cNvPr>
          <p:cNvSpPr/>
          <p:nvPr/>
        </p:nvSpPr>
        <p:spPr>
          <a:xfrm>
            <a:off x="7261617" y="2175318"/>
            <a:ext cx="389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lang="es-MX" b="1" dirty="0"/>
          </a:p>
        </p:txBody>
      </p:sp>
      <p:sp>
        <p:nvSpPr>
          <p:cNvPr id="122" name="Rectángulo 121">
            <a:extLst>
              <a:ext uri="{FF2B5EF4-FFF2-40B4-BE49-F238E27FC236}">
                <a16:creationId xmlns:a16="http://schemas.microsoft.com/office/drawing/2014/main" id="{6EC79D11-95BC-47E8-9E41-011F3421B16B}"/>
              </a:ext>
            </a:extLst>
          </p:cNvPr>
          <p:cNvSpPr/>
          <p:nvPr/>
        </p:nvSpPr>
        <p:spPr>
          <a:xfrm flipH="1">
            <a:off x="7626818" y="2184925"/>
            <a:ext cx="5132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es-MX" dirty="0"/>
          </a:p>
        </p:txBody>
      </p:sp>
      <p:sp>
        <p:nvSpPr>
          <p:cNvPr id="123" name="Rectángulo 122">
            <a:extLst>
              <a:ext uri="{FF2B5EF4-FFF2-40B4-BE49-F238E27FC236}">
                <a16:creationId xmlns:a16="http://schemas.microsoft.com/office/drawing/2014/main" id="{CB98FABF-BBD3-42A3-970B-E94B81285D13}"/>
              </a:ext>
            </a:extLst>
          </p:cNvPr>
          <p:cNvSpPr/>
          <p:nvPr/>
        </p:nvSpPr>
        <p:spPr>
          <a:xfrm>
            <a:off x="7975849" y="2184925"/>
            <a:ext cx="4055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MX" dirty="0"/>
          </a:p>
        </p:txBody>
      </p:sp>
      <p:sp>
        <p:nvSpPr>
          <p:cNvPr id="124" name="Diagrama de flujo: proceso 123">
            <a:extLst>
              <a:ext uri="{FF2B5EF4-FFF2-40B4-BE49-F238E27FC236}">
                <a16:creationId xmlns:a16="http://schemas.microsoft.com/office/drawing/2014/main" id="{73E78E02-C039-4A2E-9518-084B224D7BEF}"/>
              </a:ext>
            </a:extLst>
          </p:cNvPr>
          <p:cNvSpPr/>
          <p:nvPr/>
        </p:nvSpPr>
        <p:spPr>
          <a:xfrm>
            <a:off x="6892808" y="2157510"/>
            <a:ext cx="1419320" cy="454975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25" name="Conector recto 124">
            <a:extLst>
              <a:ext uri="{FF2B5EF4-FFF2-40B4-BE49-F238E27FC236}">
                <a16:creationId xmlns:a16="http://schemas.microsoft.com/office/drawing/2014/main" id="{2F8729BE-442F-442F-ACCB-B12A3E91A916}"/>
              </a:ext>
            </a:extLst>
          </p:cNvPr>
          <p:cNvCxnSpPr>
            <a:cxnSpLocks/>
          </p:cNvCxnSpPr>
          <p:nvPr/>
        </p:nvCxnSpPr>
        <p:spPr>
          <a:xfrm>
            <a:off x="7240430" y="2155286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cto 125">
            <a:extLst>
              <a:ext uri="{FF2B5EF4-FFF2-40B4-BE49-F238E27FC236}">
                <a16:creationId xmlns:a16="http://schemas.microsoft.com/office/drawing/2014/main" id="{B9B7D561-FB25-4AD8-B5A9-7E49A15394D2}"/>
              </a:ext>
            </a:extLst>
          </p:cNvPr>
          <p:cNvCxnSpPr>
            <a:cxnSpLocks/>
          </p:cNvCxnSpPr>
          <p:nvPr/>
        </p:nvCxnSpPr>
        <p:spPr>
          <a:xfrm>
            <a:off x="7592712" y="2156677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tángulo 126">
            <a:extLst>
              <a:ext uri="{FF2B5EF4-FFF2-40B4-BE49-F238E27FC236}">
                <a16:creationId xmlns:a16="http://schemas.microsoft.com/office/drawing/2014/main" id="{342E56E0-C96C-490B-BA76-4A20750DFAFA}"/>
              </a:ext>
            </a:extLst>
          </p:cNvPr>
          <p:cNvSpPr/>
          <p:nvPr/>
        </p:nvSpPr>
        <p:spPr>
          <a:xfrm>
            <a:off x="6917072" y="2184925"/>
            <a:ext cx="389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endParaRPr lang="es-MX" b="1" dirty="0"/>
          </a:p>
        </p:txBody>
      </p:sp>
      <p:sp>
        <p:nvSpPr>
          <p:cNvPr id="129" name="Rectángulo 128">
            <a:extLst>
              <a:ext uri="{FF2B5EF4-FFF2-40B4-BE49-F238E27FC236}">
                <a16:creationId xmlns:a16="http://schemas.microsoft.com/office/drawing/2014/main" id="{B663C323-2BFB-41CB-90D6-8A293AB5DBC2}"/>
              </a:ext>
            </a:extLst>
          </p:cNvPr>
          <p:cNvSpPr/>
          <p:nvPr/>
        </p:nvSpPr>
        <p:spPr>
          <a:xfrm flipH="1">
            <a:off x="7626818" y="2635347"/>
            <a:ext cx="5132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s-MX" dirty="0"/>
          </a:p>
        </p:txBody>
      </p:sp>
      <p:sp>
        <p:nvSpPr>
          <p:cNvPr id="131" name="Diagrama de flujo: proceso 130">
            <a:extLst>
              <a:ext uri="{FF2B5EF4-FFF2-40B4-BE49-F238E27FC236}">
                <a16:creationId xmlns:a16="http://schemas.microsoft.com/office/drawing/2014/main" id="{99490389-D6CD-4A0B-829C-3424DC363FF7}"/>
              </a:ext>
            </a:extLst>
          </p:cNvPr>
          <p:cNvSpPr/>
          <p:nvPr/>
        </p:nvSpPr>
        <p:spPr>
          <a:xfrm>
            <a:off x="6892808" y="2607932"/>
            <a:ext cx="1419320" cy="454975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32" name="Conector recto 131">
            <a:extLst>
              <a:ext uri="{FF2B5EF4-FFF2-40B4-BE49-F238E27FC236}">
                <a16:creationId xmlns:a16="http://schemas.microsoft.com/office/drawing/2014/main" id="{C4BD1319-0979-41E3-BFAF-6E216CE7FB7A}"/>
              </a:ext>
            </a:extLst>
          </p:cNvPr>
          <p:cNvCxnSpPr>
            <a:cxnSpLocks/>
          </p:cNvCxnSpPr>
          <p:nvPr/>
        </p:nvCxnSpPr>
        <p:spPr>
          <a:xfrm>
            <a:off x="7240430" y="2605708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ector recto 132">
            <a:extLst>
              <a:ext uri="{FF2B5EF4-FFF2-40B4-BE49-F238E27FC236}">
                <a16:creationId xmlns:a16="http://schemas.microsoft.com/office/drawing/2014/main" id="{2A8ED347-D743-4A88-B074-C41731320265}"/>
              </a:ext>
            </a:extLst>
          </p:cNvPr>
          <p:cNvCxnSpPr>
            <a:cxnSpLocks/>
          </p:cNvCxnSpPr>
          <p:nvPr/>
        </p:nvCxnSpPr>
        <p:spPr>
          <a:xfrm>
            <a:off x="7592712" y="2607099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ángulo 138">
            <a:extLst>
              <a:ext uri="{FF2B5EF4-FFF2-40B4-BE49-F238E27FC236}">
                <a16:creationId xmlns:a16="http://schemas.microsoft.com/office/drawing/2014/main" id="{5C680EDD-CE15-4F40-B131-0E809DA8EA89}"/>
              </a:ext>
            </a:extLst>
          </p:cNvPr>
          <p:cNvSpPr/>
          <p:nvPr/>
        </p:nvSpPr>
        <p:spPr>
          <a:xfrm>
            <a:off x="6530526" y="1851683"/>
            <a:ext cx="3828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.. </a:t>
            </a:r>
            <a:endParaRPr lang="es-MX" sz="2400" b="1" dirty="0"/>
          </a:p>
        </p:txBody>
      </p:sp>
      <p:sp>
        <p:nvSpPr>
          <p:cNvPr id="140" name="Rectángulo 139">
            <a:extLst>
              <a:ext uri="{FF2B5EF4-FFF2-40B4-BE49-F238E27FC236}">
                <a16:creationId xmlns:a16="http://schemas.microsoft.com/office/drawing/2014/main" id="{59F7FCC2-412F-4123-9064-45D13AFC262A}"/>
              </a:ext>
            </a:extLst>
          </p:cNvPr>
          <p:cNvSpPr/>
          <p:nvPr/>
        </p:nvSpPr>
        <p:spPr>
          <a:xfrm>
            <a:off x="8357344" y="1839451"/>
            <a:ext cx="3828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.. </a:t>
            </a:r>
            <a:endParaRPr lang="es-MX" sz="2400" b="1" dirty="0"/>
          </a:p>
        </p:txBody>
      </p:sp>
      <p:cxnSp>
        <p:nvCxnSpPr>
          <p:cNvPr id="143" name="Conector recto 142">
            <a:extLst>
              <a:ext uri="{FF2B5EF4-FFF2-40B4-BE49-F238E27FC236}">
                <a16:creationId xmlns:a16="http://schemas.microsoft.com/office/drawing/2014/main" id="{57433F97-6A26-4B28-8E43-1AA9996D6B3F}"/>
              </a:ext>
            </a:extLst>
          </p:cNvPr>
          <p:cNvCxnSpPr>
            <a:cxnSpLocks/>
          </p:cNvCxnSpPr>
          <p:nvPr/>
        </p:nvCxnSpPr>
        <p:spPr>
          <a:xfrm>
            <a:off x="7954662" y="2150382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ector recto 143">
            <a:extLst>
              <a:ext uri="{FF2B5EF4-FFF2-40B4-BE49-F238E27FC236}">
                <a16:creationId xmlns:a16="http://schemas.microsoft.com/office/drawing/2014/main" id="{FBD01087-A08D-4220-8D95-4D72A07F1042}"/>
              </a:ext>
            </a:extLst>
          </p:cNvPr>
          <p:cNvCxnSpPr>
            <a:cxnSpLocks/>
          </p:cNvCxnSpPr>
          <p:nvPr/>
        </p:nvCxnSpPr>
        <p:spPr>
          <a:xfrm>
            <a:off x="7954662" y="2612782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ángulo 144">
            <a:extLst>
              <a:ext uri="{FF2B5EF4-FFF2-40B4-BE49-F238E27FC236}">
                <a16:creationId xmlns:a16="http://schemas.microsoft.com/office/drawing/2014/main" id="{208CEA83-C74D-4512-8FF2-F436B8B7D4AE}"/>
              </a:ext>
            </a:extLst>
          </p:cNvPr>
          <p:cNvSpPr/>
          <p:nvPr/>
        </p:nvSpPr>
        <p:spPr>
          <a:xfrm>
            <a:off x="7480639" y="3936600"/>
            <a:ext cx="570854" cy="5224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6" name="Rectángulo 145">
            <a:extLst>
              <a:ext uri="{FF2B5EF4-FFF2-40B4-BE49-F238E27FC236}">
                <a16:creationId xmlns:a16="http://schemas.microsoft.com/office/drawing/2014/main" id="{9A800070-95B9-43CA-B11C-FE7B73CB79A6}"/>
              </a:ext>
            </a:extLst>
          </p:cNvPr>
          <p:cNvSpPr/>
          <p:nvPr/>
        </p:nvSpPr>
        <p:spPr>
          <a:xfrm>
            <a:off x="7626818" y="402162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endParaRPr lang="es-MX" dirty="0"/>
          </a:p>
        </p:txBody>
      </p:sp>
      <p:cxnSp>
        <p:nvCxnSpPr>
          <p:cNvPr id="147" name="Conector recto de flecha 146">
            <a:extLst>
              <a:ext uri="{FF2B5EF4-FFF2-40B4-BE49-F238E27FC236}">
                <a16:creationId xmlns:a16="http://schemas.microsoft.com/office/drawing/2014/main" id="{1FAF02E2-EB36-4623-AF9C-DEB6D80AC1F0}"/>
              </a:ext>
            </a:extLst>
          </p:cNvPr>
          <p:cNvCxnSpPr>
            <a:cxnSpLocks/>
            <a:stCxn id="145" idx="0"/>
          </p:cNvCxnSpPr>
          <p:nvPr/>
        </p:nvCxnSpPr>
        <p:spPr>
          <a:xfrm flipH="1" flipV="1">
            <a:off x="7062584" y="3090020"/>
            <a:ext cx="703482" cy="8465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ectángulo 149">
            <a:extLst>
              <a:ext uri="{FF2B5EF4-FFF2-40B4-BE49-F238E27FC236}">
                <a16:creationId xmlns:a16="http://schemas.microsoft.com/office/drawing/2014/main" id="{E8FD3ABF-983B-4B13-9D2A-7EA9D156D161}"/>
              </a:ext>
            </a:extLst>
          </p:cNvPr>
          <p:cNvSpPr/>
          <p:nvPr/>
        </p:nvSpPr>
        <p:spPr>
          <a:xfrm>
            <a:off x="2920893" y="1849155"/>
            <a:ext cx="864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cinta 2</a:t>
            </a:r>
          </a:p>
        </p:txBody>
      </p:sp>
      <p:sp>
        <p:nvSpPr>
          <p:cNvPr id="151" name="Flecha: a la izquierda y derecha 150">
            <a:extLst>
              <a:ext uri="{FF2B5EF4-FFF2-40B4-BE49-F238E27FC236}">
                <a16:creationId xmlns:a16="http://schemas.microsoft.com/office/drawing/2014/main" id="{3E898999-0BAF-4221-9D88-6952482608B3}"/>
              </a:ext>
            </a:extLst>
          </p:cNvPr>
          <p:cNvSpPr/>
          <p:nvPr/>
        </p:nvSpPr>
        <p:spPr>
          <a:xfrm>
            <a:off x="4783447" y="1669003"/>
            <a:ext cx="1216152" cy="484632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8C3B48C-2942-4362-9EE6-DBB5AB3FA497}"/>
              </a:ext>
            </a:extLst>
          </p:cNvPr>
          <p:cNvSpPr/>
          <p:nvPr/>
        </p:nvSpPr>
        <p:spPr>
          <a:xfrm>
            <a:off x="8286612" y="1281769"/>
            <a:ext cx="7889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pista 1</a:t>
            </a:r>
            <a:endParaRPr lang="es-MX" sz="1600" dirty="0">
              <a:solidFill>
                <a:srgbClr val="00B050"/>
              </a:solidFill>
            </a:endParaRP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00A0F1BF-9541-4252-84F0-C03448EB1AAF}"/>
              </a:ext>
            </a:extLst>
          </p:cNvPr>
          <p:cNvSpPr/>
          <p:nvPr/>
        </p:nvSpPr>
        <p:spPr>
          <a:xfrm>
            <a:off x="8286611" y="1729251"/>
            <a:ext cx="7889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pista 2</a:t>
            </a:r>
            <a:endParaRPr lang="es-MX" sz="1600" dirty="0">
              <a:solidFill>
                <a:srgbClr val="00B050"/>
              </a:solidFill>
            </a:endParaRPr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CF8B5B08-C4BE-40EC-A6F9-4E925AADFEA0}"/>
              </a:ext>
            </a:extLst>
          </p:cNvPr>
          <p:cNvSpPr/>
          <p:nvPr/>
        </p:nvSpPr>
        <p:spPr>
          <a:xfrm>
            <a:off x="8282507" y="2226058"/>
            <a:ext cx="7889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pista 3</a:t>
            </a:r>
            <a:endParaRPr lang="es-MX" sz="1600" dirty="0">
              <a:solidFill>
                <a:srgbClr val="C00000"/>
              </a:solidFill>
            </a:endParaRP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BD0674D1-4969-47BC-A3A2-D8800013A267}"/>
              </a:ext>
            </a:extLst>
          </p:cNvPr>
          <p:cNvSpPr/>
          <p:nvPr/>
        </p:nvSpPr>
        <p:spPr>
          <a:xfrm>
            <a:off x="8286610" y="2655805"/>
            <a:ext cx="7889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pista 4</a:t>
            </a:r>
            <a:endParaRPr lang="es-MX" sz="1600" dirty="0">
              <a:solidFill>
                <a:srgbClr val="C00000"/>
              </a:solidFill>
            </a:endParaRP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A647D78A-D364-42BC-969C-3045F4CD2C56}"/>
              </a:ext>
            </a:extLst>
          </p:cNvPr>
          <p:cNvSpPr/>
          <p:nvPr/>
        </p:nvSpPr>
        <p:spPr>
          <a:xfrm>
            <a:off x="7275318" y="3041624"/>
            <a:ext cx="77617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celdas</a:t>
            </a:r>
            <a:endParaRPr lang="es-MX" sz="1600" dirty="0"/>
          </a:p>
        </p:txBody>
      </p:sp>
      <p:sp>
        <p:nvSpPr>
          <p:cNvPr id="75" name="Slide Number Placeholder 2">
            <a:extLst>
              <a:ext uri="{FF2B5EF4-FFF2-40B4-BE49-F238E27FC236}">
                <a16:creationId xmlns:a16="http://schemas.microsoft.com/office/drawing/2014/main" id="{8E9F0F6B-331F-4224-8648-FE447D2731C8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E5D56347-AF8F-4313-84B3-05DDD7F0C840}"/>
              </a:ext>
            </a:extLst>
          </p:cNvPr>
          <p:cNvSpPr/>
          <p:nvPr/>
        </p:nvSpPr>
        <p:spPr>
          <a:xfrm>
            <a:off x="6946517" y="868887"/>
            <a:ext cx="13119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única cinta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70A2DB2-B466-A1B3-C152-2D6E1916663A}"/>
              </a:ext>
            </a:extLst>
          </p:cNvPr>
          <p:cNvSpPr txBox="1"/>
          <p:nvPr/>
        </p:nvSpPr>
        <p:spPr>
          <a:xfrm>
            <a:off x="4467066" y="1349574"/>
            <a:ext cx="24519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Ejemplo con 2 cintas</a:t>
            </a:r>
            <a:endParaRPr lang="es-AR" sz="1600" dirty="0"/>
          </a:p>
        </p:txBody>
      </p:sp>
    </p:spTree>
    <p:extLst>
      <p:ext uri="{BB962C8B-B14F-4D97-AF65-F5344CB8AC3E}">
        <p14:creationId xmlns:p14="http://schemas.microsoft.com/office/powerpoint/2010/main" val="2233368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219000" y="704053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280064" y="285431"/>
            <a:ext cx="11684069" cy="60785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Un lenguaje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pertenece a la clase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SPACE(S(n))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sii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existe una MT M que lo decide en espacio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O(S(n)).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600" i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600" i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600" i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600" i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endParaRPr lang="es-AR" sz="1600" i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600" i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600" i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600" i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lvl="1" algn="just"/>
            <a:endParaRPr lang="es-AR" sz="16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lvl="1"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algn="just"/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-342900" algn="just">
              <a:buAutoNum type="arabicParenR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Una MT M de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tiempo T(n)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ocupa a lo sumo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T(n) celdas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¿Por qué? </a:t>
            </a:r>
          </a:p>
          <a:p>
            <a:pPr marL="342900" lvl="1" indent="-342900" algn="just">
              <a:buAutoNum type="arabicParenR"/>
            </a:pPr>
            <a:endParaRPr lang="es-AR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-342900" algn="just">
              <a:buAutoNum type="arabicParenR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En cambio, una MT M que ocupa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espacio S(n)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puede tardar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mucho más que tiempo S(n)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lvl="1" algn="just"/>
            <a:endParaRPr lang="es-AR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24000" lvl="1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M tiene:</a:t>
            </a:r>
          </a:p>
          <a:p>
            <a:pPr marL="324000" lvl="1" algn="just"/>
            <a:endParaRPr lang="es-AR" sz="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750" lvl="1" indent="-285750" algn="just">
              <a:buFontTx/>
              <a:buChar char="-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una cinta de entrada de solo lectura</a:t>
            </a:r>
          </a:p>
          <a:p>
            <a:pPr marL="609750" lvl="1" indent="-285750" algn="just">
              <a:buFontTx/>
              <a:buChar char="-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una cinta de trabajo</a:t>
            </a:r>
          </a:p>
          <a:p>
            <a:pPr marL="609750" lvl="1" indent="-285750" algn="just">
              <a:buFontTx/>
              <a:buChar char="-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|Q| estados</a:t>
            </a:r>
          </a:p>
          <a:p>
            <a:pPr marL="609750" lvl="1" indent="-285750" algn="just">
              <a:buFontTx/>
              <a:buChar char="-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Γ| símbolos</a:t>
            </a:r>
          </a:p>
          <a:p>
            <a:pPr marL="324000" lvl="1" algn="just"/>
            <a:endParaRPr lang="es-AR" sz="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24000" lvl="1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 lo sumo hace el siguiente número de pasos:</a:t>
            </a:r>
          </a:p>
          <a:p>
            <a:pPr marL="324000" lvl="1" algn="just"/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n.S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(n).|Q|.|</a:t>
            </a:r>
            <a:r>
              <a:rPr lang="es-A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Γ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s-AR" sz="24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S(n) </a:t>
            </a: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sz="2400" b="1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AR" sz="24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(n)</a:t>
            </a:r>
            <a:r>
              <a:rPr lang="es-A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(S(n))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endParaRPr lang="es-AR" b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E5ADBB0-BCF1-4B7E-A472-32D1048A9A15}"/>
              </a:ext>
            </a:extLst>
          </p:cNvPr>
          <p:cNvSpPr/>
          <p:nvPr/>
        </p:nvSpPr>
        <p:spPr>
          <a:xfrm>
            <a:off x="3643633" y="983649"/>
            <a:ext cx="16294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SPACE(S(n)) </a:t>
            </a:r>
            <a:endParaRPr lang="es-MX" b="1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E662F82-9FCB-4656-B679-AFD8EDAAC2ED}"/>
              </a:ext>
            </a:extLst>
          </p:cNvPr>
          <p:cNvSpPr/>
          <p:nvPr/>
        </p:nvSpPr>
        <p:spPr>
          <a:xfrm>
            <a:off x="3534904" y="1324999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F13EB4F-1587-4348-BDE0-650FBA65805D}"/>
              </a:ext>
            </a:extLst>
          </p:cNvPr>
          <p:cNvSpPr/>
          <p:nvPr/>
        </p:nvSpPr>
        <p:spPr>
          <a:xfrm>
            <a:off x="3427076" y="2105827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es-MX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8CECC0B-0107-4A00-BCF1-22C8C352C38D}"/>
              </a:ext>
            </a:extLst>
          </p:cNvPr>
          <p:cNvSpPr/>
          <p:nvPr/>
        </p:nvSpPr>
        <p:spPr>
          <a:xfrm>
            <a:off x="3326916" y="1736495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s-MX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FE56EAA-3CA3-4FBE-B989-56EC20522021}"/>
              </a:ext>
            </a:extLst>
          </p:cNvPr>
          <p:cNvSpPr/>
          <p:nvPr/>
        </p:nvSpPr>
        <p:spPr>
          <a:xfrm>
            <a:off x="4164222" y="2409158"/>
            <a:ext cx="346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MX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D302D32-82C5-4B78-BACA-32DB1612C285}"/>
              </a:ext>
            </a:extLst>
          </p:cNvPr>
          <p:cNvSpPr/>
          <p:nvPr/>
        </p:nvSpPr>
        <p:spPr>
          <a:xfrm>
            <a:off x="3890223" y="1584166"/>
            <a:ext cx="3978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13" name="Diagrama de flujo: conector 12">
            <a:extLst>
              <a:ext uri="{FF2B5EF4-FFF2-40B4-BE49-F238E27FC236}">
                <a16:creationId xmlns:a16="http://schemas.microsoft.com/office/drawing/2014/main" id="{BE528425-ABD5-46A4-AC1D-7EB5C3A96251}"/>
              </a:ext>
            </a:extLst>
          </p:cNvPr>
          <p:cNvSpPr/>
          <p:nvPr/>
        </p:nvSpPr>
        <p:spPr>
          <a:xfrm>
            <a:off x="3219000" y="851265"/>
            <a:ext cx="2287763" cy="1952278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23D538E-D5D3-48B1-A4D3-73C86FC5F489}"/>
              </a:ext>
            </a:extLst>
          </p:cNvPr>
          <p:cNvSpPr/>
          <p:nvPr/>
        </p:nvSpPr>
        <p:spPr>
          <a:xfrm>
            <a:off x="3850275" y="1972004"/>
            <a:ext cx="16426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……… </a:t>
            </a:r>
            <a:endParaRPr lang="es-MX" sz="2400" b="1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680488B6-E1CA-BEC2-15BF-2D09CCBC11D9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9D0EC9C-24AF-3590-94BC-FE732F1ED215}"/>
              </a:ext>
            </a:extLst>
          </p:cNvPr>
          <p:cNvSpPr/>
          <p:nvPr/>
        </p:nvSpPr>
        <p:spPr>
          <a:xfrm>
            <a:off x="6876332" y="1209481"/>
            <a:ext cx="3901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</a:t>
            </a:r>
            <a:endParaRPr lang="es-AR" sz="1600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279AD737-5F60-125D-76CD-63E3D6210E8F}"/>
              </a:ext>
            </a:extLst>
          </p:cNvPr>
          <p:cNvCxnSpPr>
            <a:cxnSpLocks/>
          </p:cNvCxnSpPr>
          <p:nvPr/>
        </p:nvCxnSpPr>
        <p:spPr>
          <a:xfrm rot="-60000">
            <a:off x="6753815" y="1498068"/>
            <a:ext cx="61627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111542E-A9D3-E046-3AC1-8C75D6181796}"/>
              </a:ext>
            </a:extLst>
          </p:cNvPr>
          <p:cNvSpPr/>
          <p:nvPr/>
        </p:nvSpPr>
        <p:spPr>
          <a:xfrm>
            <a:off x="8480611" y="1489521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</a:t>
            </a:r>
            <a:endParaRPr lang="es-MX" sz="1600" dirty="0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C361E29C-1D68-19F2-6148-210DAA5B4297}"/>
              </a:ext>
            </a:extLst>
          </p:cNvPr>
          <p:cNvCxnSpPr>
            <a:cxnSpLocks/>
          </p:cNvCxnSpPr>
          <p:nvPr/>
        </p:nvCxnSpPr>
        <p:spPr>
          <a:xfrm flipV="1">
            <a:off x="8083212" y="1314292"/>
            <a:ext cx="421026" cy="1788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AC3ABFA-627B-C147-C60C-7D6A8928B043}"/>
              </a:ext>
            </a:extLst>
          </p:cNvPr>
          <p:cNvSpPr/>
          <p:nvPr/>
        </p:nvSpPr>
        <p:spPr>
          <a:xfrm>
            <a:off x="8456983" y="1136542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sz="1600" dirty="0"/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931AC17F-5E15-3AE7-0B9F-2FFAF2C8C95B}"/>
              </a:ext>
            </a:extLst>
          </p:cNvPr>
          <p:cNvCxnSpPr>
            <a:cxnSpLocks/>
          </p:cNvCxnSpPr>
          <p:nvPr/>
        </p:nvCxnSpPr>
        <p:spPr>
          <a:xfrm>
            <a:off x="8072427" y="1510072"/>
            <a:ext cx="431811" cy="1915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DFC1C92-8EC2-2D1B-E24A-AA3D2D643003}"/>
              </a:ext>
            </a:extLst>
          </p:cNvPr>
          <p:cNvSpPr/>
          <p:nvPr/>
        </p:nvSpPr>
        <p:spPr>
          <a:xfrm>
            <a:off x="7370094" y="1185605"/>
            <a:ext cx="694090" cy="6006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147587F-9BC1-2BB2-7BF4-A468D17422F8}"/>
              </a:ext>
            </a:extLst>
          </p:cNvPr>
          <p:cNvSpPr/>
          <p:nvPr/>
        </p:nvSpPr>
        <p:spPr>
          <a:xfrm>
            <a:off x="7457612" y="1301407"/>
            <a:ext cx="5312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</a:rPr>
              <a:t> M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MX" sz="1600" dirty="0"/>
          </a:p>
          <a:p>
            <a:endParaRPr lang="es-MX" sz="1600" dirty="0"/>
          </a:p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7C2D99FA-A613-7EB8-7D76-5F902E5A1D4C}"/>
              </a:ext>
            </a:extLst>
          </p:cNvPr>
          <p:cNvSpPr/>
          <p:nvPr/>
        </p:nvSpPr>
        <p:spPr>
          <a:xfrm>
            <a:off x="6122098" y="1825489"/>
            <a:ext cx="488051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Existe una MT M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que decide L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en espacio O(S(n))</a:t>
            </a:r>
            <a:endParaRPr lang="es-MX" sz="1400" dirty="0"/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F89BB5FD-2451-FC41-075D-C3ACDD054D7B}"/>
              </a:ext>
            </a:extLst>
          </p:cNvPr>
          <p:cNvCxnSpPr>
            <a:cxnSpLocks/>
          </p:cNvCxnSpPr>
          <p:nvPr/>
        </p:nvCxnSpPr>
        <p:spPr>
          <a:xfrm flipV="1">
            <a:off x="4512241" y="1509665"/>
            <a:ext cx="2172998" cy="1049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AAA2083-FFE6-925A-DE24-6043AAE8C8F1}"/>
              </a:ext>
            </a:extLst>
          </p:cNvPr>
          <p:cNvSpPr/>
          <p:nvPr/>
        </p:nvSpPr>
        <p:spPr>
          <a:xfrm>
            <a:off x="4944801" y="1460409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MX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8B67B5D-58F9-D741-D341-42AB90CA3B48}"/>
              </a:ext>
            </a:extLst>
          </p:cNvPr>
          <p:cNvSpPr/>
          <p:nvPr/>
        </p:nvSpPr>
        <p:spPr>
          <a:xfrm>
            <a:off x="4644520" y="1794854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s-MX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A68A5FE0-0713-B699-B111-B7E783F9EF55}"/>
              </a:ext>
            </a:extLst>
          </p:cNvPr>
          <p:cNvSpPr/>
          <p:nvPr/>
        </p:nvSpPr>
        <p:spPr>
          <a:xfrm>
            <a:off x="4329441" y="1551331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186CB215-CD8C-E975-2C54-2E3D8E070748}"/>
              </a:ext>
            </a:extLst>
          </p:cNvPr>
          <p:cNvSpPr/>
          <p:nvPr/>
        </p:nvSpPr>
        <p:spPr>
          <a:xfrm>
            <a:off x="5058996" y="1743395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es-MX" dirty="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01D5428E-307B-D61F-1A51-E44CA1B9E7F1}"/>
              </a:ext>
            </a:extLst>
          </p:cNvPr>
          <p:cNvSpPr/>
          <p:nvPr/>
        </p:nvSpPr>
        <p:spPr>
          <a:xfrm>
            <a:off x="6556194" y="4343366"/>
            <a:ext cx="19772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abbcaabc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F0848D7E-7108-1C98-7743-BDA48AAF351D}"/>
              </a:ext>
            </a:extLst>
          </p:cNvPr>
          <p:cNvCxnSpPr>
            <a:cxnSpLocks/>
          </p:cNvCxnSpPr>
          <p:nvPr/>
        </p:nvCxnSpPr>
        <p:spPr>
          <a:xfrm rot="120000" flipV="1">
            <a:off x="6465567" y="4346641"/>
            <a:ext cx="1707955" cy="6485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D6E887BB-0175-1462-E602-0EED00826541}"/>
              </a:ext>
            </a:extLst>
          </p:cNvPr>
          <p:cNvCxnSpPr>
            <a:cxnSpLocks/>
          </p:cNvCxnSpPr>
          <p:nvPr/>
        </p:nvCxnSpPr>
        <p:spPr>
          <a:xfrm>
            <a:off x="6451966" y="4676873"/>
            <a:ext cx="170856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ángulo 40">
            <a:extLst>
              <a:ext uri="{FF2B5EF4-FFF2-40B4-BE49-F238E27FC236}">
                <a16:creationId xmlns:a16="http://schemas.microsoft.com/office/drawing/2014/main" id="{5A574F85-6CC4-64F3-490E-42666E715ACE}"/>
              </a:ext>
            </a:extLst>
          </p:cNvPr>
          <p:cNvSpPr/>
          <p:nvPr/>
        </p:nvSpPr>
        <p:spPr>
          <a:xfrm>
            <a:off x="7308290" y="5670921"/>
            <a:ext cx="25519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714E51FB-E0FD-57BC-3548-7CB50DBBC029}"/>
              </a:ext>
            </a:extLst>
          </p:cNvPr>
          <p:cNvSpPr/>
          <p:nvPr/>
        </p:nvSpPr>
        <p:spPr>
          <a:xfrm>
            <a:off x="7271852" y="5601670"/>
            <a:ext cx="2984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endParaRPr lang="es-MX" sz="1600" dirty="0"/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F758CEBA-ECCF-3221-6AE4-4898CDF4BEE5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7419752" y="5198785"/>
            <a:ext cx="264547" cy="4490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7045340C-61C3-5A76-45FC-B26CDF5D6C5E}"/>
              </a:ext>
            </a:extLst>
          </p:cNvPr>
          <p:cNvCxnSpPr>
            <a:cxnSpLocks/>
          </p:cNvCxnSpPr>
          <p:nvPr/>
        </p:nvCxnSpPr>
        <p:spPr>
          <a:xfrm flipH="1" flipV="1">
            <a:off x="6907075" y="4691030"/>
            <a:ext cx="516293" cy="97989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EEDB6429-0835-B7E9-1961-CF4A09A5961C}"/>
              </a:ext>
            </a:extLst>
          </p:cNvPr>
          <p:cNvCxnSpPr>
            <a:cxnSpLocks/>
          </p:cNvCxnSpPr>
          <p:nvPr/>
        </p:nvCxnSpPr>
        <p:spPr>
          <a:xfrm>
            <a:off x="6496659" y="6021764"/>
            <a:ext cx="1709179" cy="0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ángulo 45">
            <a:extLst>
              <a:ext uri="{FF2B5EF4-FFF2-40B4-BE49-F238E27FC236}">
                <a16:creationId xmlns:a16="http://schemas.microsoft.com/office/drawing/2014/main" id="{51A46FBC-F56C-75BA-B84A-15ACD3763E79}"/>
              </a:ext>
            </a:extLst>
          </p:cNvPr>
          <p:cNvSpPr/>
          <p:nvPr/>
        </p:nvSpPr>
        <p:spPr>
          <a:xfrm>
            <a:off x="6131000" y="6079710"/>
            <a:ext cx="28649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</a:t>
            </a:r>
            <a:r>
              <a:rPr lang="es-A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S(n) y </a:t>
            </a:r>
            <a:r>
              <a:rPr lang="es-A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tiempo </a:t>
            </a:r>
            <a:r>
              <a:rPr lang="es-AR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sz="2000" b="1" baseline="30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AR" sz="200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(n)</a:t>
            </a:r>
            <a:endParaRPr lang="es-AR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0C7177A2-24F7-FFF2-5FC7-963A63170782}"/>
              </a:ext>
            </a:extLst>
          </p:cNvPr>
          <p:cNvSpPr/>
          <p:nvPr/>
        </p:nvSpPr>
        <p:spPr>
          <a:xfrm>
            <a:off x="6695676" y="4860231"/>
            <a:ext cx="19772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xxyxxxz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7BEE7B42-FD28-CF9A-077D-1BC2541C4BCC}"/>
              </a:ext>
            </a:extLst>
          </p:cNvPr>
          <p:cNvCxnSpPr>
            <a:cxnSpLocks/>
          </p:cNvCxnSpPr>
          <p:nvPr/>
        </p:nvCxnSpPr>
        <p:spPr>
          <a:xfrm rot="120000" flipV="1">
            <a:off x="6502010" y="4864298"/>
            <a:ext cx="1707955" cy="6485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632955E3-3C0A-C630-7B03-1064F693CD30}"/>
              </a:ext>
            </a:extLst>
          </p:cNvPr>
          <p:cNvCxnSpPr>
            <a:cxnSpLocks/>
          </p:cNvCxnSpPr>
          <p:nvPr/>
        </p:nvCxnSpPr>
        <p:spPr>
          <a:xfrm>
            <a:off x="6488409" y="5194530"/>
            <a:ext cx="170856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EDF01A6-15FD-80F1-A722-69C22CB156C4}"/>
              </a:ext>
            </a:extLst>
          </p:cNvPr>
          <p:cNvSpPr txBox="1"/>
          <p:nvPr/>
        </p:nvSpPr>
        <p:spPr>
          <a:xfrm>
            <a:off x="8278362" y="4338319"/>
            <a:ext cx="16399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n posiciones</a:t>
            </a:r>
            <a:endParaRPr lang="es-AR" sz="16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49A7732-8ADC-95EB-DC8F-9243A725A036}"/>
              </a:ext>
            </a:extLst>
          </p:cNvPr>
          <p:cNvSpPr txBox="1"/>
          <p:nvPr/>
        </p:nvSpPr>
        <p:spPr>
          <a:xfrm>
            <a:off x="8257524" y="4840047"/>
            <a:ext cx="34345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S(n) posiciones y |</a:t>
            </a:r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Γ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s-AR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S(n)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contenidos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31F2EFA-56E1-8AC1-B8F0-A5B262C8FF2D}"/>
              </a:ext>
            </a:extLst>
          </p:cNvPr>
          <p:cNvSpPr txBox="1"/>
          <p:nvPr/>
        </p:nvSpPr>
        <p:spPr>
          <a:xfrm>
            <a:off x="8257524" y="5604206"/>
            <a:ext cx="16399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|Q| estados</a:t>
            </a:r>
            <a:endParaRPr lang="es-AR" sz="16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0CECBAD-3FE0-AD0F-DC13-BAB2D6EB67C4}"/>
              </a:ext>
            </a:extLst>
          </p:cNvPr>
          <p:cNvSpPr txBox="1"/>
          <p:nvPr/>
        </p:nvSpPr>
        <p:spPr>
          <a:xfrm>
            <a:off x="7656591" y="3026131"/>
            <a:ext cx="27639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/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Recorre no más de T(n)</a:t>
            </a:r>
          </a:p>
          <a:p>
            <a:pPr marL="0" lvl="1" algn="just"/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celdas en una dirección    </a:t>
            </a:r>
          </a:p>
        </p:txBody>
      </p:sp>
    </p:spTree>
    <p:extLst>
      <p:ext uri="{BB962C8B-B14F-4D97-AF65-F5344CB8AC3E}">
        <p14:creationId xmlns:p14="http://schemas.microsoft.com/office/powerpoint/2010/main" val="947459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1" grpId="0" animBg="1"/>
      <p:bldP spid="42" grpId="0"/>
      <p:bldP spid="46" grpId="0"/>
      <p:bldP spid="47" grpId="0"/>
      <p:bldP spid="17" grpId="0"/>
      <p:bldP spid="26" grpId="0"/>
      <p:bldP spid="27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F5C64FA-3AE6-4F65-AE9C-7FB5D6F46755}"/>
              </a:ext>
            </a:extLst>
          </p:cNvPr>
          <p:cNvSpPr/>
          <p:nvPr/>
        </p:nvSpPr>
        <p:spPr>
          <a:xfrm>
            <a:off x="483698" y="5692090"/>
            <a:ext cx="5192799" cy="923330"/>
          </a:xfrm>
          <a:prstGeom prst="rect">
            <a:avLst/>
          </a:prstGeom>
          <a:ln w="190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s-A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Robustez:</a:t>
            </a:r>
            <a:r>
              <a:rPr kumimoji="0" lang="es-A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 una MT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s-A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con K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s-A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cintas ocupa espacio </a:t>
            </a:r>
            <a:r>
              <a:rPr kumimoji="0" lang="es-AR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kumimoji="0" lang="es-A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(n), existe una MT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s-A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equivalente</a:t>
            </a:r>
          </a:p>
          <a:p>
            <a:pPr>
              <a:defRPr/>
            </a:pPr>
            <a:r>
              <a:rPr kumimoji="0" lang="es-A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 K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kumimoji="0" lang="es-MX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cintas que también ocupa espacio </a:t>
            </a:r>
            <a:r>
              <a:rPr kumimoji="0" lang="es-MX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kumimoji="0" lang="es-MX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(n). </a:t>
            </a:r>
            <a:endParaRPr kumimoji="0" lang="es-MX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D6CEF29-F30C-4F16-B4F6-6B80D4A59D99}"/>
              </a:ext>
            </a:extLst>
          </p:cNvPr>
          <p:cNvSpPr/>
          <p:nvPr/>
        </p:nvSpPr>
        <p:spPr>
          <a:xfrm>
            <a:off x="2322705" y="3055203"/>
            <a:ext cx="11889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SPACE(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</a:t>
            </a:r>
            <a:r>
              <a:rPr kumimoji="0" lang="es-ES" sz="160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endParaRPr kumimoji="0" lang="es-MX" sz="16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9736AEB-93E5-441B-981D-F6EFCC97127F}"/>
              </a:ext>
            </a:extLst>
          </p:cNvPr>
          <p:cNvSpPr/>
          <p:nvPr/>
        </p:nvSpPr>
        <p:spPr>
          <a:xfrm>
            <a:off x="2322705" y="1873196"/>
            <a:ext cx="11889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SPACE(n</a:t>
            </a:r>
            <a:r>
              <a:rPr kumimoji="0" lang="es-E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A909EB7-E21A-4E99-9289-EADF7CA2C111}"/>
              </a:ext>
            </a:extLst>
          </p:cNvPr>
          <p:cNvSpPr/>
          <p:nvPr/>
        </p:nvSpPr>
        <p:spPr>
          <a:xfrm>
            <a:off x="1951934" y="781956"/>
            <a:ext cx="22826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200" b="1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SPACE</a:t>
            </a:r>
            <a:endParaRPr kumimoji="0" lang="es-MX" sz="3200" b="1" i="0" u="none" strike="noStrike" kern="1200" cap="none" spc="0" normalizeH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89C987D2-20DA-4A5D-99A1-B226ABF565B9}"/>
              </a:ext>
            </a:extLst>
          </p:cNvPr>
          <p:cNvSpPr/>
          <p:nvPr/>
        </p:nvSpPr>
        <p:spPr>
          <a:xfrm>
            <a:off x="1951934" y="2277406"/>
            <a:ext cx="1858297" cy="1850774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Diagrama de flujo: conector 21">
            <a:extLst>
              <a:ext uri="{FF2B5EF4-FFF2-40B4-BE49-F238E27FC236}">
                <a16:creationId xmlns:a16="http://schemas.microsoft.com/office/drawing/2014/main" id="{38C32B55-86A8-4E92-B651-00230B9FDE92}"/>
              </a:ext>
            </a:extLst>
          </p:cNvPr>
          <p:cNvSpPr/>
          <p:nvPr/>
        </p:nvSpPr>
        <p:spPr>
          <a:xfrm>
            <a:off x="2374695" y="2756399"/>
            <a:ext cx="1050799" cy="986569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Diagrama de flujo: conector 22">
            <a:extLst>
              <a:ext uri="{FF2B5EF4-FFF2-40B4-BE49-F238E27FC236}">
                <a16:creationId xmlns:a16="http://schemas.microsoft.com/office/drawing/2014/main" id="{3DDD728C-A3E9-4441-A3F0-E723A0244190}"/>
              </a:ext>
            </a:extLst>
          </p:cNvPr>
          <p:cNvSpPr/>
          <p:nvPr/>
        </p:nvSpPr>
        <p:spPr>
          <a:xfrm>
            <a:off x="1440657" y="1691686"/>
            <a:ext cx="2900516" cy="284479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C7288EE-D842-4778-894E-4FC61A7C6A3E}"/>
              </a:ext>
            </a:extLst>
          </p:cNvPr>
          <p:cNvSpPr/>
          <p:nvPr/>
        </p:nvSpPr>
        <p:spPr>
          <a:xfrm>
            <a:off x="2322705" y="2424645"/>
            <a:ext cx="11889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SPACE(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</a:t>
            </a:r>
            <a:r>
              <a:rPr kumimoji="0" lang="es-ES" sz="160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lang="es-E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MX" sz="1600" dirty="0"/>
          </a:p>
        </p:txBody>
      </p:sp>
      <p:sp>
        <p:nvSpPr>
          <p:cNvPr id="25" name="Diagrama de flujo: conector 24">
            <a:extLst>
              <a:ext uri="{FF2B5EF4-FFF2-40B4-BE49-F238E27FC236}">
                <a16:creationId xmlns:a16="http://schemas.microsoft.com/office/drawing/2014/main" id="{A8D7AE9E-0A15-4353-9669-6C6AF098F93C}"/>
              </a:ext>
            </a:extLst>
          </p:cNvPr>
          <p:cNvSpPr/>
          <p:nvPr/>
        </p:nvSpPr>
        <p:spPr>
          <a:xfrm>
            <a:off x="904194" y="1249135"/>
            <a:ext cx="3990698" cy="3715243"/>
          </a:xfrm>
          <a:prstGeom prst="flowChartConnector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Diagrama de flujo: conector 25">
            <a:extLst>
              <a:ext uri="{FF2B5EF4-FFF2-40B4-BE49-F238E27FC236}">
                <a16:creationId xmlns:a16="http://schemas.microsoft.com/office/drawing/2014/main" id="{7201461D-987A-43B0-8CB0-8A5D349A46A5}"/>
              </a:ext>
            </a:extLst>
          </p:cNvPr>
          <p:cNvSpPr/>
          <p:nvPr/>
        </p:nvSpPr>
        <p:spPr>
          <a:xfrm>
            <a:off x="407331" y="725915"/>
            <a:ext cx="5079253" cy="4725559"/>
          </a:xfrm>
          <a:prstGeom prst="flowChartConnector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623F403-3979-46D0-9131-6D5EEBE8D28E}"/>
              </a:ext>
            </a:extLst>
          </p:cNvPr>
          <p:cNvSpPr txBox="1"/>
          <p:nvPr/>
        </p:nvSpPr>
        <p:spPr>
          <a:xfrm>
            <a:off x="5885776" y="746745"/>
            <a:ext cx="5976212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Ejemplo de lenguaje en la clase PSPACE</a:t>
            </a: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altLang="es-MX" sz="1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 = {</a:t>
            </a:r>
            <a:r>
              <a:rPr lang="es-AR" altLang="es-MX" sz="1600" b="1" dirty="0" err="1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vcv</a:t>
            </a:r>
            <a:r>
              <a:rPr lang="es-AR" sz="1600" b="1" baseline="30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sz="1600" b="1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</a:t>
            </a:r>
            <a:r>
              <a:rPr lang="es-AR" sz="16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AR" sz="1600" b="1" baseline="30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sz="1600" b="1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la inversa de v y tiene símbolos </a:t>
            </a:r>
            <a:r>
              <a:rPr lang="es-AR" sz="16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b} </a:t>
            </a:r>
          </a:p>
          <a:p>
            <a:endParaRPr lang="es-AR" sz="16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La siguiente MT M decide L en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espacio O(n):</a:t>
            </a:r>
          </a:p>
          <a:p>
            <a:pPr algn="just"/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AutoNum type="arabicPeriod"/>
            </a:pP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Copia la entrada hasta antes de la c en la cinta 2.</a:t>
            </a:r>
          </a:p>
          <a:p>
            <a:pPr marL="342900" indent="-342900" algn="just">
              <a:buAutoNum type="arabicPeriod"/>
            </a:pP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Saltea la c en la cinta 1.</a:t>
            </a:r>
          </a:p>
          <a:p>
            <a:pPr marL="342900" indent="-342900" algn="just">
              <a:buAutoNum type="arabicPeriod"/>
            </a:pP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Compara símbolo a símbolo las dos cintas, yendo a la derecha en la cinta 1 y a la izquierda en la cinta 2, hasta llegar a un blanco en las dos cintas, en cuyo caso acepta.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2550C22-0305-472B-BC08-05AAF2B35640}"/>
              </a:ext>
            </a:extLst>
          </p:cNvPr>
          <p:cNvSpPr txBox="1"/>
          <p:nvPr/>
        </p:nvSpPr>
        <p:spPr>
          <a:xfrm>
            <a:off x="902362" y="4128180"/>
            <a:ext cx="406422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s-AR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Todo lenguaje de </a:t>
            </a:r>
            <a:r>
              <a:rPr lang="es-AR" sz="2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PSPACE </a:t>
            </a:r>
            <a:r>
              <a:rPr kumimoji="0" lang="es-AR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 decidido por una MT</a:t>
            </a:r>
          </a:p>
          <a:p>
            <a:pPr algn="ctr"/>
            <a:r>
              <a:rPr kumimoji="0" lang="es-AR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 espacio </a:t>
            </a:r>
            <a:r>
              <a:rPr kumimoji="0" lang="es-AR" sz="2000" b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poly</a:t>
            </a:r>
            <a:r>
              <a:rPr kumimoji="0" lang="es-AR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(n)</a:t>
            </a:r>
            <a:endParaRPr lang="es-AR" sz="2000" b="1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273AF88-66E1-4AC7-92CF-98A391D109F9}"/>
              </a:ext>
            </a:extLst>
          </p:cNvPr>
          <p:cNvSpPr/>
          <p:nvPr/>
        </p:nvSpPr>
        <p:spPr>
          <a:xfrm>
            <a:off x="7103899" y="4353271"/>
            <a:ext cx="11689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b c b a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9EC9F923-4302-46AC-B37B-7D1C25DA8C33}"/>
              </a:ext>
            </a:extLst>
          </p:cNvPr>
          <p:cNvCxnSpPr>
            <a:cxnSpLocks/>
          </p:cNvCxnSpPr>
          <p:nvPr/>
        </p:nvCxnSpPr>
        <p:spPr>
          <a:xfrm>
            <a:off x="7123122" y="4349218"/>
            <a:ext cx="12427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5D3CB89D-0D54-4A6A-9698-7A743CDBC813}"/>
              </a:ext>
            </a:extLst>
          </p:cNvPr>
          <p:cNvCxnSpPr>
            <a:cxnSpLocks/>
          </p:cNvCxnSpPr>
          <p:nvPr/>
        </p:nvCxnSpPr>
        <p:spPr>
          <a:xfrm flipH="1" flipV="1">
            <a:off x="7593496" y="5122803"/>
            <a:ext cx="397825" cy="4984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F0B45E44-DA8D-45D2-8D87-D957BD89A7C0}"/>
              </a:ext>
            </a:extLst>
          </p:cNvPr>
          <p:cNvCxnSpPr>
            <a:cxnSpLocks/>
            <a:endCxn id="18" idx="2"/>
          </p:cNvCxnSpPr>
          <p:nvPr/>
        </p:nvCxnSpPr>
        <p:spPr>
          <a:xfrm flipH="1" flipV="1">
            <a:off x="7688354" y="4661048"/>
            <a:ext cx="267819" cy="94199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EFF743EE-724E-4E5F-A4E0-F13FAAA287FE}"/>
              </a:ext>
            </a:extLst>
          </p:cNvPr>
          <p:cNvCxnSpPr>
            <a:cxnSpLocks/>
          </p:cNvCxnSpPr>
          <p:nvPr/>
        </p:nvCxnSpPr>
        <p:spPr>
          <a:xfrm>
            <a:off x="7103899" y="4661048"/>
            <a:ext cx="12619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ángulo: esquinas diagonales redondeadas 59">
            <a:extLst>
              <a:ext uri="{FF2B5EF4-FFF2-40B4-BE49-F238E27FC236}">
                <a16:creationId xmlns:a16="http://schemas.microsoft.com/office/drawing/2014/main" id="{39C22F34-BEAE-49A0-AA65-08AB987A3C5B}"/>
              </a:ext>
            </a:extLst>
          </p:cNvPr>
          <p:cNvSpPr/>
          <p:nvPr/>
        </p:nvSpPr>
        <p:spPr>
          <a:xfrm>
            <a:off x="7929674" y="5621264"/>
            <a:ext cx="143588" cy="157864"/>
          </a:xfrm>
          <a:prstGeom prst="round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CBE11268-9483-49AF-AA7D-E6AB26AD730B}"/>
              </a:ext>
            </a:extLst>
          </p:cNvPr>
          <p:cNvCxnSpPr>
            <a:cxnSpLocks/>
          </p:cNvCxnSpPr>
          <p:nvPr/>
        </p:nvCxnSpPr>
        <p:spPr>
          <a:xfrm>
            <a:off x="7123122" y="4815026"/>
            <a:ext cx="12427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B5C13953-BB11-4078-88BB-8FB494F303BA}"/>
              </a:ext>
            </a:extLst>
          </p:cNvPr>
          <p:cNvCxnSpPr>
            <a:cxnSpLocks/>
          </p:cNvCxnSpPr>
          <p:nvPr/>
        </p:nvCxnSpPr>
        <p:spPr>
          <a:xfrm>
            <a:off x="7123122" y="5105715"/>
            <a:ext cx="12427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ángulo 68">
            <a:extLst>
              <a:ext uri="{FF2B5EF4-FFF2-40B4-BE49-F238E27FC236}">
                <a16:creationId xmlns:a16="http://schemas.microsoft.com/office/drawing/2014/main" id="{A06E5423-4898-498D-AD7B-B841528C5B4B}"/>
              </a:ext>
            </a:extLst>
          </p:cNvPr>
          <p:cNvSpPr/>
          <p:nvPr/>
        </p:nvSpPr>
        <p:spPr>
          <a:xfrm>
            <a:off x="8660386" y="4349218"/>
            <a:ext cx="11689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b c b a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7EB4C714-7BAB-4A58-94F6-1144E3515CD2}"/>
              </a:ext>
            </a:extLst>
          </p:cNvPr>
          <p:cNvCxnSpPr>
            <a:cxnSpLocks/>
          </p:cNvCxnSpPr>
          <p:nvPr/>
        </p:nvCxnSpPr>
        <p:spPr>
          <a:xfrm>
            <a:off x="8679609" y="4345165"/>
            <a:ext cx="12427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de flecha 70">
            <a:extLst>
              <a:ext uri="{FF2B5EF4-FFF2-40B4-BE49-F238E27FC236}">
                <a16:creationId xmlns:a16="http://schemas.microsoft.com/office/drawing/2014/main" id="{730FB00E-99EA-481B-AC6D-926A7D28536B}"/>
              </a:ext>
            </a:extLst>
          </p:cNvPr>
          <p:cNvCxnSpPr>
            <a:cxnSpLocks/>
          </p:cNvCxnSpPr>
          <p:nvPr/>
        </p:nvCxnSpPr>
        <p:spPr>
          <a:xfrm flipH="1" flipV="1">
            <a:off x="9102953" y="5114953"/>
            <a:ext cx="444855" cy="5022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E94385C7-7410-4C20-8276-E65FDA89C8A9}"/>
              </a:ext>
            </a:extLst>
          </p:cNvPr>
          <p:cNvCxnSpPr>
            <a:cxnSpLocks/>
          </p:cNvCxnSpPr>
          <p:nvPr/>
        </p:nvCxnSpPr>
        <p:spPr>
          <a:xfrm flipH="1" flipV="1">
            <a:off x="9382539" y="4656995"/>
            <a:ext cx="212121" cy="96021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30B9734A-7B1B-4497-921A-70F7BB3AD08B}"/>
              </a:ext>
            </a:extLst>
          </p:cNvPr>
          <p:cNvCxnSpPr>
            <a:cxnSpLocks/>
          </p:cNvCxnSpPr>
          <p:nvPr/>
        </p:nvCxnSpPr>
        <p:spPr>
          <a:xfrm>
            <a:off x="8660386" y="4656995"/>
            <a:ext cx="12619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ángulo: esquinas diagonales redondeadas 73">
            <a:extLst>
              <a:ext uri="{FF2B5EF4-FFF2-40B4-BE49-F238E27FC236}">
                <a16:creationId xmlns:a16="http://schemas.microsoft.com/office/drawing/2014/main" id="{E3F590BC-2F19-4E8D-A1EA-D295ACCEF173}"/>
              </a:ext>
            </a:extLst>
          </p:cNvPr>
          <p:cNvSpPr/>
          <p:nvPr/>
        </p:nvSpPr>
        <p:spPr>
          <a:xfrm>
            <a:off x="9486161" y="5617211"/>
            <a:ext cx="143588" cy="157864"/>
          </a:xfrm>
          <a:prstGeom prst="round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5AB245A9-CEBC-4FF0-8DA3-912CF892A31E}"/>
              </a:ext>
            </a:extLst>
          </p:cNvPr>
          <p:cNvCxnSpPr>
            <a:cxnSpLocks/>
          </p:cNvCxnSpPr>
          <p:nvPr/>
        </p:nvCxnSpPr>
        <p:spPr>
          <a:xfrm>
            <a:off x="8679609" y="4810973"/>
            <a:ext cx="12427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340F2892-413A-4A5B-A4BB-FDD6CA9C6918}"/>
              </a:ext>
            </a:extLst>
          </p:cNvPr>
          <p:cNvCxnSpPr>
            <a:cxnSpLocks/>
          </p:cNvCxnSpPr>
          <p:nvPr/>
        </p:nvCxnSpPr>
        <p:spPr>
          <a:xfrm>
            <a:off x="8679609" y="5101662"/>
            <a:ext cx="12427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ángulo 76">
            <a:extLst>
              <a:ext uri="{FF2B5EF4-FFF2-40B4-BE49-F238E27FC236}">
                <a16:creationId xmlns:a16="http://schemas.microsoft.com/office/drawing/2014/main" id="{87D87C28-3A03-4381-A45F-B42A3FB1D257}"/>
              </a:ext>
            </a:extLst>
          </p:cNvPr>
          <p:cNvSpPr/>
          <p:nvPr/>
        </p:nvSpPr>
        <p:spPr>
          <a:xfrm>
            <a:off x="10193592" y="4345165"/>
            <a:ext cx="11785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b c b a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18F8407C-2CD0-4DA2-83AB-13A9C47C3BC4}"/>
              </a:ext>
            </a:extLst>
          </p:cNvPr>
          <p:cNvCxnSpPr>
            <a:cxnSpLocks/>
          </p:cNvCxnSpPr>
          <p:nvPr/>
        </p:nvCxnSpPr>
        <p:spPr>
          <a:xfrm>
            <a:off x="10212815" y="4341112"/>
            <a:ext cx="12427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cto de flecha 78">
            <a:extLst>
              <a:ext uri="{FF2B5EF4-FFF2-40B4-BE49-F238E27FC236}">
                <a16:creationId xmlns:a16="http://schemas.microsoft.com/office/drawing/2014/main" id="{3C98EC10-CC7A-4932-8DA5-90355AF2B52E}"/>
              </a:ext>
            </a:extLst>
          </p:cNvPr>
          <p:cNvCxnSpPr>
            <a:cxnSpLocks/>
          </p:cNvCxnSpPr>
          <p:nvPr/>
        </p:nvCxnSpPr>
        <p:spPr>
          <a:xfrm flipH="1" flipV="1">
            <a:off x="10245154" y="5122803"/>
            <a:ext cx="835860" cy="4903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8EE7E308-7785-4461-AFA5-1BBE9C0BA1F1}"/>
              </a:ext>
            </a:extLst>
          </p:cNvPr>
          <p:cNvCxnSpPr>
            <a:cxnSpLocks/>
          </p:cNvCxnSpPr>
          <p:nvPr/>
        </p:nvCxnSpPr>
        <p:spPr>
          <a:xfrm flipV="1">
            <a:off x="11127866" y="4648890"/>
            <a:ext cx="207368" cy="9642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cto 80">
            <a:extLst>
              <a:ext uri="{FF2B5EF4-FFF2-40B4-BE49-F238E27FC236}">
                <a16:creationId xmlns:a16="http://schemas.microsoft.com/office/drawing/2014/main" id="{E0574492-2AD8-4643-AB93-4B41ACA661E5}"/>
              </a:ext>
            </a:extLst>
          </p:cNvPr>
          <p:cNvCxnSpPr>
            <a:cxnSpLocks/>
          </p:cNvCxnSpPr>
          <p:nvPr/>
        </p:nvCxnSpPr>
        <p:spPr>
          <a:xfrm>
            <a:off x="10193592" y="4652942"/>
            <a:ext cx="12619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ángulo: esquinas diagonales redondeadas 81">
            <a:extLst>
              <a:ext uri="{FF2B5EF4-FFF2-40B4-BE49-F238E27FC236}">
                <a16:creationId xmlns:a16="http://schemas.microsoft.com/office/drawing/2014/main" id="{C722F5A2-7B43-4C95-9838-32D81572F9BE}"/>
              </a:ext>
            </a:extLst>
          </p:cNvPr>
          <p:cNvSpPr/>
          <p:nvPr/>
        </p:nvSpPr>
        <p:spPr>
          <a:xfrm>
            <a:off x="11019367" y="5613158"/>
            <a:ext cx="143588" cy="157864"/>
          </a:xfrm>
          <a:prstGeom prst="round2Diag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4F117CF2-0A42-4C12-A291-F3B0499EE245}"/>
              </a:ext>
            </a:extLst>
          </p:cNvPr>
          <p:cNvCxnSpPr>
            <a:cxnSpLocks/>
          </p:cNvCxnSpPr>
          <p:nvPr/>
        </p:nvCxnSpPr>
        <p:spPr>
          <a:xfrm>
            <a:off x="10212815" y="4806920"/>
            <a:ext cx="12427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5279989C-517E-46B1-9DFF-CBDEB19646FB}"/>
              </a:ext>
            </a:extLst>
          </p:cNvPr>
          <p:cNvCxnSpPr>
            <a:cxnSpLocks/>
          </p:cNvCxnSpPr>
          <p:nvPr/>
        </p:nvCxnSpPr>
        <p:spPr>
          <a:xfrm>
            <a:off x="10212815" y="5097609"/>
            <a:ext cx="124272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ángulo 96">
            <a:extLst>
              <a:ext uri="{FF2B5EF4-FFF2-40B4-BE49-F238E27FC236}">
                <a16:creationId xmlns:a16="http://schemas.microsoft.com/office/drawing/2014/main" id="{52BDF88E-0F3D-49EC-AE7E-68A91A50A6E5}"/>
              </a:ext>
            </a:extLst>
          </p:cNvPr>
          <p:cNvSpPr/>
          <p:nvPr/>
        </p:nvSpPr>
        <p:spPr>
          <a:xfrm>
            <a:off x="8679609" y="4789709"/>
            <a:ext cx="5822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EBC93C28-2ACD-41B1-B51A-B3DB52EE8D02}"/>
              </a:ext>
            </a:extLst>
          </p:cNvPr>
          <p:cNvSpPr/>
          <p:nvPr/>
        </p:nvSpPr>
        <p:spPr>
          <a:xfrm>
            <a:off x="10193592" y="4785856"/>
            <a:ext cx="5822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9584845A-D46D-4F43-8EF4-8140BBB769E1}"/>
              </a:ext>
            </a:extLst>
          </p:cNvPr>
          <p:cNvSpPr/>
          <p:nvPr/>
        </p:nvSpPr>
        <p:spPr>
          <a:xfrm>
            <a:off x="7123469" y="4807176"/>
            <a:ext cx="5822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E42EA4A2-B48C-4D7B-91C3-83AC4CBF8D19}"/>
              </a:ext>
            </a:extLst>
          </p:cNvPr>
          <p:cNvSpPr txBox="1"/>
          <p:nvPr/>
        </p:nvSpPr>
        <p:spPr>
          <a:xfrm>
            <a:off x="7464156" y="5804470"/>
            <a:ext cx="1638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Etapa 1</a:t>
            </a:r>
            <a:endParaRPr lang="es-AR" b="1" dirty="0"/>
          </a:p>
        </p:txBody>
      </p: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59D878F4-EED5-411F-87C8-59636530B6F9}"/>
              </a:ext>
            </a:extLst>
          </p:cNvPr>
          <p:cNvSpPr txBox="1"/>
          <p:nvPr/>
        </p:nvSpPr>
        <p:spPr>
          <a:xfrm>
            <a:off x="8997778" y="5814074"/>
            <a:ext cx="14145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Etapa 2</a:t>
            </a:r>
            <a:endParaRPr lang="es-AR" b="1" dirty="0"/>
          </a:p>
        </p:txBody>
      </p: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29972009-E680-45F8-B78D-3EB0D41B665D}"/>
              </a:ext>
            </a:extLst>
          </p:cNvPr>
          <p:cNvSpPr txBox="1"/>
          <p:nvPr/>
        </p:nvSpPr>
        <p:spPr>
          <a:xfrm>
            <a:off x="10527994" y="5803969"/>
            <a:ext cx="1105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Etapa 3</a:t>
            </a:r>
            <a:endParaRPr lang="es-AR" b="1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78B5336-6092-4491-21ED-822284FF7480}"/>
              </a:ext>
            </a:extLst>
          </p:cNvPr>
          <p:cNvSpPr/>
          <p:nvPr/>
        </p:nvSpPr>
        <p:spPr>
          <a:xfrm>
            <a:off x="234561" y="74730"/>
            <a:ext cx="116274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La clase PSPACE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A437A0-B7CD-B0D9-41F2-6EB45C15BB7C}"/>
              </a:ext>
            </a:extLst>
          </p:cNvPr>
          <p:cNvSpPr txBox="1"/>
          <p:nvPr/>
        </p:nvSpPr>
        <p:spPr>
          <a:xfrm>
            <a:off x="6094893" y="3933676"/>
            <a:ext cx="16399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u="sng" dirty="0">
                <a:latin typeface="Arial" panose="020B0604020202020204" pitchFamily="34" charset="0"/>
                <a:cs typeface="Arial" panose="020B0604020202020204" pitchFamily="34" charset="0"/>
              </a:rPr>
              <a:t>Por ejemplo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AR" sz="1600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D5B5F4CA-0D1C-5DEE-8A80-06FA7F622F8C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94E738F-671A-6136-3F7A-C469E50030F5}"/>
              </a:ext>
            </a:extLst>
          </p:cNvPr>
          <p:cNvSpPr txBox="1"/>
          <p:nvPr/>
        </p:nvSpPr>
        <p:spPr>
          <a:xfrm>
            <a:off x="7521094" y="6218020"/>
            <a:ext cx="3960400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En la cinta 2, M ocupa espacio O(n) </a:t>
            </a: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34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8" grpId="0"/>
      <p:bldP spid="60" grpId="0" animBg="1"/>
      <p:bldP spid="69" grpId="0"/>
      <p:bldP spid="74" grpId="0" animBg="1"/>
      <p:bldP spid="77" grpId="0"/>
      <p:bldP spid="82" grpId="0" animBg="1"/>
      <p:bldP spid="97" grpId="0"/>
      <p:bldP spid="98" grpId="0"/>
      <p:bldP spid="101" grpId="0"/>
      <p:bldP spid="108" grpId="0"/>
      <p:bldP spid="109" grpId="0"/>
      <p:bldP spid="110" grpId="0"/>
      <p:bldP spid="3" grpId="0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2823CBE-5E8E-4CBD-A07D-6112B0E8B381}"/>
              </a:ext>
            </a:extLst>
          </p:cNvPr>
          <p:cNvSpPr/>
          <p:nvPr/>
        </p:nvSpPr>
        <p:spPr>
          <a:xfrm>
            <a:off x="312603" y="717422"/>
            <a:ext cx="11758474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altLang="es-MX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Pero </a:t>
            </a:r>
            <a:r>
              <a:rPr lang="es-AR" altLang="es-MX" sz="18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 = {</a:t>
            </a:r>
            <a:r>
              <a:rPr lang="es-AR" altLang="es-MX" sz="1800" b="1" dirty="0" err="1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vcv</a:t>
            </a:r>
            <a:r>
              <a:rPr lang="es-AR" sz="1800" b="1" baseline="30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sz="1800" b="1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</a:t>
            </a:r>
            <a:r>
              <a:rPr lang="es-AR" sz="18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AR" sz="1800" b="1" baseline="30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sz="1800" b="1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la inversa de v y tiene símbolos </a:t>
            </a:r>
            <a:r>
              <a:rPr lang="es-AR" sz="18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b}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se puede decidir en espaci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o menor que O(n):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 siguiente MT decide L en espacio </a:t>
            </a:r>
            <a:r>
              <a:rPr lang="es-AR" altLang="es-MX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O(log</a:t>
            </a:r>
            <a:r>
              <a:rPr lang="es-E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altLang="es-MX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n) </a:t>
            </a: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(veámoslo con la entrada </a:t>
            </a:r>
            <a:r>
              <a:rPr lang="es-AR" altLang="es-MX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 = </a:t>
            </a:r>
            <a:r>
              <a:rPr lang="es-AR" altLang="es-MX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aabbbcbbbaa</a:t>
            </a: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con |w| = 11):</a:t>
            </a:r>
          </a:p>
          <a:p>
            <a:pPr lvl="0" algn="just"/>
            <a:endParaRPr lang="es-AR" altLang="es-MX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1.  Hace i := 1 en la cinta 1.</a:t>
            </a:r>
          </a:p>
          <a:p>
            <a:pPr lvl="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2.  Hace j := n en la cinta 2. Si n es par, rechaza.  </a:t>
            </a:r>
          </a:p>
          <a:p>
            <a:pPr lvl="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3.  Copia el símbolo i de w en la cinta 3.</a:t>
            </a:r>
          </a:p>
          <a:p>
            <a:pPr lvl="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4.  Copia el símbolo j de w en la cinta 4.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5.  Si i = j: si los símbolos son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c, </a:t>
            </a:r>
            <a:r>
              <a:rPr lang="es-AR" altLang="es-MX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acepta,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no, </a:t>
            </a:r>
            <a:r>
              <a:rPr lang="es-AR" altLang="es-MX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rechaza.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lvl="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Si i ≠ </a:t>
            </a:r>
            <a:r>
              <a:rPr lang="es-AR" dirty="0"/>
              <a:t>j: si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los símbolos no son los dos </a:t>
            </a:r>
            <a:r>
              <a:rPr lang="es-AR" altLang="es-MX" b="1" i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s-AR" altLang="es-MX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AR" altLang="es-MX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 los dos </a:t>
            </a:r>
            <a:r>
              <a:rPr lang="es-AR" altLang="es-MX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</a:t>
            </a:r>
            <a:r>
              <a:rPr lang="es-AR" altLang="es-MX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rechaza. </a:t>
            </a:r>
          </a:p>
          <a:p>
            <a:pPr lvl="0" algn="just"/>
            <a:r>
              <a:rPr lang="es-AR" altLang="es-MX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6.  Hace i := i + 1 en la cinta 1.</a:t>
            </a:r>
          </a:p>
          <a:p>
            <a:pPr lvl="0" algn="just"/>
            <a:r>
              <a:rPr lang="es-AR" altLang="es-MX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7.  Hace j := j – 1 en la cinta 2.</a:t>
            </a:r>
          </a:p>
          <a:p>
            <a:pPr lvl="0" algn="just"/>
            <a:r>
              <a:rPr lang="es-AR" altLang="es-MX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8.  Vuelve al paso 3.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5CCD5A-11FD-4DEF-A59C-DE0794EE206A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5EB5608-9C5D-4E9A-B37E-02AAC145DCA9}"/>
              </a:ext>
            </a:extLst>
          </p:cNvPr>
          <p:cNvSpPr/>
          <p:nvPr/>
        </p:nvSpPr>
        <p:spPr>
          <a:xfrm>
            <a:off x="7579281" y="2352126"/>
            <a:ext cx="197724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AR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 b </a:t>
            </a:r>
            <a:r>
              <a:rPr lang="es-AR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 c b </a:t>
            </a:r>
            <a:r>
              <a:rPr lang="es-AR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s-AR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AR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A122BDA2-9FB8-48E0-B8FF-BF30C40C1BB2}"/>
              </a:ext>
            </a:extLst>
          </p:cNvPr>
          <p:cNvCxnSpPr>
            <a:cxnSpLocks/>
          </p:cNvCxnSpPr>
          <p:nvPr/>
        </p:nvCxnSpPr>
        <p:spPr>
          <a:xfrm>
            <a:off x="7064804" y="2340663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C88E367-AB61-438A-8726-0A6083AAF491}"/>
              </a:ext>
            </a:extLst>
          </p:cNvPr>
          <p:cNvCxnSpPr>
            <a:cxnSpLocks/>
          </p:cNvCxnSpPr>
          <p:nvPr/>
        </p:nvCxnSpPr>
        <p:spPr>
          <a:xfrm>
            <a:off x="7064804" y="2586884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3C915C4-D214-4977-8CD3-EC23ADDA39ED}"/>
              </a:ext>
            </a:extLst>
          </p:cNvPr>
          <p:cNvSpPr/>
          <p:nvPr/>
        </p:nvSpPr>
        <p:spPr>
          <a:xfrm>
            <a:off x="7561832" y="2709993"/>
            <a:ext cx="197724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i = 1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8C4E23F-4FD1-4847-931B-00B6043BDA67}"/>
              </a:ext>
            </a:extLst>
          </p:cNvPr>
          <p:cNvCxnSpPr>
            <a:cxnSpLocks/>
          </p:cNvCxnSpPr>
          <p:nvPr/>
        </p:nvCxnSpPr>
        <p:spPr>
          <a:xfrm>
            <a:off x="7064804" y="2709993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4E1082DB-FE8C-4281-8614-7318245B5AE8}"/>
              </a:ext>
            </a:extLst>
          </p:cNvPr>
          <p:cNvCxnSpPr>
            <a:cxnSpLocks/>
          </p:cNvCxnSpPr>
          <p:nvPr/>
        </p:nvCxnSpPr>
        <p:spPr>
          <a:xfrm>
            <a:off x="7064804" y="2956214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6AA1112-62B3-41EA-A746-707688E74FEA}"/>
              </a:ext>
            </a:extLst>
          </p:cNvPr>
          <p:cNvSpPr/>
          <p:nvPr/>
        </p:nvSpPr>
        <p:spPr>
          <a:xfrm>
            <a:off x="7563204" y="3079322"/>
            <a:ext cx="197724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j = 11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CFFA2D45-C98F-488D-8798-97DF4E218013}"/>
              </a:ext>
            </a:extLst>
          </p:cNvPr>
          <p:cNvCxnSpPr>
            <a:cxnSpLocks/>
          </p:cNvCxnSpPr>
          <p:nvPr/>
        </p:nvCxnSpPr>
        <p:spPr>
          <a:xfrm>
            <a:off x="7066176" y="3079322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FDAD6753-F846-4A08-87A6-010F8B5A9C4D}"/>
              </a:ext>
            </a:extLst>
          </p:cNvPr>
          <p:cNvCxnSpPr>
            <a:cxnSpLocks/>
          </p:cNvCxnSpPr>
          <p:nvPr/>
        </p:nvCxnSpPr>
        <p:spPr>
          <a:xfrm>
            <a:off x="7066176" y="3325543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AFE2242-0CEB-47CB-94E0-EC83FC0404E3}"/>
              </a:ext>
            </a:extLst>
          </p:cNvPr>
          <p:cNvSpPr/>
          <p:nvPr/>
        </p:nvSpPr>
        <p:spPr>
          <a:xfrm>
            <a:off x="7561832" y="3440858"/>
            <a:ext cx="197724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029D5588-36FD-4703-8BEA-F4993D436235}"/>
              </a:ext>
            </a:extLst>
          </p:cNvPr>
          <p:cNvCxnSpPr>
            <a:cxnSpLocks/>
          </p:cNvCxnSpPr>
          <p:nvPr/>
        </p:nvCxnSpPr>
        <p:spPr>
          <a:xfrm>
            <a:off x="7064804" y="3440858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9E4CB4CB-7599-4070-B602-31C376DF7CDB}"/>
              </a:ext>
            </a:extLst>
          </p:cNvPr>
          <p:cNvCxnSpPr>
            <a:cxnSpLocks/>
          </p:cNvCxnSpPr>
          <p:nvPr/>
        </p:nvCxnSpPr>
        <p:spPr>
          <a:xfrm>
            <a:off x="7064804" y="3687079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ángulo 24">
            <a:extLst>
              <a:ext uri="{FF2B5EF4-FFF2-40B4-BE49-F238E27FC236}">
                <a16:creationId xmlns:a16="http://schemas.microsoft.com/office/drawing/2014/main" id="{A559F6C5-0B46-4EEA-9241-678CD3CF3796}"/>
              </a:ext>
            </a:extLst>
          </p:cNvPr>
          <p:cNvSpPr/>
          <p:nvPr/>
        </p:nvSpPr>
        <p:spPr>
          <a:xfrm>
            <a:off x="7561832" y="3809111"/>
            <a:ext cx="197724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D721708-334D-4D8C-A541-23C3D8898E82}"/>
              </a:ext>
            </a:extLst>
          </p:cNvPr>
          <p:cNvCxnSpPr>
            <a:cxnSpLocks/>
          </p:cNvCxnSpPr>
          <p:nvPr/>
        </p:nvCxnSpPr>
        <p:spPr>
          <a:xfrm>
            <a:off x="7064804" y="3809111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8B93AF67-74CD-4A8D-8469-E51727F7D64C}"/>
              </a:ext>
            </a:extLst>
          </p:cNvPr>
          <p:cNvCxnSpPr>
            <a:cxnSpLocks/>
          </p:cNvCxnSpPr>
          <p:nvPr/>
        </p:nvCxnSpPr>
        <p:spPr>
          <a:xfrm>
            <a:off x="7064804" y="4055332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ángulo 27">
            <a:extLst>
              <a:ext uri="{FF2B5EF4-FFF2-40B4-BE49-F238E27FC236}">
                <a16:creationId xmlns:a16="http://schemas.microsoft.com/office/drawing/2014/main" id="{B46E6800-BEC3-47D8-A6CE-36612BB3A337}"/>
              </a:ext>
            </a:extLst>
          </p:cNvPr>
          <p:cNvSpPr/>
          <p:nvPr/>
        </p:nvSpPr>
        <p:spPr>
          <a:xfrm>
            <a:off x="6870412" y="2702196"/>
            <a:ext cx="2551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000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CE44050-FF9B-429B-9CE0-F0BFA4B41978}"/>
              </a:ext>
            </a:extLst>
          </p:cNvPr>
          <p:cNvSpPr/>
          <p:nvPr/>
        </p:nvSpPr>
        <p:spPr>
          <a:xfrm>
            <a:off x="6870412" y="3083428"/>
            <a:ext cx="2551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sz="1000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93CAD356-3CCF-4AC2-93EC-90CCE45D8F2F}"/>
              </a:ext>
            </a:extLst>
          </p:cNvPr>
          <p:cNvSpPr/>
          <p:nvPr/>
        </p:nvSpPr>
        <p:spPr>
          <a:xfrm>
            <a:off x="6870412" y="3428893"/>
            <a:ext cx="2551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sz="1000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5F344E9F-80A0-4D5E-9ABB-DE3EEE5E5CC1}"/>
              </a:ext>
            </a:extLst>
          </p:cNvPr>
          <p:cNvSpPr/>
          <p:nvPr/>
        </p:nvSpPr>
        <p:spPr>
          <a:xfrm>
            <a:off x="6875352" y="3797647"/>
            <a:ext cx="2551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MX" sz="1000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7CD57DE4-87EF-4F04-91D7-3B26B48862BA}"/>
              </a:ext>
            </a:extLst>
          </p:cNvPr>
          <p:cNvSpPr/>
          <p:nvPr/>
        </p:nvSpPr>
        <p:spPr>
          <a:xfrm>
            <a:off x="7720638" y="2114443"/>
            <a:ext cx="24134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1ra iteración</a:t>
            </a:r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91FE8413-9DBD-44F3-BD0C-7782DA556071}"/>
              </a:ext>
            </a:extLst>
          </p:cNvPr>
          <p:cNvCxnSpPr>
            <a:cxnSpLocks/>
          </p:cNvCxnSpPr>
          <p:nvPr/>
        </p:nvCxnSpPr>
        <p:spPr>
          <a:xfrm>
            <a:off x="9599012" y="2340663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31E95A04-68F1-4336-92D2-B83774810868}"/>
              </a:ext>
            </a:extLst>
          </p:cNvPr>
          <p:cNvCxnSpPr>
            <a:cxnSpLocks/>
          </p:cNvCxnSpPr>
          <p:nvPr/>
        </p:nvCxnSpPr>
        <p:spPr>
          <a:xfrm>
            <a:off x="9599012" y="2586884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ángulo 36">
            <a:extLst>
              <a:ext uri="{FF2B5EF4-FFF2-40B4-BE49-F238E27FC236}">
                <a16:creationId xmlns:a16="http://schemas.microsoft.com/office/drawing/2014/main" id="{27A8EAC6-2E5B-4920-A887-B8E0A3278C32}"/>
              </a:ext>
            </a:extLst>
          </p:cNvPr>
          <p:cNvSpPr/>
          <p:nvPr/>
        </p:nvSpPr>
        <p:spPr>
          <a:xfrm>
            <a:off x="10096040" y="2709993"/>
            <a:ext cx="197724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i = 2</a:t>
            </a:r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EC71DC56-CAFA-4515-9561-05E3774AB49A}"/>
              </a:ext>
            </a:extLst>
          </p:cNvPr>
          <p:cNvCxnSpPr>
            <a:cxnSpLocks/>
          </p:cNvCxnSpPr>
          <p:nvPr/>
        </p:nvCxnSpPr>
        <p:spPr>
          <a:xfrm>
            <a:off x="9599012" y="2709993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110C335D-B328-40B9-83AD-841D5AD545F3}"/>
              </a:ext>
            </a:extLst>
          </p:cNvPr>
          <p:cNvCxnSpPr>
            <a:cxnSpLocks/>
          </p:cNvCxnSpPr>
          <p:nvPr/>
        </p:nvCxnSpPr>
        <p:spPr>
          <a:xfrm>
            <a:off x="9599012" y="2956214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ángulo 39">
            <a:extLst>
              <a:ext uri="{FF2B5EF4-FFF2-40B4-BE49-F238E27FC236}">
                <a16:creationId xmlns:a16="http://schemas.microsoft.com/office/drawing/2014/main" id="{4F76F894-AC5D-4F5D-A853-E3D5A0D2AB1D}"/>
              </a:ext>
            </a:extLst>
          </p:cNvPr>
          <p:cNvSpPr/>
          <p:nvPr/>
        </p:nvSpPr>
        <p:spPr>
          <a:xfrm>
            <a:off x="10097412" y="3079322"/>
            <a:ext cx="197724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j = 10</a:t>
            </a:r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3EBDA6B9-EAE1-4A85-8225-C2154FB5652A}"/>
              </a:ext>
            </a:extLst>
          </p:cNvPr>
          <p:cNvCxnSpPr>
            <a:cxnSpLocks/>
          </p:cNvCxnSpPr>
          <p:nvPr/>
        </p:nvCxnSpPr>
        <p:spPr>
          <a:xfrm>
            <a:off x="9600384" y="3079322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84147B77-5571-4E34-B1BF-63BDAAB3B376}"/>
              </a:ext>
            </a:extLst>
          </p:cNvPr>
          <p:cNvCxnSpPr>
            <a:cxnSpLocks/>
          </p:cNvCxnSpPr>
          <p:nvPr/>
        </p:nvCxnSpPr>
        <p:spPr>
          <a:xfrm>
            <a:off x="9600384" y="3325543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ángulo 42">
            <a:extLst>
              <a:ext uri="{FF2B5EF4-FFF2-40B4-BE49-F238E27FC236}">
                <a16:creationId xmlns:a16="http://schemas.microsoft.com/office/drawing/2014/main" id="{26247AF0-DE5A-4902-A3F9-A6E907437B76}"/>
              </a:ext>
            </a:extLst>
          </p:cNvPr>
          <p:cNvSpPr/>
          <p:nvPr/>
        </p:nvSpPr>
        <p:spPr>
          <a:xfrm>
            <a:off x="10096040" y="3440858"/>
            <a:ext cx="197724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A3C86E9F-1D98-4117-8FDA-6D7025B14F07}"/>
              </a:ext>
            </a:extLst>
          </p:cNvPr>
          <p:cNvCxnSpPr>
            <a:cxnSpLocks/>
          </p:cNvCxnSpPr>
          <p:nvPr/>
        </p:nvCxnSpPr>
        <p:spPr>
          <a:xfrm>
            <a:off x="9599012" y="3440858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E648F575-77F9-4192-9F3F-030E47D6D903}"/>
              </a:ext>
            </a:extLst>
          </p:cNvPr>
          <p:cNvCxnSpPr>
            <a:cxnSpLocks/>
          </p:cNvCxnSpPr>
          <p:nvPr/>
        </p:nvCxnSpPr>
        <p:spPr>
          <a:xfrm>
            <a:off x="9599012" y="3687079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ángulo 45">
            <a:extLst>
              <a:ext uri="{FF2B5EF4-FFF2-40B4-BE49-F238E27FC236}">
                <a16:creationId xmlns:a16="http://schemas.microsoft.com/office/drawing/2014/main" id="{B8A2FF30-9073-48B5-9619-FC1154A1FB21}"/>
              </a:ext>
            </a:extLst>
          </p:cNvPr>
          <p:cNvSpPr/>
          <p:nvPr/>
        </p:nvSpPr>
        <p:spPr>
          <a:xfrm>
            <a:off x="10096040" y="3809111"/>
            <a:ext cx="197724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69DAEEC6-5075-4639-B47C-2BB29E4FB443}"/>
              </a:ext>
            </a:extLst>
          </p:cNvPr>
          <p:cNvCxnSpPr>
            <a:cxnSpLocks/>
          </p:cNvCxnSpPr>
          <p:nvPr/>
        </p:nvCxnSpPr>
        <p:spPr>
          <a:xfrm>
            <a:off x="9599012" y="3809111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A380452F-A4FF-456D-B932-C4E2E5BBC999}"/>
              </a:ext>
            </a:extLst>
          </p:cNvPr>
          <p:cNvCxnSpPr>
            <a:cxnSpLocks/>
          </p:cNvCxnSpPr>
          <p:nvPr/>
        </p:nvCxnSpPr>
        <p:spPr>
          <a:xfrm>
            <a:off x="9599012" y="4055332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ángulo 48">
            <a:extLst>
              <a:ext uri="{FF2B5EF4-FFF2-40B4-BE49-F238E27FC236}">
                <a16:creationId xmlns:a16="http://schemas.microsoft.com/office/drawing/2014/main" id="{7CD6AA94-5272-469F-9877-E927A30A0D01}"/>
              </a:ext>
            </a:extLst>
          </p:cNvPr>
          <p:cNvSpPr/>
          <p:nvPr/>
        </p:nvSpPr>
        <p:spPr>
          <a:xfrm>
            <a:off x="9404620" y="2702196"/>
            <a:ext cx="2551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000" dirty="0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96E38105-A35A-414A-A9EC-C12322216E94}"/>
              </a:ext>
            </a:extLst>
          </p:cNvPr>
          <p:cNvSpPr/>
          <p:nvPr/>
        </p:nvSpPr>
        <p:spPr>
          <a:xfrm>
            <a:off x="9404620" y="3083428"/>
            <a:ext cx="2551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sz="1000" dirty="0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58CC3E40-E2CB-4DEC-85C5-A7DA22415115}"/>
              </a:ext>
            </a:extLst>
          </p:cNvPr>
          <p:cNvSpPr/>
          <p:nvPr/>
        </p:nvSpPr>
        <p:spPr>
          <a:xfrm>
            <a:off x="9404620" y="3428893"/>
            <a:ext cx="2551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sz="1000" dirty="0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9B8A75BE-7BF0-41C2-9D17-09699060199C}"/>
              </a:ext>
            </a:extLst>
          </p:cNvPr>
          <p:cNvSpPr/>
          <p:nvPr/>
        </p:nvSpPr>
        <p:spPr>
          <a:xfrm>
            <a:off x="9409560" y="3797647"/>
            <a:ext cx="2551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MX" sz="1000" dirty="0"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16E02278-9ACF-457B-9D4F-7E3DA47F72A1}"/>
              </a:ext>
            </a:extLst>
          </p:cNvPr>
          <p:cNvSpPr/>
          <p:nvPr/>
        </p:nvSpPr>
        <p:spPr>
          <a:xfrm>
            <a:off x="10212361" y="2122237"/>
            <a:ext cx="168396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2da iteración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93697E26-43E0-4480-A4DF-D3EC14D4B2E7}"/>
              </a:ext>
            </a:extLst>
          </p:cNvPr>
          <p:cNvSpPr/>
          <p:nvPr/>
        </p:nvSpPr>
        <p:spPr>
          <a:xfrm>
            <a:off x="10096040" y="2340663"/>
            <a:ext cx="197724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AR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 b </a:t>
            </a:r>
            <a:r>
              <a:rPr lang="es-AR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 c b </a:t>
            </a:r>
            <a:r>
              <a:rPr lang="es-AR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s-AR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AR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77171BC8-D3F2-480E-9C97-6810355C6E8F}"/>
              </a:ext>
            </a:extLst>
          </p:cNvPr>
          <p:cNvSpPr txBox="1"/>
          <p:nvPr/>
        </p:nvSpPr>
        <p:spPr>
          <a:xfrm>
            <a:off x="364264" y="4992095"/>
            <a:ext cx="6151242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 MT M ocupa el espacio de los contadores i y j, que en binario miden </a:t>
            </a:r>
            <a:r>
              <a:rPr lang="es-AR" altLang="es-MX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O(log</a:t>
            </a:r>
            <a:r>
              <a:rPr lang="es-E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altLang="es-MX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n)</a:t>
            </a: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más 2 celdas para alojar cada vez a los símbolos comparados (</a:t>
            </a:r>
            <a:r>
              <a:rPr lang="es-AR" altLang="es-MX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espacio constante</a:t>
            </a: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). </a:t>
            </a:r>
          </a:p>
          <a:p>
            <a:pPr lvl="0"/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Por lo tanto, </a:t>
            </a:r>
            <a:r>
              <a:rPr lang="es-AR" altLang="es-MX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∈ SPACE(</a:t>
            </a:r>
            <a:r>
              <a:rPr lang="es-AR" altLang="es-MX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log</a:t>
            </a:r>
            <a:r>
              <a:rPr lang="es-E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altLang="es-MX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lvl="0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 clase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SPACE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AR" altLang="es-MX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log</a:t>
            </a:r>
            <a:r>
              <a:rPr lang="es-E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altLang="es-MX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es la clase </a:t>
            </a:r>
            <a:r>
              <a:rPr lang="es-AR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LOGSPACE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AR" altLang="es-MX" dirty="0">
              <a:solidFill>
                <a:srgbClr val="0070C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079D4FFE-C213-6066-E21B-9DB2118A5121}"/>
              </a:ext>
            </a:extLst>
          </p:cNvPr>
          <p:cNvCxnSpPr>
            <a:cxnSpLocks/>
          </p:cNvCxnSpPr>
          <p:nvPr/>
        </p:nvCxnSpPr>
        <p:spPr>
          <a:xfrm>
            <a:off x="9641515" y="4784182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99BBE09D-EFE2-B56B-93FD-48EBC12858C2}"/>
              </a:ext>
            </a:extLst>
          </p:cNvPr>
          <p:cNvCxnSpPr>
            <a:cxnSpLocks/>
          </p:cNvCxnSpPr>
          <p:nvPr/>
        </p:nvCxnSpPr>
        <p:spPr>
          <a:xfrm>
            <a:off x="9641515" y="5030403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7AD181CB-9399-49E7-B348-06D624E9ACCD}"/>
              </a:ext>
            </a:extLst>
          </p:cNvPr>
          <p:cNvSpPr/>
          <p:nvPr/>
        </p:nvSpPr>
        <p:spPr>
          <a:xfrm>
            <a:off x="10138543" y="5153512"/>
            <a:ext cx="197724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i = 6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3946275-307D-11C5-5FC4-FADD25629187}"/>
              </a:ext>
            </a:extLst>
          </p:cNvPr>
          <p:cNvCxnSpPr>
            <a:cxnSpLocks/>
          </p:cNvCxnSpPr>
          <p:nvPr/>
        </p:nvCxnSpPr>
        <p:spPr>
          <a:xfrm>
            <a:off x="9641515" y="5153512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7C9571CD-C84C-68EA-ECAF-B01A0E46E980}"/>
              </a:ext>
            </a:extLst>
          </p:cNvPr>
          <p:cNvCxnSpPr>
            <a:cxnSpLocks/>
          </p:cNvCxnSpPr>
          <p:nvPr/>
        </p:nvCxnSpPr>
        <p:spPr>
          <a:xfrm>
            <a:off x="9641515" y="5399733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2FDCC02-8056-8DD8-4B19-246D3ABB8D54}"/>
              </a:ext>
            </a:extLst>
          </p:cNvPr>
          <p:cNvSpPr/>
          <p:nvPr/>
        </p:nvSpPr>
        <p:spPr>
          <a:xfrm>
            <a:off x="10139915" y="5522841"/>
            <a:ext cx="197724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j = 6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6C50F181-39FC-2B92-5C19-B971876DB957}"/>
              </a:ext>
            </a:extLst>
          </p:cNvPr>
          <p:cNvCxnSpPr>
            <a:cxnSpLocks/>
          </p:cNvCxnSpPr>
          <p:nvPr/>
        </p:nvCxnSpPr>
        <p:spPr>
          <a:xfrm>
            <a:off x="9642887" y="5522841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6E0D5EB1-BBA8-0E2A-DA61-A2D58A274394}"/>
              </a:ext>
            </a:extLst>
          </p:cNvPr>
          <p:cNvCxnSpPr>
            <a:cxnSpLocks/>
          </p:cNvCxnSpPr>
          <p:nvPr/>
        </p:nvCxnSpPr>
        <p:spPr>
          <a:xfrm>
            <a:off x="9642887" y="5769062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6DA92B3-59ED-AEF9-38BD-F4D29A0A8AA0}"/>
              </a:ext>
            </a:extLst>
          </p:cNvPr>
          <p:cNvSpPr/>
          <p:nvPr/>
        </p:nvSpPr>
        <p:spPr>
          <a:xfrm>
            <a:off x="10138543" y="5884377"/>
            <a:ext cx="197724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84CCE188-A2EA-06C9-9B95-EEA209D8CA66}"/>
              </a:ext>
            </a:extLst>
          </p:cNvPr>
          <p:cNvCxnSpPr>
            <a:cxnSpLocks/>
          </p:cNvCxnSpPr>
          <p:nvPr/>
        </p:nvCxnSpPr>
        <p:spPr>
          <a:xfrm>
            <a:off x="9659818" y="5872412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CE209ADC-311C-4C4F-5B06-77AFFCDF6ADA}"/>
              </a:ext>
            </a:extLst>
          </p:cNvPr>
          <p:cNvCxnSpPr>
            <a:cxnSpLocks/>
          </p:cNvCxnSpPr>
          <p:nvPr/>
        </p:nvCxnSpPr>
        <p:spPr>
          <a:xfrm>
            <a:off x="9641515" y="6130598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ángulo 55">
            <a:extLst>
              <a:ext uri="{FF2B5EF4-FFF2-40B4-BE49-F238E27FC236}">
                <a16:creationId xmlns:a16="http://schemas.microsoft.com/office/drawing/2014/main" id="{763AFD5D-F0E4-C7BF-3E21-748093712EC8}"/>
              </a:ext>
            </a:extLst>
          </p:cNvPr>
          <p:cNvSpPr/>
          <p:nvPr/>
        </p:nvSpPr>
        <p:spPr>
          <a:xfrm>
            <a:off x="10138543" y="6252630"/>
            <a:ext cx="197724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AC76FD68-B3AD-2C35-7429-226DE7DC2750}"/>
              </a:ext>
            </a:extLst>
          </p:cNvPr>
          <p:cNvCxnSpPr>
            <a:cxnSpLocks/>
          </p:cNvCxnSpPr>
          <p:nvPr/>
        </p:nvCxnSpPr>
        <p:spPr>
          <a:xfrm>
            <a:off x="9641515" y="6252630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15B4C4A1-31DA-8995-3FF7-234A196B27A5}"/>
              </a:ext>
            </a:extLst>
          </p:cNvPr>
          <p:cNvCxnSpPr>
            <a:cxnSpLocks/>
          </p:cNvCxnSpPr>
          <p:nvPr/>
        </p:nvCxnSpPr>
        <p:spPr>
          <a:xfrm>
            <a:off x="9641515" y="6498851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ángulo 58">
            <a:extLst>
              <a:ext uri="{FF2B5EF4-FFF2-40B4-BE49-F238E27FC236}">
                <a16:creationId xmlns:a16="http://schemas.microsoft.com/office/drawing/2014/main" id="{801102F8-359C-9E59-1735-65985342B894}"/>
              </a:ext>
            </a:extLst>
          </p:cNvPr>
          <p:cNvSpPr/>
          <p:nvPr/>
        </p:nvSpPr>
        <p:spPr>
          <a:xfrm>
            <a:off x="9447123" y="5145715"/>
            <a:ext cx="2551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000" dirty="0"/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97C58E2C-B334-2EAC-F8C3-50CD56D3AF15}"/>
              </a:ext>
            </a:extLst>
          </p:cNvPr>
          <p:cNvSpPr/>
          <p:nvPr/>
        </p:nvSpPr>
        <p:spPr>
          <a:xfrm>
            <a:off x="9447123" y="5526947"/>
            <a:ext cx="2551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sz="1000" dirty="0"/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931A36A7-F42D-C29B-236B-FD5AD1AB103A}"/>
              </a:ext>
            </a:extLst>
          </p:cNvPr>
          <p:cNvSpPr/>
          <p:nvPr/>
        </p:nvSpPr>
        <p:spPr>
          <a:xfrm>
            <a:off x="9447123" y="5872412"/>
            <a:ext cx="2551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sz="1000" dirty="0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30173826-07B9-4215-9DAA-4971B234B7AF}"/>
              </a:ext>
            </a:extLst>
          </p:cNvPr>
          <p:cNvSpPr/>
          <p:nvPr/>
        </p:nvSpPr>
        <p:spPr>
          <a:xfrm>
            <a:off x="9452063" y="6241166"/>
            <a:ext cx="2551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MX" sz="1000" dirty="0"/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409BD436-E989-E98D-29FC-0FD9BD742B7C}"/>
              </a:ext>
            </a:extLst>
          </p:cNvPr>
          <p:cNvSpPr/>
          <p:nvPr/>
        </p:nvSpPr>
        <p:spPr>
          <a:xfrm>
            <a:off x="10212361" y="4531978"/>
            <a:ext cx="11794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última iteración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90C0CA93-535C-05E0-2174-E142F6557E64}"/>
              </a:ext>
            </a:extLst>
          </p:cNvPr>
          <p:cNvSpPr/>
          <p:nvPr/>
        </p:nvSpPr>
        <p:spPr>
          <a:xfrm>
            <a:off x="10134106" y="4792217"/>
            <a:ext cx="197724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AR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 b </a:t>
            </a:r>
            <a:r>
              <a:rPr lang="es-AR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 c b </a:t>
            </a:r>
            <a:r>
              <a:rPr lang="es-AR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s-AR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AR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B265611A-046F-E1D1-0C43-E3F817B69BAF}"/>
              </a:ext>
            </a:extLst>
          </p:cNvPr>
          <p:cNvSpPr/>
          <p:nvPr/>
        </p:nvSpPr>
        <p:spPr>
          <a:xfrm>
            <a:off x="234561" y="74730"/>
            <a:ext cx="116274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La clase LOGSPACE</a:t>
            </a:r>
          </a:p>
        </p:txBody>
      </p: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AFB27D93-358C-FB53-B311-E50EEE29A4DC}"/>
              </a:ext>
            </a:extLst>
          </p:cNvPr>
          <p:cNvCxnSpPr>
            <a:cxnSpLocks/>
          </p:cNvCxnSpPr>
          <p:nvPr/>
        </p:nvCxnSpPr>
        <p:spPr>
          <a:xfrm>
            <a:off x="7066464" y="4795751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89">
            <a:extLst>
              <a:ext uri="{FF2B5EF4-FFF2-40B4-BE49-F238E27FC236}">
                <a16:creationId xmlns:a16="http://schemas.microsoft.com/office/drawing/2014/main" id="{6B16B5B1-1331-833D-F972-F976E39AFCD5}"/>
              </a:ext>
            </a:extLst>
          </p:cNvPr>
          <p:cNvCxnSpPr>
            <a:cxnSpLocks/>
          </p:cNvCxnSpPr>
          <p:nvPr/>
        </p:nvCxnSpPr>
        <p:spPr>
          <a:xfrm>
            <a:off x="7066464" y="5041972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ángulo 90">
            <a:extLst>
              <a:ext uri="{FF2B5EF4-FFF2-40B4-BE49-F238E27FC236}">
                <a16:creationId xmlns:a16="http://schemas.microsoft.com/office/drawing/2014/main" id="{9C1403D6-9296-B9F8-AF61-BA5A313A289A}"/>
              </a:ext>
            </a:extLst>
          </p:cNvPr>
          <p:cNvSpPr/>
          <p:nvPr/>
        </p:nvSpPr>
        <p:spPr>
          <a:xfrm>
            <a:off x="7563492" y="5165081"/>
            <a:ext cx="197724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i = 5</a:t>
            </a:r>
          </a:p>
        </p:txBody>
      </p:sp>
      <p:cxnSp>
        <p:nvCxnSpPr>
          <p:cNvPr id="92" name="Conector recto 91">
            <a:extLst>
              <a:ext uri="{FF2B5EF4-FFF2-40B4-BE49-F238E27FC236}">
                <a16:creationId xmlns:a16="http://schemas.microsoft.com/office/drawing/2014/main" id="{8D118919-8FFD-055F-ED5E-CE19E13166E8}"/>
              </a:ext>
            </a:extLst>
          </p:cNvPr>
          <p:cNvCxnSpPr>
            <a:cxnSpLocks/>
          </p:cNvCxnSpPr>
          <p:nvPr/>
        </p:nvCxnSpPr>
        <p:spPr>
          <a:xfrm>
            <a:off x="7066464" y="5165081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0F0F7C85-0C11-C745-67F6-478BC0E2036B}"/>
              </a:ext>
            </a:extLst>
          </p:cNvPr>
          <p:cNvCxnSpPr>
            <a:cxnSpLocks/>
          </p:cNvCxnSpPr>
          <p:nvPr/>
        </p:nvCxnSpPr>
        <p:spPr>
          <a:xfrm>
            <a:off x="7066464" y="5411302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ángulo 93">
            <a:extLst>
              <a:ext uri="{FF2B5EF4-FFF2-40B4-BE49-F238E27FC236}">
                <a16:creationId xmlns:a16="http://schemas.microsoft.com/office/drawing/2014/main" id="{7F2363A5-B254-526D-06A8-AC5610F43BB4}"/>
              </a:ext>
            </a:extLst>
          </p:cNvPr>
          <p:cNvSpPr/>
          <p:nvPr/>
        </p:nvSpPr>
        <p:spPr>
          <a:xfrm>
            <a:off x="7564864" y="5534410"/>
            <a:ext cx="197724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j = 7</a:t>
            </a:r>
          </a:p>
        </p:txBody>
      </p: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03041799-AB6E-6312-7048-7BEA491AE009}"/>
              </a:ext>
            </a:extLst>
          </p:cNvPr>
          <p:cNvCxnSpPr>
            <a:cxnSpLocks/>
          </p:cNvCxnSpPr>
          <p:nvPr/>
        </p:nvCxnSpPr>
        <p:spPr>
          <a:xfrm>
            <a:off x="7067836" y="5534410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3233AA9D-DFB6-7849-9405-FB4AA23A0E67}"/>
              </a:ext>
            </a:extLst>
          </p:cNvPr>
          <p:cNvCxnSpPr>
            <a:cxnSpLocks/>
          </p:cNvCxnSpPr>
          <p:nvPr/>
        </p:nvCxnSpPr>
        <p:spPr>
          <a:xfrm>
            <a:off x="7067836" y="5780631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ángulo 96">
            <a:extLst>
              <a:ext uri="{FF2B5EF4-FFF2-40B4-BE49-F238E27FC236}">
                <a16:creationId xmlns:a16="http://schemas.microsoft.com/office/drawing/2014/main" id="{4FA9E3DB-B152-1D7B-1228-EC5D085EDD09}"/>
              </a:ext>
            </a:extLst>
          </p:cNvPr>
          <p:cNvSpPr/>
          <p:nvPr/>
        </p:nvSpPr>
        <p:spPr>
          <a:xfrm>
            <a:off x="7563492" y="5895946"/>
            <a:ext cx="197724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cxnSp>
        <p:nvCxnSpPr>
          <p:cNvPr id="98" name="Conector recto 97">
            <a:extLst>
              <a:ext uri="{FF2B5EF4-FFF2-40B4-BE49-F238E27FC236}">
                <a16:creationId xmlns:a16="http://schemas.microsoft.com/office/drawing/2014/main" id="{1ADDBEC4-B91D-68B3-6530-11245FD13B82}"/>
              </a:ext>
            </a:extLst>
          </p:cNvPr>
          <p:cNvCxnSpPr>
            <a:cxnSpLocks/>
          </p:cNvCxnSpPr>
          <p:nvPr/>
        </p:nvCxnSpPr>
        <p:spPr>
          <a:xfrm>
            <a:off x="7084767" y="5883981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B86FFF40-2B95-ED78-069C-AD1B72631C8B}"/>
              </a:ext>
            </a:extLst>
          </p:cNvPr>
          <p:cNvCxnSpPr>
            <a:cxnSpLocks/>
          </p:cNvCxnSpPr>
          <p:nvPr/>
        </p:nvCxnSpPr>
        <p:spPr>
          <a:xfrm>
            <a:off x="7066464" y="6142167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ángulo 99">
            <a:extLst>
              <a:ext uri="{FF2B5EF4-FFF2-40B4-BE49-F238E27FC236}">
                <a16:creationId xmlns:a16="http://schemas.microsoft.com/office/drawing/2014/main" id="{1C029829-DAEC-7889-5E8F-ED1B2B22ADDD}"/>
              </a:ext>
            </a:extLst>
          </p:cNvPr>
          <p:cNvSpPr/>
          <p:nvPr/>
        </p:nvSpPr>
        <p:spPr>
          <a:xfrm>
            <a:off x="7563492" y="6264199"/>
            <a:ext cx="197724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cxnSp>
        <p:nvCxnSpPr>
          <p:cNvPr id="101" name="Conector recto 100">
            <a:extLst>
              <a:ext uri="{FF2B5EF4-FFF2-40B4-BE49-F238E27FC236}">
                <a16:creationId xmlns:a16="http://schemas.microsoft.com/office/drawing/2014/main" id="{695B9F0F-CCF4-33C1-001A-DEDF517EE2CA}"/>
              </a:ext>
            </a:extLst>
          </p:cNvPr>
          <p:cNvCxnSpPr>
            <a:cxnSpLocks/>
          </p:cNvCxnSpPr>
          <p:nvPr/>
        </p:nvCxnSpPr>
        <p:spPr>
          <a:xfrm>
            <a:off x="7066464" y="6264199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recto 101">
            <a:extLst>
              <a:ext uri="{FF2B5EF4-FFF2-40B4-BE49-F238E27FC236}">
                <a16:creationId xmlns:a16="http://schemas.microsoft.com/office/drawing/2014/main" id="{A8EB14AE-45C0-E65C-4A11-599B83322584}"/>
              </a:ext>
            </a:extLst>
          </p:cNvPr>
          <p:cNvCxnSpPr>
            <a:cxnSpLocks/>
          </p:cNvCxnSpPr>
          <p:nvPr/>
        </p:nvCxnSpPr>
        <p:spPr>
          <a:xfrm>
            <a:off x="7066464" y="6510420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DC3E8694-08E7-3B15-4AB3-6A6338B1D0EE}"/>
              </a:ext>
            </a:extLst>
          </p:cNvPr>
          <p:cNvSpPr/>
          <p:nvPr/>
        </p:nvSpPr>
        <p:spPr>
          <a:xfrm>
            <a:off x="6872072" y="5157284"/>
            <a:ext cx="2551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000" dirty="0"/>
          </a:p>
        </p:txBody>
      </p:sp>
      <p:sp>
        <p:nvSpPr>
          <p:cNvPr id="104" name="Rectángulo 103">
            <a:extLst>
              <a:ext uri="{FF2B5EF4-FFF2-40B4-BE49-F238E27FC236}">
                <a16:creationId xmlns:a16="http://schemas.microsoft.com/office/drawing/2014/main" id="{87057C04-C8AF-C3C4-C7E7-AE2C0DAFCFA7}"/>
              </a:ext>
            </a:extLst>
          </p:cNvPr>
          <p:cNvSpPr/>
          <p:nvPr/>
        </p:nvSpPr>
        <p:spPr>
          <a:xfrm>
            <a:off x="6872072" y="5538516"/>
            <a:ext cx="2551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sz="1000" dirty="0"/>
          </a:p>
        </p:txBody>
      </p:sp>
      <p:sp>
        <p:nvSpPr>
          <p:cNvPr id="105" name="Rectángulo 104">
            <a:extLst>
              <a:ext uri="{FF2B5EF4-FFF2-40B4-BE49-F238E27FC236}">
                <a16:creationId xmlns:a16="http://schemas.microsoft.com/office/drawing/2014/main" id="{77EFC2ED-589E-D122-3B56-BA49A526CEB3}"/>
              </a:ext>
            </a:extLst>
          </p:cNvPr>
          <p:cNvSpPr/>
          <p:nvPr/>
        </p:nvSpPr>
        <p:spPr>
          <a:xfrm>
            <a:off x="6872072" y="5883981"/>
            <a:ext cx="2551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sz="1000" dirty="0"/>
          </a:p>
        </p:txBody>
      </p: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BCD27F56-5BF6-242F-BD5F-29880CE25956}"/>
              </a:ext>
            </a:extLst>
          </p:cNvPr>
          <p:cNvSpPr/>
          <p:nvPr/>
        </p:nvSpPr>
        <p:spPr>
          <a:xfrm>
            <a:off x="6877012" y="6252735"/>
            <a:ext cx="2551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MX" sz="1000" dirty="0"/>
          </a:p>
        </p:txBody>
      </p:sp>
      <p:sp>
        <p:nvSpPr>
          <p:cNvPr id="107" name="Rectángulo 106">
            <a:extLst>
              <a:ext uri="{FF2B5EF4-FFF2-40B4-BE49-F238E27FC236}">
                <a16:creationId xmlns:a16="http://schemas.microsoft.com/office/drawing/2014/main" id="{359BCE46-FE6C-B02A-023A-D5CB14C0F4C2}"/>
              </a:ext>
            </a:extLst>
          </p:cNvPr>
          <p:cNvSpPr/>
          <p:nvPr/>
        </p:nvSpPr>
        <p:spPr>
          <a:xfrm>
            <a:off x="7579281" y="4568575"/>
            <a:ext cx="152816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anteúltima iteración</a:t>
            </a:r>
          </a:p>
        </p:txBody>
      </p: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C72E580A-48DC-BD34-1E39-C78460DC7660}"/>
              </a:ext>
            </a:extLst>
          </p:cNvPr>
          <p:cNvSpPr/>
          <p:nvPr/>
        </p:nvSpPr>
        <p:spPr>
          <a:xfrm>
            <a:off x="7559055" y="4803786"/>
            <a:ext cx="197724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AR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 b </a:t>
            </a:r>
            <a:r>
              <a:rPr lang="es-AR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 c b </a:t>
            </a:r>
            <a:r>
              <a:rPr lang="es-AR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s-AR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AR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Rectángulo 108">
            <a:extLst>
              <a:ext uri="{FF2B5EF4-FFF2-40B4-BE49-F238E27FC236}">
                <a16:creationId xmlns:a16="http://schemas.microsoft.com/office/drawing/2014/main" id="{E23E1C97-F955-EBE8-87CF-5BA591964E8A}"/>
              </a:ext>
            </a:extLst>
          </p:cNvPr>
          <p:cNvSpPr/>
          <p:nvPr/>
        </p:nvSpPr>
        <p:spPr>
          <a:xfrm>
            <a:off x="7266856" y="4190343"/>
            <a:ext cx="43605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200" b="1" dirty="0">
                <a:latin typeface="Arial" panose="020B0604020202020204" pitchFamily="34" charset="0"/>
                <a:cs typeface="Arial" panose="020B0604020202020204" pitchFamily="34" charset="0"/>
              </a:rPr>
              <a:t>…………………...……………..........................................…...... </a:t>
            </a:r>
          </a:p>
        </p:txBody>
      </p:sp>
    </p:spTree>
    <p:extLst>
      <p:ext uri="{BB962C8B-B14F-4D97-AF65-F5344CB8AC3E}">
        <p14:creationId xmlns:p14="http://schemas.microsoft.com/office/powerpoint/2010/main" val="185174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B0F4841-A001-4100-887B-E6285ED68B77}"/>
              </a:ext>
            </a:extLst>
          </p:cNvPr>
          <p:cNvSpPr/>
          <p:nvPr/>
        </p:nvSpPr>
        <p:spPr>
          <a:xfrm>
            <a:off x="249172" y="974786"/>
            <a:ext cx="11631459" cy="5586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AR" altLang="es-MX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LOGSPACE </a:t>
            </a:r>
            <a:r>
              <a:rPr lang="es-AR" altLang="es-MX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es la clase de los lenguajes </a:t>
            </a:r>
            <a:r>
              <a:rPr lang="es-AR" altLang="es-MX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decidibles</a:t>
            </a:r>
            <a:r>
              <a:rPr lang="es-AR" altLang="es-MX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en espacio </a:t>
            </a:r>
            <a:r>
              <a:rPr lang="es-AR" altLang="es-MX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O(</a:t>
            </a:r>
            <a:r>
              <a:rPr lang="es-AR" altLang="es-MX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log</a:t>
            </a:r>
            <a:r>
              <a:rPr lang="es-E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altLang="es-MX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n)</a:t>
            </a:r>
          </a:p>
          <a:p>
            <a:pPr lvl="0" algn="just"/>
            <a:endParaRPr lang="es-AR" altLang="es-MX" sz="9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AR" altLang="es-MX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PSPACE</a:t>
            </a:r>
            <a:r>
              <a:rPr lang="es-AR" altLang="es-MX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es la clase de los lenguajes </a:t>
            </a:r>
            <a:r>
              <a:rPr lang="es-AR" altLang="es-MX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decidibles</a:t>
            </a:r>
            <a:r>
              <a:rPr lang="es-AR" altLang="es-MX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en espacio </a:t>
            </a:r>
            <a:r>
              <a:rPr lang="es-AR" altLang="es-MX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poly</a:t>
            </a:r>
            <a:r>
              <a:rPr lang="es-AR" altLang="es-MX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(n)</a:t>
            </a:r>
          </a:p>
          <a:p>
            <a:pPr lvl="0" algn="just"/>
            <a:endParaRPr lang="es-AR" altLang="es-MX" sz="9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AR" altLang="es-MX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EXPSPACE</a:t>
            </a:r>
            <a:r>
              <a:rPr lang="es-AR" altLang="es-MX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es la clase de los lenguajes </a:t>
            </a:r>
            <a:r>
              <a:rPr lang="es-AR" altLang="es-MX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decidibles</a:t>
            </a:r>
            <a:r>
              <a:rPr lang="es-AR" altLang="es-MX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en espacio </a:t>
            </a:r>
            <a:r>
              <a:rPr lang="es-AR" altLang="es-MX" b="1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exp</a:t>
            </a:r>
            <a:r>
              <a:rPr lang="es-AR" altLang="es-MX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(n) </a:t>
            </a:r>
          </a:p>
          <a:p>
            <a:pPr lvl="0"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AR" altLang="es-MX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endParaRPr lang="es-AR" altLang="es-MX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s-AR" altLang="es-MX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De antes:         </a:t>
            </a:r>
            <a:r>
              <a:rPr lang="es-AR" altLang="es-MX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espacio S(n) implica tiempo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b="1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(n)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con c constante</a:t>
            </a:r>
          </a:p>
          <a:p>
            <a:pPr algn="just"/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En particular:  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espacio </a:t>
            </a:r>
            <a:r>
              <a:rPr lang="es-AR" altLang="es-MX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log</a:t>
            </a:r>
            <a:r>
              <a:rPr lang="es-E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altLang="es-MX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implica tiempo c</a:t>
            </a:r>
            <a:r>
              <a:rPr lang="es-AR" sz="24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lang="es-AR" sz="14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24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con c constante</a:t>
            </a:r>
          </a:p>
          <a:p>
            <a:pPr algn="just"/>
            <a:endParaRPr lang="es-AR" sz="9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Pero:               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sz="24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lang="es-AR" sz="14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24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sz="2400" b="1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lang="es-AR" sz="1400" b="1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2400" b="1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sz="2400" b="1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(n)</a:t>
            </a:r>
          </a:p>
          <a:p>
            <a:pPr algn="just"/>
            <a:endParaRPr lang="es-AR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por lo tanto:     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espacio </a:t>
            </a:r>
            <a:r>
              <a:rPr lang="es-AR" altLang="es-MX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log</a:t>
            </a:r>
            <a:r>
              <a:rPr lang="es-E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altLang="es-MX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implica tiempo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(n)</a:t>
            </a:r>
          </a:p>
          <a:p>
            <a:pPr algn="just"/>
            <a:endParaRPr lang="es-AR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endParaRPr lang="es-AR" sz="900" b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</a:t>
            </a: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6" name="Slide Number Placeholder 2">
            <a:extLst>
              <a:ext uri="{FF2B5EF4-FFF2-40B4-BE49-F238E27FC236}">
                <a16:creationId xmlns:a16="http://schemas.microsoft.com/office/drawing/2014/main" id="{80EA6396-F0D6-4D71-A528-F4DDAB7F015B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5E6BE8E-83E9-44FB-93AC-1781C853FE17}"/>
              </a:ext>
            </a:extLst>
          </p:cNvPr>
          <p:cNvSpPr/>
          <p:nvPr/>
        </p:nvSpPr>
        <p:spPr>
          <a:xfrm>
            <a:off x="642641" y="5439826"/>
            <a:ext cx="6255115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En definitiva,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LOGSPACE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 P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es decir que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los lenguajes de LOGSPACE son tratables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013D138-D0DF-3DCE-C3A3-EA7187570F67}"/>
              </a:ext>
            </a:extLst>
          </p:cNvPr>
          <p:cNvSpPr/>
          <p:nvPr/>
        </p:nvSpPr>
        <p:spPr>
          <a:xfrm>
            <a:off x="249172" y="143605"/>
            <a:ext cx="68637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La jerarquía espacio-temporal (versión 1)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295C6C9-F7AE-A44D-362F-4AAF30DE38DD}"/>
              </a:ext>
            </a:extLst>
          </p:cNvPr>
          <p:cNvSpPr/>
          <p:nvPr/>
        </p:nvSpPr>
        <p:spPr>
          <a:xfrm>
            <a:off x="9691654" y="3307415"/>
            <a:ext cx="10372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200" b="1" dirty="0">
                <a:latin typeface="Arial" panose="020B0604020202020204" pitchFamily="34" charset="0"/>
                <a:cs typeface="Arial" panose="020B0604020202020204" pitchFamily="34" charset="0"/>
              </a:rPr>
              <a:t>LOGSPACE</a:t>
            </a:r>
            <a:endParaRPr lang="es-MX" sz="1200" b="1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B6E3FE7-6175-5174-35EB-ABAAC3CD02CC}"/>
              </a:ext>
            </a:extLst>
          </p:cNvPr>
          <p:cNvSpPr/>
          <p:nvPr/>
        </p:nvSpPr>
        <p:spPr>
          <a:xfrm>
            <a:off x="10015748" y="2915520"/>
            <a:ext cx="2872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200" b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es-MX" sz="1200" b="1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57568D4-1529-D769-F867-D0BE2E6A8074}"/>
              </a:ext>
            </a:extLst>
          </p:cNvPr>
          <p:cNvSpPr/>
          <p:nvPr/>
        </p:nvSpPr>
        <p:spPr>
          <a:xfrm>
            <a:off x="9785318" y="2480986"/>
            <a:ext cx="8048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200" b="1" dirty="0">
                <a:latin typeface="Arial" panose="020B0604020202020204" pitchFamily="34" charset="0"/>
                <a:cs typeface="Arial" panose="020B0604020202020204" pitchFamily="34" charset="0"/>
              </a:rPr>
              <a:t>PSPACE</a:t>
            </a:r>
            <a:endParaRPr lang="es-MX" sz="1200" b="1" dirty="0"/>
          </a:p>
        </p:txBody>
      </p:sp>
      <p:sp>
        <p:nvSpPr>
          <p:cNvPr id="9" name="Diagrama de flujo: conector 8">
            <a:extLst>
              <a:ext uri="{FF2B5EF4-FFF2-40B4-BE49-F238E27FC236}">
                <a16:creationId xmlns:a16="http://schemas.microsoft.com/office/drawing/2014/main" id="{3D56D58F-602E-2496-2C9C-61C2A72A0E04}"/>
              </a:ext>
            </a:extLst>
          </p:cNvPr>
          <p:cNvSpPr/>
          <p:nvPr/>
        </p:nvSpPr>
        <p:spPr>
          <a:xfrm>
            <a:off x="8693877" y="1918208"/>
            <a:ext cx="2955636" cy="2087419"/>
          </a:xfrm>
          <a:prstGeom prst="flowChartConnector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Diagrama de flujo: conector 9">
            <a:extLst>
              <a:ext uri="{FF2B5EF4-FFF2-40B4-BE49-F238E27FC236}">
                <a16:creationId xmlns:a16="http://schemas.microsoft.com/office/drawing/2014/main" id="{0C6F831B-7E89-04EA-DA68-1B8CD0600F8F}"/>
              </a:ext>
            </a:extLst>
          </p:cNvPr>
          <p:cNvSpPr/>
          <p:nvPr/>
        </p:nvSpPr>
        <p:spPr>
          <a:xfrm>
            <a:off x="8997865" y="2349962"/>
            <a:ext cx="2356084" cy="1572538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Diagrama de flujo: conector 13">
            <a:extLst>
              <a:ext uri="{FF2B5EF4-FFF2-40B4-BE49-F238E27FC236}">
                <a16:creationId xmlns:a16="http://schemas.microsoft.com/office/drawing/2014/main" id="{EF5919BA-704B-38D9-778D-F0E52C9DD082}"/>
              </a:ext>
            </a:extLst>
          </p:cNvPr>
          <p:cNvSpPr/>
          <p:nvPr/>
        </p:nvSpPr>
        <p:spPr>
          <a:xfrm>
            <a:off x="9335931" y="2811902"/>
            <a:ext cx="1723319" cy="981289"/>
          </a:xfrm>
          <a:prstGeom prst="flowChartConnector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Diagrama de flujo: conector 14">
            <a:extLst>
              <a:ext uri="{FF2B5EF4-FFF2-40B4-BE49-F238E27FC236}">
                <a16:creationId xmlns:a16="http://schemas.microsoft.com/office/drawing/2014/main" id="{25342875-681C-70BF-B426-F4686DC98ABA}"/>
              </a:ext>
            </a:extLst>
          </p:cNvPr>
          <p:cNvSpPr/>
          <p:nvPr/>
        </p:nvSpPr>
        <p:spPr>
          <a:xfrm>
            <a:off x="9626167" y="3221927"/>
            <a:ext cx="1123141" cy="452989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Diagrama de flujo: conector 15">
            <a:extLst>
              <a:ext uri="{FF2B5EF4-FFF2-40B4-BE49-F238E27FC236}">
                <a16:creationId xmlns:a16="http://schemas.microsoft.com/office/drawing/2014/main" id="{4E8D432F-0A7C-D356-2649-8CED41B1AC09}"/>
              </a:ext>
            </a:extLst>
          </p:cNvPr>
          <p:cNvSpPr/>
          <p:nvPr/>
        </p:nvSpPr>
        <p:spPr>
          <a:xfrm>
            <a:off x="8324421" y="1493336"/>
            <a:ext cx="3556210" cy="2623127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998D19C-3E3A-4B64-347B-EEE9B9CC440E}"/>
              </a:ext>
            </a:extLst>
          </p:cNvPr>
          <p:cNvSpPr/>
          <p:nvPr/>
        </p:nvSpPr>
        <p:spPr>
          <a:xfrm>
            <a:off x="9913155" y="2022744"/>
            <a:ext cx="4924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200" b="1" dirty="0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endParaRPr lang="es-MX" sz="1200" b="1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594FB95-151D-59F6-E082-F03F42AADF91}"/>
              </a:ext>
            </a:extLst>
          </p:cNvPr>
          <p:cNvSpPr/>
          <p:nvPr/>
        </p:nvSpPr>
        <p:spPr>
          <a:xfrm>
            <a:off x="9647345" y="1596575"/>
            <a:ext cx="184748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200" b="1" dirty="0">
                <a:latin typeface="Arial" panose="020B0604020202020204" pitchFamily="34" charset="0"/>
                <a:cs typeface="Arial" panose="020B0604020202020204" pitchFamily="34" charset="0"/>
              </a:rPr>
              <a:t>EXPSPACE</a:t>
            </a:r>
            <a:endParaRPr lang="es-MX" sz="120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6644ADE-65CF-2513-D89D-4DE794F334D2}"/>
              </a:ext>
            </a:extLst>
          </p:cNvPr>
          <p:cNvSpPr txBox="1"/>
          <p:nvPr/>
        </p:nvSpPr>
        <p:spPr>
          <a:xfrm>
            <a:off x="8656793" y="4315406"/>
            <a:ext cx="347695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Se conjetura que LOGSPACE </a:t>
            </a:r>
            <a:r>
              <a:rPr lang="es-AR" sz="1400" dirty="0">
                <a:sym typeface="Symbol" panose="05050102010706020507" pitchFamily="18" charset="2"/>
              </a:rPr>
              <a:t> 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</a:p>
          <a:p>
            <a:endParaRPr lang="es-A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Se conjetura que P </a:t>
            </a:r>
            <a:r>
              <a:rPr lang="es-AR" sz="1400" dirty="0">
                <a:sym typeface="Symbol" panose="05050102010706020507" pitchFamily="18" charset="2"/>
              </a:rPr>
              <a:t> </a:t>
            </a:r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</a:rPr>
              <a:t>PSPACE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s-A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Se prueba que </a:t>
            </a:r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</a:rPr>
              <a:t>LOGSPACE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400" dirty="0">
                <a:sym typeface="Symbol" panose="05050102010706020507" pitchFamily="18" charset="2"/>
              </a:rPr>
              <a:t>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</a:rPr>
              <a:t>PSPACE</a:t>
            </a:r>
            <a:endParaRPr lang="es-A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Se conjetura que </a:t>
            </a:r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</a:rPr>
              <a:t>PSPACE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 </a:t>
            </a:r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EXP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endParaRPr lang="es-A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Se prueba que </a:t>
            </a:r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400" dirty="0">
                <a:sym typeface="Symbol" panose="05050102010706020507" pitchFamily="18" charset="2"/>
              </a:rPr>
              <a:t>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</a:rPr>
              <a:t>EXPSPACE</a:t>
            </a:r>
            <a:endParaRPr lang="es-AR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892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/>
      <p:bldP spid="4" grpId="0"/>
      <p:bldP spid="6" grpId="0"/>
      <p:bldP spid="9" grpId="0" animBg="1"/>
      <p:bldP spid="10" grpId="0" animBg="1"/>
      <p:bldP spid="14" grpId="0" animBg="1"/>
      <p:bldP spid="15" grpId="0" animBg="1"/>
      <p:bldP spid="16" grpId="0" animBg="1"/>
      <p:bldP spid="17" grpId="0"/>
      <p:bldP spid="18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2823CBE-5E8E-4CBD-A07D-6112B0E8B381}"/>
              </a:ext>
            </a:extLst>
          </p:cNvPr>
          <p:cNvSpPr/>
          <p:nvPr/>
        </p:nvSpPr>
        <p:spPr>
          <a:xfrm>
            <a:off x="267465" y="199712"/>
            <a:ext cx="11778670" cy="65094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200" b="1" dirty="0">
                <a:latin typeface="Arial" panose="020B0604020202020204" pitchFamily="34" charset="0"/>
                <a:cs typeface="Arial" panose="020B0604020202020204" pitchFamily="34" charset="0"/>
              </a:rPr>
              <a:t>Otro ejemplo de lenguaje en la clase PSPACE </a:t>
            </a:r>
          </a:p>
          <a:p>
            <a:pPr algn="just"/>
            <a:endParaRPr lang="es-MX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QSAT = {φ | φ es una fórmula booleana </a:t>
            </a:r>
            <a:r>
              <a:rPr lang="es-ES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cuantificadores</a:t>
            </a:r>
            <a:r>
              <a:rPr lang="es-E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tiene variables libres, y es verdadera}. </a:t>
            </a: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	Por ejemplo: 	φ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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xyz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z	(fórmula verdadera)</a:t>
            </a: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			φ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yz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: x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z	(fórmula falsa)</a:t>
            </a:r>
          </a:p>
          <a:p>
            <a:pPr algn="just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QSAT está en 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PSPACE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 (y no estaría en P ni en NP).</a:t>
            </a:r>
          </a:p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La prueba de que QSAT está en PSPACE se basa en una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función recursiva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Eval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. Por ejemplo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El espacio que ocupa una rama de la recursión es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reutilizado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por la rama siguiente.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La profundidad de la recursión es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O(n)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(a lo sumo hay tantas invocaciones como símbolos en la fórmula).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El tamaño de cada instancia invocada es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O(n)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Por lo tanto, el espacio total ocupado es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O(n</a:t>
            </a:r>
            <a:r>
              <a:rPr lang="es-ES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59C77C-94F9-4C6D-8578-AA5CDC1D1A9F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395138A-A928-84F8-745B-8757558335A0}"/>
              </a:ext>
            </a:extLst>
          </p:cNvPr>
          <p:cNvSpPr txBox="1"/>
          <p:nvPr/>
        </p:nvSpPr>
        <p:spPr>
          <a:xfrm>
            <a:off x="5113959" y="2935093"/>
            <a:ext cx="19366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Eval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(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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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: x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z) </a:t>
            </a:r>
            <a:endParaRPr lang="es-AR" sz="1200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6726FA33-ACF3-47DE-8C8A-85A1DA0197D2}"/>
              </a:ext>
            </a:extLst>
          </p:cNvPr>
          <p:cNvCxnSpPr/>
          <p:nvPr/>
        </p:nvCxnSpPr>
        <p:spPr>
          <a:xfrm>
            <a:off x="13858043" y="1908699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767D700F-4613-0C04-F95F-EA6D9FBF5A6E}"/>
              </a:ext>
            </a:extLst>
          </p:cNvPr>
          <p:cNvSpPr txBox="1"/>
          <p:nvPr/>
        </p:nvSpPr>
        <p:spPr>
          <a:xfrm>
            <a:off x="935449" y="4746612"/>
            <a:ext cx="13267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Eval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(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s-AR" sz="1200" dirty="0"/>
          </a:p>
        </p:txBody>
      </p: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4539B9FF-D9DD-4B03-FC9C-5CF8BAD202F9}"/>
              </a:ext>
            </a:extLst>
          </p:cNvPr>
          <p:cNvCxnSpPr>
            <a:cxnSpLocks/>
          </p:cNvCxnSpPr>
          <p:nvPr/>
        </p:nvCxnSpPr>
        <p:spPr>
          <a:xfrm flipH="1">
            <a:off x="1672451" y="4443186"/>
            <a:ext cx="564945" cy="3277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BC631E10-94FF-C7F6-FA5B-668616C2672B}"/>
              </a:ext>
            </a:extLst>
          </p:cNvPr>
          <p:cNvCxnSpPr>
            <a:cxnSpLocks/>
          </p:cNvCxnSpPr>
          <p:nvPr/>
        </p:nvCxnSpPr>
        <p:spPr>
          <a:xfrm flipH="1">
            <a:off x="2606526" y="3854706"/>
            <a:ext cx="557297" cy="2580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uadroTexto 69">
            <a:extLst>
              <a:ext uri="{FF2B5EF4-FFF2-40B4-BE49-F238E27FC236}">
                <a16:creationId xmlns:a16="http://schemas.microsoft.com/office/drawing/2014/main" id="{EDC0082C-61B7-0978-89BB-F255188964C5}"/>
              </a:ext>
            </a:extLst>
          </p:cNvPr>
          <p:cNvSpPr txBox="1"/>
          <p:nvPr/>
        </p:nvSpPr>
        <p:spPr>
          <a:xfrm>
            <a:off x="1722190" y="4414466"/>
            <a:ext cx="4540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endParaRPr lang="es-AR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A44A9226-1634-BE94-C48E-C02EEC748639}"/>
              </a:ext>
            </a:extLst>
          </p:cNvPr>
          <p:cNvSpPr txBox="1"/>
          <p:nvPr/>
        </p:nvSpPr>
        <p:spPr>
          <a:xfrm>
            <a:off x="1616510" y="4994891"/>
            <a:ext cx="4540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endParaRPr lang="es-AR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C35A2781-09DC-D9FA-1CB2-E66CB198F8AE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3545928" y="3212092"/>
            <a:ext cx="2536369" cy="3408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CuadroTexto 84">
            <a:extLst>
              <a:ext uri="{FF2B5EF4-FFF2-40B4-BE49-F238E27FC236}">
                <a16:creationId xmlns:a16="http://schemas.microsoft.com/office/drawing/2014/main" id="{4B186F5E-85D1-63E0-B475-6758EDEDB668}"/>
              </a:ext>
            </a:extLst>
          </p:cNvPr>
          <p:cNvSpPr txBox="1"/>
          <p:nvPr/>
        </p:nvSpPr>
        <p:spPr>
          <a:xfrm>
            <a:off x="2337559" y="3535110"/>
            <a:ext cx="21528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Eval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(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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z) </a:t>
            </a:r>
            <a:endParaRPr lang="es-AR" sz="1200" dirty="0"/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94FA3D8D-F1CE-91EE-7420-E8737959AB94}"/>
              </a:ext>
            </a:extLst>
          </p:cNvPr>
          <p:cNvSpPr txBox="1"/>
          <p:nvPr/>
        </p:nvSpPr>
        <p:spPr>
          <a:xfrm>
            <a:off x="1441150" y="4120673"/>
            <a:ext cx="21528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Eval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(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z: 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z) </a:t>
            </a:r>
            <a:endParaRPr lang="es-AR" sz="1200" dirty="0"/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46205B93-B52C-00EA-1CF2-D87AE5AB73CB}"/>
              </a:ext>
            </a:extLst>
          </p:cNvPr>
          <p:cNvSpPr txBox="1"/>
          <p:nvPr/>
        </p:nvSpPr>
        <p:spPr>
          <a:xfrm>
            <a:off x="2606526" y="3779729"/>
            <a:ext cx="4540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endParaRPr lang="es-AR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F47E38B9-F0E1-2C51-98E4-D3AD36BF552C}"/>
              </a:ext>
            </a:extLst>
          </p:cNvPr>
          <p:cNvSpPr txBox="1"/>
          <p:nvPr/>
        </p:nvSpPr>
        <p:spPr>
          <a:xfrm>
            <a:off x="4948206" y="3366490"/>
            <a:ext cx="4540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endParaRPr lang="es-AR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A62AF265-6BDD-FB70-127C-0BC40D1C03CF}"/>
              </a:ext>
            </a:extLst>
          </p:cNvPr>
          <p:cNvSpPr txBox="1"/>
          <p:nvPr/>
        </p:nvSpPr>
        <p:spPr>
          <a:xfrm>
            <a:off x="5956838" y="4724162"/>
            <a:ext cx="13267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Eval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(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s-AR" sz="1200" dirty="0"/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2DE294B6-E87A-1425-88C6-30D6AA45FB41}"/>
              </a:ext>
            </a:extLst>
          </p:cNvPr>
          <p:cNvSpPr txBox="1"/>
          <p:nvPr/>
        </p:nvSpPr>
        <p:spPr>
          <a:xfrm>
            <a:off x="7177977" y="4724161"/>
            <a:ext cx="13893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Eval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(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s-AR" sz="1200" dirty="0"/>
          </a:p>
        </p:txBody>
      </p:sp>
      <p:cxnSp>
        <p:nvCxnSpPr>
          <p:cNvPr id="109" name="Conector recto 108">
            <a:extLst>
              <a:ext uri="{FF2B5EF4-FFF2-40B4-BE49-F238E27FC236}">
                <a16:creationId xmlns:a16="http://schemas.microsoft.com/office/drawing/2014/main" id="{5AA82830-2AAC-5744-1154-8ED1DEF39CED}"/>
              </a:ext>
            </a:extLst>
          </p:cNvPr>
          <p:cNvCxnSpPr>
            <a:cxnSpLocks/>
          </p:cNvCxnSpPr>
          <p:nvPr/>
        </p:nvCxnSpPr>
        <p:spPr>
          <a:xfrm flipH="1">
            <a:off x="6693840" y="4420736"/>
            <a:ext cx="564945" cy="3277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98D39174-83A5-3706-1797-BB3EBA517AC1}"/>
              </a:ext>
            </a:extLst>
          </p:cNvPr>
          <p:cNvCxnSpPr>
            <a:cxnSpLocks/>
          </p:cNvCxnSpPr>
          <p:nvPr/>
        </p:nvCxnSpPr>
        <p:spPr>
          <a:xfrm>
            <a:off x="7325286" y="4422698"/>
            <a:ext cx="546759" cy="3014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cto 110">
            <a:extLst>
              <a:ext uri="{FF2B5EF4-FFF2-40B4-BE49-F238E27FC236}">
                <a16:creationId xmlns:a16="http://schemas.microsoft.com/office/drawing/2014/main" id="{C12507A0-7B8C-4A72-A2E4-4ACC869B7E69}"/>
              </a:ext>
            </a:extLst>
          </p:cNvPr>
          <p:cNvCxnSpPr>
            <a:cxnSpLocks/>
          </p:cNvCxnSpPr>
          <p:nvPr/>
        </p:nvCxnSpPr>
        <p:spPr>
          <a:xfrm flipH="1">
            <a:off x="7411630" y="3837675"/>
            <a:ext cx="1140059" cy="270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CuadroTexto 112">
            <a:extLst>
              <a:ext uri="{FF2B5EF4-FFF2-40B4-BE49-F238E27FC236}">
                <a16:creationId xmlns:a16="http://schemas.microsoft.com/office/drawing/2014/main" id="{08D2AA6B-8D7D-9CC6-2E6D-0F4DFC0CB844}"/>
              </a:ext>
            </a:extLst>
          </p:cNvPr>
          <p:cNvSpPr txBox="1"/>
          <p:nvPr/>
        </p:nvSpPr>
        <p:spPr>
          <a:xfrm>
            <a:off x="7675535" y="3765607"/>
            <a:ext cx="5239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s-AR" sz="1200" dirty="0">
              <a:solidFill>
                <a:srgbClr val="FF0000"/>
              </a:solidFill>
            </a:endParaRPr>
          </a:p>
        </p:txBody>
      </p: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88749B11-DD38-FC79-34D6-80652FB2A3FE}"/>
              </a:ext>
            </a:extLst>
          </p:cNvPr>
          <p:cNvSpPr txBox="1"/>
          <p:nvPr/>
        </p:nvSpPr>
        <p:spPr>
          <a:xfrm>
            <a:off x="7857821" y="4964371"/>
            <a:ext cx="5239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s-AR" sz="1200" dirty="0">
              <a:solidFill>
                <a:srgbClr val="FF0000"/>
              </a:solidFill>
            </a:endParaRPr>
          </a:p>
        </p:txBody>
      </p: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2C9692BE-60AE-0CF0-6408-1FE43DD47E44}"/>
              </a:ext>
            </a:extLst>
          </p:cNvPr>
          <p:cNvSpPr txBox="1"/>
          <p:nvPr/>
        </p:nvSpPr>
        <p:spPr>
          <a:xfrm>
            <a:off x="7627915" y="3512660"/>
            <a:ext cx="21528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Eval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(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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z) </a:t>
            </a:r>
            <a:endParaRPr lang="es-AR" sz="1200" dirty="0"/>
          </a:p>
        </p:txBody>
      </p:sp>
      <p:sp>
        <p:nvSpPr>
          <p:cNvPr id="117" name="CuadroTexto 116">
            <a:extLst>
              <a:ext uri="{FF2B5EF4-FFF2-40B4-BE49-F238E27FC236}">
                <a16:creationId xmlns:a16="http://schemas.microsoft.com/office/drawing/2014/main" id="{7DE5937F-6875-C974-89D5-ECFCCF40B922}"/>
              </a:ext>
            </a:extLst>
          </p:cNvPr>
          <p:cNvSpPr txBox="1"/>
          <p:nvPr/>
        </p:nvSpPr>
        <p:spPr>
          <a:xfrm>
            <a:off x="6462539" y="4098223"/>
            <a:ext cx="21528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Eval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(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z: 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z) </a:t>
            </a:r>
            <a:endParaRPr lang="es-AR" sz="1200" dirty="0"/>
          </a:p>
        </p:txBody>
      </p:sp>
      <p:sp>
        <p:nvSpPr>
          <p:cNvPr id="119" name="CuadroTexto 118">
            <a:extLst>
              <a:ext uri="{FF2B5EF4-FFF2-40B4-BE49-F238E27FC236}">
                <a16:creationId xmlns:a16="http://schemas.microsoft.com/office/drawing/2014/main" id="{986CC8FC-05EC-62B5-861E-EFB3CA2BFA86}"/>
              </a:ext>
            </a:extLst>
          </p:cNvPr>
          <p:cNvSpPr txBox="1"/>
          <p:nvPr/>
        </p:nvSpPr>
        <p:spPr>
          <a:xfrm>
            <a:off x="8475290" y="4712164"/>
            <a:ext cx="13267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Eval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(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s-AR" sz="1200" dirty="0"/>
          </a:p>
        </p:txBody>
      </p:sp>
      <p:sp>
        <p:nvSpPr>
          <p:cNvPr id="120" name="CuadroTexto 119">
            <a:extLst>
              <a:ext uri="{FF2B5EF4-FFF2-40B4-BE49-F238E27FC236}">
                <a16:creationId xmlns:a16="http://schemas.microsoft.com/office/drawing/2014/main" id="{E3FC8119-2D49-21F4-61E1-415CCE67F5E8}"/>
              </a:ext>
            </a:extLst>
          </p:cNvPr>
          <p:cNvSpPr txBox="1"/>
          <p:nvPr/>
        </p:nvSpPr>
        <p:spPr>
          <a:xfrm>
            <a:off x="9696429" y="4712163"/>
            <a:ext cx="13893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Eval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(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s-AR" sz="1200" dirty="0"/>
          </a:p>
        </p:txBody>
      </p:sp>
      <p:cxnSp>
        <p:nvCxnSpPr>
          <p:cNvPr id="121" name="Conector recto 120">
            <a:extLst>
              <a:ext uri="{FF2B5EF4-FFF2-40B4-BE49-F238E27FC236}">
                <a16:creationId xmlns:a16="http://schemas.microsoft.com/office/drawing/2014/main" id="{8694477D-8EAE-7B09-0AC5-F86D533445F0}"/>
              </a:ext>
            </a:extLst>
          </p:cNvPr>
          <p:cNvCxnSpPr>
            <a:cxnSpLocks/>
          </p:cNvCxnSpPr>
          <p:nvPr/>
        </p:nvCxnSpPr>
        <p:spPr>
          <a:xfrm flipH="1">
            <a:off x="9212292" y="4408738"/>
            <a:ext cx="564945" cy="3277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cto 121">
            <a:extLst>
              <a:ext uri="{FF2B5EF4-FFF2-40B4-BE49-F238E27FC236}">
                <a16:creationId xmlns:a16="http://schemas.microsoft.com/office/drawing/2014/main" id="{B2326D22-7AC6-5E37-AC75-0573CE15B501}"/>
              </a:ext>
            </a:extLst>
          </p:cNvPr>
          <p:cNvCxnSpPr>
            <a:cxnSpLocks/>
          </p:cNvCxnSpPr>
          <p:nvPr/>
        </p:nvCxnSpPr>
        <p:spPr>
          <a:xfrm>
            <a:off x="9840918" y="4392016"/>
            <a:ext cx="546759" cy="3014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CuadroTexto 122">
            <a:extLst>
              <a:ext uri="{FF2B5EF4-FFF2-40B4-BE49-F238E27FC236}">
                <a16:creationId xmlns:a16="http://schemas.microsoft.com/office/drawing/2014/main" id="{F3FC48FF-E590-5927-99A8-0BA95FF294E4}"/>
              </a:ext>
            </a:extLst>
          </p:cNvPr>
          <p:cNvSpPr txBox="1"/>
          <p:nvPr/>
        </p:nvSpPr>
        <p:spPr>
          <a:xfrm>
            <a:off x="10114298" y="4356484"/>
            <a:ext cx="5239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s-AR" sz="1200" dirty="0">
              <a:solidFill>
                <a:srgbClr val="FF0000"/>
              </a:solidFill>
            </a:endParaRPr>
          </a:p>
        </p:txBody>
      </p:sp>
      <p:sp>
        <p:nvSpPr>
          <p:cNvPr id="124" name="CuadroTexto 123">
            <a:extLst>
              <a:ext uri="{FF2B5EF4-FFF2-40B4-BE49-F238E27FC236}">
                <a16:creationId xmlns:a16="http://schemas.microsoft.com/office/drawing/2014/main" id="{164ACF51-6E47-F9E0-46BA-A26FC1E6F68F}"/>
              </a:ext>
            </a:extLst>
          </p:cNvPr>
          <p:cNvSpPr txBox="1"/>
          <p:nvPr/>
        </p:nvSpPr>
        <p:spPr>
          <a:xfrm>
            <a:off x="10376273" y="4952373"/>
            <a:ext cx="5239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s-AR" sz="1200" dirty="0">
              <a:solidFill>
                <a:srgbClr val="FF0000"/>
              </a:solidFill>
            </a:endParaRP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71D607BE-3B07-B037-269D-65D764752C8E}"/>
              </a:ext>
            </a:extLst>
          </p:cNvPr>
          <p:cNvSpPr txBox="1"/>
          <p:nvPr/>
        </p:nvSpPr>
        <p:spPr>
          <a:xfrm>
            <a:off x="9037881" y="4079484"/>
            <a:ext cx="21528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Eval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(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z: 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z) </a:t>
            </a:r>
            <a:endParaRPr lang="es-AR" sz="1200" dirty="0"/>
          </a:p>
        </p:txBody>
      </p:sp>
      <p:cxnSp>
        <p:nvCxnSpPr>
          <p:cNvPr id="126" name="Conector recto 125">
            <a:extLst>
              <a:ext uri="{FF2B5EF4-FFF2-40B4-BE49-F238E27FC236}">
                <a16:creationId xmlns:a16="http://schemas.microsoft.com/office/drawing/2014/main" id="{9344BC4E-2FA3-1269-AC10-A7E85A9E2E92}"/>
              </a:ext>
            </a:extLst>
          </p:cNvPr>
          <p:cNvCxnSpPr>
            <a:cxnSpLocks/>
          </p:cNvCxnSpPr>
          <p:nvPr/>
        </p:nvCxnSpPr>
        <p:spPr>
          <a:xfrm>
            <a:off x="8575419" y="3837731"/>
            <a:ext cx="1161864" cy="2141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CuadroTexto 126">
            <a:extLst>
              <a:ext uri="{FF2B5EF4-FFF2-40B4-BE49-F238E27FC236}">
                <a16:creationId xmlns:a16="http://schemas.microsoft.com/office/drawing/2014/main" id="{9796E8C8-5FA3-5D86-1576-F16EBE8982C8}"/>
              </a:ext>
            </a:extLst>
          </p:cNvPr>
          <p:cNvSpPr txBox="1"/>
          <p:nvPr/>
        </p:nvSpPr>
        <p:spPr>
          <a:xfrm>
            <a:off x="9153777" y="4936944"/>
            <a:ext cx="5239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s-AR" sz="1200" dirty="0">
              <a:solidFill>
                <a:srgbClr val="FF0000"/>
              </a:solidFill>
            </a:endParaRPr>
          </a:p>
        </p:txBody>
      </p:sp>
      <p:sp>
        <p:nvSpPr>
          <p:cNvPr id="128" name="CuadroTexto 127">
            <a:extLst>
              <a:ext uri="{FF2B5EF4-FFF2-40B4-BE49-F238E27FC236}">
                <a16:creationId xmlns:a16="http://schemas.microsoft.com/office/drawing/2014/main" id="{5116FB41-7C23-BA98-BC2F-72EE5D27453F}"/>
              </a:ext>
            </a:extLst>
          </p:cNvPr>
          <p:cNvSpPr txBox="1"/>
          <p:nvPr/>
        </p:nvSpPr>
        <p:spPr>
          <a:xfrm>
            <a:off x="9253104" y="4367046"/>
            <a:ext cx="5239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s-AR" sz="1200" dirty="0">
              <a:solidFill>
                <a:srgbClr val="FF0000"/>
              </a:solidFill>
            </a:endParaRPr>
          </a:p>
        </p:txBody>
      </p:sp>
      <p:sp>
        <p:nvSpPr>
          <p:cNvPr id="129" name="CuadroTexto 128">
            <a:extLst>
              <a:ext uri="{FF2B5EF4-FFF2-40B4-BE49-F238E27FC236}">
                <a16:creationId xmlns:a16="http://schemas.microsoft.com/office/drawing/2014/main" id="{01675EED-2D50-FF9A-95F0-CEAC740812B9}"/>
              </a:ext>
            </a:extLst>
          </p:cNvPr>
          <p:cNvSpPr txBox="1"/>
          <p:nvPr/>
        </p:nvSpPr>
        <p:spPr>
          <a:xfrm>
            <a:off x="9172478" y="3716207"/>
            <a:ext cx="5239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s-AR" sz="1200" dirty="0">
              <a:solidFill>
                <a:srgbClr val="FF0000"/>
              </a:solidFill>
            </a:endParaRPr>
          </a:p>
        </p:txBody>
      </p:sp>
      <p:sp>
        <p:nvSpPr>
          <p:cNvPr id="130" name="CuadroTexto 129">
            <a:extLst>
              <a:ext uri="{FF2B5EF4-FFF2-40B4-BE49-F238E27FC236}">
                <a16:creationId xmlns:a16="http://schemas.microsoft.com/office/drawing/2014/main" id="{3159C0C7-ED1D-7F11-BAF3-66571FB59196}"/>
              </a:ext>
            </a:extLst>
          </p:cNvPr>
          <p:cNvSpPr txBox="1"/>
          <p:nvPr/>
        </p:nvSpPr>
        <p:spPr>
          <a:xfrm>
            <a:off x="6654026" y="4951530"/>
            <a:ext cx="5239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s-AR" sz="1200" dirty="0">
              <a:solidFill>
                <a:srgbClr val="FF0000"/>
              </a:solidFill>
            </a:endParaRPr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3C9BC4D1-1BA1-7B98-399C-6FFA79ACA968}"/>
              </a:ext>
            </a:extLst>
          </p:cNvPr>
          <p:cNvSpPr txBox="1"/>
          <p:nvPr/>
        </p:nvSpPr>
        <p:spPr>
          <a:xfrm>
            <a:off x="6742842" y="4376728"/>
            <a:ext cx="5239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s-AR" sz="1200" dirty="0">
              <a:solidFill>
                <a:srgbClr val="FF0000"/>
              </a:solidFill>
            </a:endParaRPr>
          </a:p>
        </p:txBody>
      </p: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5BBC0702-18B6-CEC6-BB6A-E73343048209}"/>
              </a:ext>
            </a:extLst>
          </p:cNvPr>
          <p:cNvSpPr txBox="1"/>
          <p:nvPr/>
        </p:nvSpPr>
        <p:spPr>
          <a:xfrm>
            <a:off x="7595845" y="4368552"/>
            <a:ext cx="5239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s-AR" sz="1200" dirty="0">
              <a:solidFill>
                <a:srgbClr val="FF0000"/>
              </a:solidFill>
            </a:endParaRPr>
          </a:p>
        </p:txBody>
      </p:sp>
      <p:cxnSp>
        <p:nvCxnSpPr>
          <p:cNvPr id="134" name="Conector recto 133">
            <a:extLst>
              <a:ext uri="{FF2B5EF4-FFF2-40B4-BE49-F238E27FC236}">
                <a16:creationId xmlns:a16="http://schemas.microsoft.com/office/drawing/2014/main" id="{888DFC0D-18F9-92F9-F462-88A0E96A3401}"/>
              </a:ext>
            </a:extLst>
          </p:cNvPr>
          <p:cNvCxnSpPr>
            <a:cxnSpLocks/>
          </p:cNvCxnSpPr>
          <p:nvPr/>
        </p:nvCxnSpPr>
        <p:spPr>
          <a:xfrm>
            <a:off x="6230181" y="3221541"/>
            <a:ext cx="2313405" cy="3135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CuadroTexto 135">
            <a:extLst>
              <a:ext uri="{FF2B5EF4-FFF2-40B4-BE49-F238E27FC236}">
                <a16:creationId xmlns:a16="http://schemas.microsoft.com/office/drawing/2014/main" id="{078F0054-D04C-4830-DF8B-7D3E9EAA9C96}"/>
              </a:ext>
            </a:extLst>
          </p:cNvPr>
          <p:cNvSpPr txBox="1"/>
          <p:nvPr/>
        </p:nvSpPr>
        <p:spPr>
          <a:xfrm>
            <a:off x="6791034" y="3329506"/>
            <a:ext cx="5239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s-AR" sz="1600" dirty="0">
              <a:solidFill>
                <a:srgbClr val="FF0000"/>
              </a:solidFill>
            </a:endParaRPr>
          </a:p>
        </p:txBody>
      </p:sp>
      <p:sp>
        <p:nvSpPr>
          <p:cNvPr id="137" name="CuadroTexto 136">
            <a:extLst>
              <a:ext uri="{FF2B5EF4-FFF2-40B4-BE49-F238E27FC236}">
                <a16:creationId xmlns:a16="http://schemas.microsoft.com/office/drawing/2014/main" id="{1A0C22A7-C44B-4091-AAAF-1CC5291F02A2}"/>
              </a:ext>
            </a:extLst>
          </p:cNvPr>
          <p:cNvSpPr txBox="1"/>
          <p:nvPr/>
        </p:nvSpPr>
        <p:spPr>
          <a:xfrm>
            <a:off x="7258785" y="2951602"/>
            <a:ext cx="5239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s-AR" sz="1200" dirty="0">
              <a:solidFill>
                <a:srgbClr val="FF0000"/>
              </a:solidFill>
            </a:endParaRPr>
          </a:p>
        </p:txBody>
      </p:sp>
      <p:cxnSp>
        <p:nvCxnSpPr>
          <p:cNvPr id="139" name="Conector recto de flecha 138">
            <a:extLst>
              <a:ext uri="{FF2B5EF4-FFF2-40B4-BE49-F238E27FC236}">
                <a16:creationId xmlns:a16="http://schemas.microsoft.com/office/drawing/2014/main" id="{3ADB072B-417A-9FF2-4020-37909BD9B9F2}"/>
              </a:ext>
            </a:extLst>
          </p:cNvPr>
          <p:cNvCxnSpPr>
            <a:cxnSpLocks/>
          </p:cNvCxnSpPr>
          <p:nvPr/>
        </p:nvCxnSpPr>
        <p:spPr>
          <a:xfrm rot="180000" flipV="1">
            <a:off x="6930483" y="3076259"/>
            <a:ext cx="352834" cy="1934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21342124-271C-51A2-F90C-DA16558E3DCC}"/>
              </a:ext>
            </a:extLst>
          </p:cNvPr>
          <p:cNvSpPr txBox="1"/>
          <p:nvPr/>
        </p:nvSpPr>
        <p:spPr>
          <a:xfrm>
            <a:off x="5493521" y="6195970"/>
            <a:ext cx="2758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QSAT</a:t>
            </a:r>
            <a:r>
              <a:rPr lang="es-E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 estaría en NP: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C5BC829-C390-929A-6F7A-4CD5B2B5E041}"/>
              </a:ext>
            </a:extLst>
          </p:cNvPr>
          <p:cNvSpPr txBox="1"/>
          <p:nvPr/>
        </p:nvSpPr>
        <p:spPr>
          <a:xfrm>
            <a:off x="7981659" y="6203015"/>
            <a:ext cx="37404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certificados no son sucintos. </a:t>
            </a:r>
          </a:p>
        </p:txBody>
      </p:sp>
    </p:spTree>
    <p:extLst>
      <p:ext uri="{BB962C8B-B14F-4D97-AF65-F5344CB8AC3E}">
        <p14:creationId xmlns:p14="http://schemas.microsoft.com/office/powerpoint/2010/main" val="1160165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2" grpId="0"/>
      <p:bldP spid="70" grpId="0"/>
      <p:bldP spid="78" grpId="0"/>
      <p:bldP spid="87" grpId="0"/>
      <p:bldP spid="88" grpId="0"/>
      <p:bldP spid="106" grpId="0"/>
      <p:bldP spid="107" grpId="0"/>
      <p:bldP spid="108" grpId="0"/>
      <p:bldP spid="113" grpId="0"/>
      <p:bldP spid="115" grpId="0"/>
      <p:bldP spid="116" grpId="0"/>
      <p:bldP spid="117" grpId="0"/>
      <p:bldP spid="119" grpId="0"/>
      <p:bldP spid="120" grpId="0"/>
      <p:bldP spid="123" grpId="0"/>
      <p:bldP spid="124" grpId="0"/>
      <p:bldP spid="125" grpId="0"/>
      <p:bldP spid="127" grpId="0"/>
      <p:bldP spid="129" grpId="0"/>
      <p:bldP spid="130" grpId="0"/>
      <p:bldP spid="131" grpId="0"/>
      <p:bldP spid="132" grpId="0"/>
      <p:bldP spid="136" grpId="0"/>
      <p:bldP spid="137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B0F4841-A001-4100-887B-E6285ED68B77}"/>
              </a:ext>
            </a:extLst>
          </p:cNvPr>
          <p:cNvSpPr/>
          <p:nvPr/>
        </p:nvSpPr>
        <p:spPr>
          <a:xfrm>
            <a:off x="273257" y="975938"/>
            <a:ext cx="11736887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¿Dada una posición en una partida de ajedrez, </a:t>
            </a:r>
            <a:r>
              <a:rPr lang="es-AR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go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etc., acaso el jugador A le gana al jugador B ? </a:t>
            </a: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¿Existe una jugada 1 de A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  tal que para toda jugada 1 de B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existe una jugada 2 de A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   tal que para toda jugada 2 de B    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existe una jugada 3 de A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        tal que para toda jugada 3 de B …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A gana?</a:t>
            </a: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		</a:t>
            </a:r>
          </a:p>
          <a:p>
            <a:pPr algn="ctr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Formalmente: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φ = [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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ES" sz="1200" b="1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x</a:t>
            </a:r>
            <a:r>
              <a:rPr lang="es-ES" sz="1200" b="1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x</a:t>
            </a:r>
            <a:r>
              <a:rPr lang="es-ES" sz="1200" b="1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5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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ES" sz="1200" b="1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AR" b="1" dirty="0">
                <a:latin typeface="Arial" panose="020B0604020202020204" pitchFamily="34" charset="0"/>
                <a:ea typeface="Calibri" panose="020F0502020204030204" pitchFamily="34" charset="0"/>
              </a:rPr>
              <a:t>Ψ(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ES" sz="1200" b="1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ES" sz="1200" b="1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s-ES" sz="1200" b="1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5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)]</a:t>
            </a: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Notar que </a:t>
            </a:r>
            <a:r>
              <a:rPr lang="es-ES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QSAT</a:t>
            </a:r>
            <a:r>
              <a:rPr lang="es-E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{fórmulas booleanas con cuantificadores verdaderas}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es una instancia de este problema:</a:t>
            </a: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4320000" lvl="8" indent="-285750" algn="just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Compiten 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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contra 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</a:p>
          <a:p>
            <a:pPr marL="4320000" lvl="8" indent="-285750" algn="just">
              <a:buFont typeface="Arial" panose="020B0604020202020204" pitchFamily="34" charset="0"/>
              <a:buChar char="•"/>
            </a:pPr>
            <a:endParaRPr lang="es-E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320000" lvl="8" indent="-285750" algn="just">
              <a:buFont typeface="Arial" panose="020B0604020202020204" pitchFamily="34" charset="0"/>
              <a:buChar char="•"/>
            </a:pP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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gana si la fórmula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φ es verdadera</a:t>
            </a:r>
          </a:p>
          <a:p>
            <a:pPr marL="4320000" lvl="8" indent="-285750" algn="just">
              <a:buFont typeface="Arial" panose="020B0604020202020204" pitchFamily="34" charset="0"/>
              <a:buChar char="•"/>
            </a:pPr>
            <a:endParaRPr lang="es-E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320000" lvl="8" indent="-285750" algn="just">
              <a:buFont typeface="Arial" panose="020B0604020202020204" pitchFamily="34" charset="0"/>
              <a:buChar char="•"/>
            </a:pP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gana si la fórmula es falsa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6" name="Slide Number Placeholder 2">
            <a:extLst>
              <a:ext uri="{FF2B5EF4-FFF2-40B4-BE49-F238E27FC236}">
                <a16:creationId xmlns:a16="http://schemas.microsoft.com/office/drawing/2014/main" id="{80EA6396-F0D6-4D71-A528-F4DDAB7F015B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1E46985-83F2-4FD8-2385-536C8A507BE9}"/>
              </a:ext>
            </a:extLst>
          </p:cNvPr>
          <p:cNvSpPr txBox="1"/>
          <p:nvPr/>
        </p:nvSpPr>
        <p:spPr>
          <a:xfrm>
            <a:off x="140918" y="228693"/>
            <a:ext cx="89404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200" b="1" dirty="0">
                <a:latin typeface="Arial" panose="020B0604020202020204" pitchFamily="34" charset="0"/>
                <a:cs typeface="Arial" panose="020B0604020202020204" pitchFamily="34" charset="0"/>
              </a:rPr>
              <a:t>Otro ejemplo de lenguaje en la clase </a:t>
            </a:r>
            <a:r>
              <a:rPr lang="es-E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PSPACE</a:t>
            </a:r>
            <a:r>
              <a:rPr lang="es-ES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5B200227-63C3-B396-57CC-5C7794D9190F}"/>
              </a:ext>
            </a:extLst>
          </p:cNvPr>
          <p:cNvCxnSpPr>
            <a:cxnSpLocks/>
          </p:cNvCxnSpPr>
          <p:nvPr/>
        </p:nvCxnSpPr>
        <p:spPr>
          <a:xfrm>
            <a:off x="9225023" y="1388962"/>
            <a:ext cx="0" cy="43983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E898DA9D-5C98-CC0E-2ACD-57791124499C}"/>
              </a:ext>
            </a:extLst>
          </p:cNvPr>
          <p:cNvCxnSpPr>
            <a:cxnSpLocks/>
          </p:cNvCxnSpPr>
          <p:nvPr/>
        </p:nvCxnSpPr>
        <p:spPr>
          <a:xfrm flipH="1">
            <a:off x="8624659" y="1828800"/>
            <a:ext cx="600364" cy="347241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7CCEDDB2-6CB6-12F6-4DDB-897278171F64}"/>
              </a:ext>
            </a:extLst>
          </p:cNvPr>
          <p:cNvCxnSpPr>
            <a:cxnSpLocks/>
          </p:cNvCxnSpPr>
          <p:nvPr/>
        </p:nvCxnSpPr>
        <p:spPr>
          <a:xfrm flipH="1">
            <a:off x="8993859" y="1828798"/>
            <a:ext cx="231164" cy="347241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CC438218-1D17-B7DA-12FD-D14AA24F7AB3}"/>
              </a:ext>
            </a:extLst>
          </p:cNvPr>
          <p:cNvCxnSpPr>
            <a:cxnSpLocks/>
          </p:cNvCxnSpPr>
          <p:nvPr/>
        </p:nvCxnSpPr>
        <p:spPr>
          <a:xfrm>
            <a:off x="9231511" y="1836833"/>
            <a:ext cx="181038" cy="33920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A2ED6B49-1129-8EE8-D117-8D34052A0DBD}"/>
              </a:ext>
            </a:extLst>
          </p:cNvPr>
          <p:cNvCxnSpPr>
            <a:cxnSpLocks/>
          </p:cNvCxnSpPr>
          <p:nvPr/>
        </p:nvCxnSpPr>
        <p:spPr>
          <a:xfrm>
            <a:off x="9225023" y="1824133"/>
            <a:ext cx="552162" cy="35190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AE13F06F-46B2-ADC8-552D-EC7F657206B7}"/>
              </a:ext>
            </a:extLst>
          </p:cNvPr>
          <p:cNvCxnSpPr>
            <a:cxnSpLocks/>
          </p:cNvCxnSpPr>
          <p:nvPr/>
        </p:nvCxnSpPr>
        <p:spPr>
          <a:xfrm>
            <a:off x="8685273" y="2176039"/>
            <a:ext cx="0" cy="43983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CE8B8785-DED1-C152-155D-504F787F98CA}"/>
              </a:ext>
            </a:extLst>
          </p:cNvPr>
          <p:cNvCxnSpPr>
            <a:cxnSpLocks/>
          </p:cNvCxnSpPr>
          <p:nvPr/>
        </p:nvCxnSpPr>
        <p:spPr>
          <a:xfrm flipH="1">
            <a:off x="8081821" y="2625600"/>
            <a:ext cx="600364" cy="347241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684E2D6B-56F1-EA0F-250D-31698F344469}"/>
              </a:ext>
            </a:extLst>
          </p:cNvPr>
          <p:cNvCxnSpPr>
            <a:cxnSpLocks/>
          </p:cNvCxnSpPr>
          <p:nvPr/>
        </p:nvCxnSpPr>
        <p:spPr>
          <a:xfrm flipH="1">
            <a:off x="8451021" y="2625598"/>
            <a:ext cx="231164" cy="347241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9BC2DD99-6688-0E30-B00F-301D3EB9A9E5}"/>
              </a:ext>
            </a:extLst>
          </p:cNvPr>
          <p:cNvCxnSpPr>
            <a:cxnSpLocks/>
          </p:cNvCxnSpPr>
          <p:nvPr/>
        </p:nvCxnSpPr>
        <p:spPr>
          <a:xfrm>
            <a:off x="8688673" y="2633633"/>
            <a:ext cx="181038" cy="33920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92178A7E-B41A-AEBE-C86A-60A0A7007BAD}"/>
              </a:ext>
            </a:extLst>
          </p:cNvPr>
          <p:cNvCxnSpPr>
            <a:cxnSpLocks/>
          </p:cNvCxnSpPr>
          <p:nvPr/>
        </p:nvCxnSpPr>
        <p:spPr>
          <a:xfrm>
            <a:off x="8682185" y="2620933"/>
            <a:ext cx="552162" cy="35190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F094F435-E690-D1A0-FF3D-EAC115DF1AC7}"/>
              </a:ext>
            </a:extLst>
          </p:cNvPr>
          <p:cNvSpPr txBox="1"/>
          <p:nvPr/>
        </p:nvSpPr>
        <p:spPr>
          <a:xfrm>
            <a:off x="8924841" y="2012642"/>
            <a:ext cx="20990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…….…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E54B6F0A-8CC3-1623-DBC1-17475A0C02DE}"/>
              </a:ext>
            </a:extLst>
          </p:cNvPr>
          <p:cNvSpPr txBox="1"/>
          <p:nvPr/>
        </p:nvSpPr>
        <p:spPr>
          <a:xfrm>
            <a:off x="7944342" y="2826866"/>
            <a:ext cx="20990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…….……...</a:t>
            </a:r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5885A9DB-51FD-FDC6-2988-ED9C16A31377}"/>
              </a:ext>
            </a:extLst>
          </p:cNvPr>
          <p:cNvCxnSpPr>
            <a:cxnSpLocks/>
          </p:cNvCxnSpPr>
          <p:nvPr/>
        </p:nvCxnSpPr>
        <p:spPr>
          <a:xfrm>
            <a:off x="8869711" y="3139372"/>
            <a:ext cx="0" cy="43983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0312A5A8-5A31-0208-4C4D-92C156705D45}"/>
              </a:ext>
            </a:extLst>
          </p:cNvPr>
          <p:cNvSpPr txBox="1"/>
          <p:nvPr/>
        </p:nvSpPr>
        <p:spPr>
          <a:xfrm>
            <a:off x="9231511" y="1400508"/>
            <a:ext cx="897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C3D9BBC-AA64-8A3B-F83D-2A983EB65802}"/>
              </a:ext>
            </a:extLst>
          </p:cNvPr>
          <p:cNvSpPr txBox="1"/>
          <p:nvPr/>
        </p:nvSpPr>
        <p:spPr>
          <a:xfrm>
            <a:off x="8688673" y="2201754"/>
            <a:ext cx="897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42DBD301-62AD-E1FE-666D-7B09106819D7}"/>
              </a:ext>
            </a:extLst>
          </p:cNvPr>
          <p:cNvSpPr txBox="1"/>
          <p:nvPr/>
        </p:nvSpPr>
        <p:spPr>
          <a:xfrm>
            <a:off x="8924841" y="3138357"/>
            <a:ext cx="897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4835B574-31BF-EC63-FB9B-7F791073C3FA}"/>
              </a:ext>
            </a:extLst>
          </p:cNvPr>
          <p:cNvSpPr txBox="1"/>
          <p:nvPr/>
        </p:nvSpPr>
        <p:spPr>
          <a:xfrm>
            <a:off x="9783673" y="1909266"/>
            <a:ext cx="897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1B44384E-AC75-D02C-1CFB-47D7A646AE47}"/>
              </a:ext>
            </a:extLst>
          </p:cNvPr>
          <p:cNvSpPr txBox="1"/>
          <p:nvPr/>
        </p:nvSpPr>
        <p:spPr>
          <a:xfrm>
            <a:off x="9225023" y="2723490"/>
            <a:ext cx="897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pic>
        <p:nvPicPr>
          <p:cNvPr id="45" name="Imagen 44">
            <a:extLst>
              <a:ext uri="{FF2B5EF4-FFF2-40B4-BE49-F238E27FC236}">
                <a16:creationId xmlns:a16="http://schemas.microsoft.com/office/drawing/2014/main" id="{AC068EB8-E66E-2A47-E635-00082F0E6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889" y="1860413"/>
            <a:ext cx="1091866" cy="1252961"/>
          </a:xfrm>
          <a:prstGeom prst="rect">
            <a:avLst/>
          </a:prstGeom>
        </p:spPr>
      </p:pic>
      <p:sp>
        <p:nvSpPr>
          <p:cNvPr id="49" name="CuadroTexto 48">
            <a:extLst>
              <a:ext uri="{FF2B5EF4-FFF2-40B4-BE49-F238E27FC236}">
                <a16:creationId xmlns:a16="http://schemas.microsoft.com/office/drawing/2014/main" id="{6E6E905F-400E-CBCD-47C1-E9EA946453B1}"/>
              </a:ext>
            </a:extLst>
          </p:cNvPr>
          <p:cNvSpPr txBox="1"/>
          <p:nvPr/>
        </p:nvSpPr>
        <p:spPr>
          <a:xfrm>
            <a:off x="6319385" y="3092822"/>
            <a:ext cx="18492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Posición inicial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84070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841D3-2801-3041-D943-197B24ACB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B21D6542-13D4-86C7-2529-C69431F09779}"/>
              </a:ext>
            </a:extLst>
          </p:cNvPr>
          <p:cNvSpPr/>
          <p:nvPr/>
        </p:nvSpPr>
        <p:spPr>
          <a:xfrm>
            <a:off x="317892" y="263955"/>
            <a:ext cx="11874108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A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Un lenguaje L pertenece a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NLOGSPACE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s-AR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existe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una MT M que lo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verifica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en espacio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O(log</a:t>
            </a:r>
            <a:r>
              <a:rPr lang="es-ES" sz="1800" b="1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|w|),</a:t>
            </a:r>
            <a:endParaRPr lang="es-A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    con la ayuda de un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certificado sucinto x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es decir: |x| 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 poly(|w|)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tal que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x está en una cinta auxiliar de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lo lectura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y se procesa símbolo a símbolo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, yendo sólo a la derecha.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4" name="Slide Number Placeholder 2">
            <a:extLst>
              <a:ext uri="{FF2B5EF4-FFF2-40B4-BE49-F238E27FC236}">
                <a16:creationId xmlns:a16="http://schemas.microsoft.com/office/drawing/2014/main" id="{D5B24D33-6FF8-0658-33D8-89E3802CBD87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13F7764-E1C3-4E76-83C5-E380CA13D252}"/>
              </a:ext>
            </a:extLst>
          </p:cNvPr>
          <p:cNvSpPr/>
          <p:nvPr/>
        </p:nvSpPr>
        <p:spPr>
          <a:xfrm>
            <a:off x="3289760" y="3252896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B93E229-6CFC-1A1B-071D-912C3C18B3F1}"/>
              </a:ext>
            </a:extLst>
          </p:cNvPr>
          <p:cNvSpPr/>
          <p:nvPr/>
        </p:nvSpPr>
        <p:spPr>
          <a:xfrm>
            <a:off x="3326709" y="2524745"/>
            <a:ext cx="36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1CF6136-AE4B-48A4-9CF9-774737F32E89}"/>
              </a:ext>
            </a:extLst>
          </p:cNvPr>
          <p:cNvSpPr/>
          <p:nvPr/>
        </p:nvSpPr>
        <p:spPr>
          <a:xfrm>
            <a:off x="2101455" y="2650047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CBBE1F1C-FC4A-95F1-EC0B-657491784525}"/>
              </a:ext>
            </a:extLst>
          </p:cNvPr>
          <p:cNvCxnSpPr>
            <a:cxnSpLocks/>
          </p:cNvCxnSpPr>
          <p:nvPr/>
        </p:nvCxnSpPr>
        <p:spPr>
          <a:xfrm>
            <a:off x="1518858" y="3114044"/>
            <a:ext cx="60971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D4DA3E5-ABA0-C747-D571-DE0D809315EF}"/>
              </a:ext>
            </a:extLst>
          </p:cNvPr>
          <p:cNvCxnSpPr>
            <a:cxnSpLocks/>
          </p:cNvCxnSpPr>
          <p:nvPr/>
        </p:nvCxnSpPr>
        <p:spPr>
          <a:xfrm>
            <a:off x="3015855" y="3138107"/>
            <a:ext cx="494478" cy="1937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CE1990BC-E0E0-7AC8-B7A0-B5F3298382E9}"/>
              </a:ext>
            </a:extLst>
          </p:cNvPr>
          <p:cNvCxnSpPr>
            <a:cxnSpLocks/>
          </p:cNvCxnSpPr>
          <p:nvPr/>
        </p:nvCxnSpPr>
        <p:spPr>
          <a:xfrm flipV="1">
            <a:off x="3018764" y="2826453"/>
            <a:ext cx="491569" cy="3077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ítulo 1">
            <a:extLst>
              <a:ext uri="{FF2B5EF4-FFF2-40B4-BE49-F238E27FC236}">
                <a16:creationId xmlns:a16="http://schemas.microsoft.com/office/drawing/2014/main" id="{3E39C94D-870B-3026-80B2-E0FA780C46B1}"/>
              </a:ext>
            </a:extLst>
          </p:cNvPr>
          <p:cNvSpPr txBox="1">
            <a:spLocks/>
          </p:cNvSpPr>
          <p:nvPr/>
        </p:nvSpPr>
        <p:spPr>
          <a:xfrm>
            <a:off x="2368043" y="2909469"/>
            <a:ext cx="567762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16DFE50-7BDC-DBD8-CB5D-8724EB23B8CB}"/>
              </a:ext>
            </a:extLst>
          </p:cNvPr>
          <p:cNvSpPr txBox="1"/>
          <p:nvPr/>
        </p:nvSpPr>
        <p:spPr>
          <a:xfrm>
            <a:off x="1651340" y="2825316"/>
            <a:ext cx="934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AR" sz="1600" dirty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4ECC5F2F-01B8-37C5-3452-23FBF6DE8140}"/>
              </a:ext>
            </a:extLst>
          </p:cNvPr>
          <p:cNvCxnSpPr>
            <a:cxnSpLocks/>
          </p:cNvCxnSpPr>
          <p:nvPr/>
        </p:nvCxnSpPr>
        <p:spPr>
          <a:xfrm flipH="1">
            <a:off x="2548339" y="2277578"/>
            <a:ext cx="456" cy="37881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E9CA78B-4166-D3BF-3B46-EDD4DAA6F009}"/>
              </a:ext>
            </a:extLst>
          </p:cNvPr>
          <p:cNvSpPr txBox="1"/>
          <p:nvPr/>
        </p:nvSpPr>
        <p:spPr>
          <a:xfrm>
            <a:off x="2501938" y="2267941"/>
            <a:ext cx="934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8869D27-6885-3BE1-8CB4-8D1ED51DF990}"/>
              </a:ext>
            </a:extLst>
          </p:cNvPr>
          <p:cNvSpPr/>
          <p:nvPr/>
        </p:nvSpPr>
        <p:spPr>
          <a:xfrm>
            <a:off x="4021697" y="2334427"/>
            <a:ext cx="747708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w está en la cinta de entrada, de sólo lectura.</a:t>
            </a:r>
          </a:p>
          <a:p>
            <a:pPr algn="just"/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x está en una cinta auxiliar, de sólo lectura, cuyo cabezal sólo va a la derecha </a:t>
            </a:r>
          </a:p>
          <a:p>
            <a:pPr algn="just"/>
            <a:endParaRPr lang="es-E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¿Por qué x debe procesarse de esta manera?</a:t>
            </a:r>
          </a:p>
          <a:p>
            <a:pPr algn="just"/>
            <a:r>
              <a:rPr lang="es-E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caso contrario, M ocuparía espacio polinomial.</a:t>
            </a:r>
            <a:endParaRPr lang="es-AR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374A765-E810-6B84-9AC0-E9E70BDBCD47}"/>
              </a:ext>
            </a:extLst>
          </p:cNvPr>
          <p:cNvSpPr/>
          <p:nvPr/>
        </p:nvSpPr>
        <p:spPr>
          <a:xfrm>
            <a:off x="246681" y="184206"/>
            <a:ext cx="116274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La clase </a:t>
            </a:r>
            <a:r>
              <a:rPr lang="es-MX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NLOGSPACE</a:t>
            </a:r>
            <a:endParaRPr lang="es-MX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Diagrama de flujo: conector 14">
            <a:extLst>
              <a:ext uri="{FF2B5EF4-FFF2-40B4-BE49-F238E27FC236}">
                <a16:creationId xmlns:a16="http://schemas.microsoft.com/office/drawing/2014/main" id="{10E10C31-2549-2DDA-BDB8-4B0C8CD3E52A}"/>
              </a:ext>
            </a:extLst>
          </p:cNvPr>
          <p:cNvSpPr/>
          <p:nvPr/>
        </p:nvSpPr>
        <p:spPr>
          <a:xfrm>
            <a:off x="1099023" y="5333162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Diagrama de flujo: conector 15">
            <a:extLst>
              <a:ext uri="{FF2B5EF4-FFF2-40B4-BE49-F238E27FC236}">
                <a16:creationId xmlns:a16="http://schemas.microsoft.com/office/drawing/2014/main" id="{48B7C440-BE7D-3B68-319D-0CBA890C43B5}"/>
              </a:ext>
            </a:extLst>
          </p:cNvPr>
          <p:cNvSpPr/>
          <p:nvPr/>
        </p:nvSpPr>
        <p:spPr>
          <a:xfrm>
            <a:off x="2190056" y="4743895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Diagrama de flujo: conector 17">
            <a:extLst>
              <a:ext uri="{FF2B5EF4-FFF2-40B4-BE49-F238E27FC236}">
                <a16:creationId xmlns:a16="http://schemas.microsoft.com/office/drawing/2014/main" id="{C4A41C15-8F7E-71AB-391E-840B83095629}"/>
              </a:ext>
            </a:extLst>
          </p:cNvPr>
          <p:cNvSpPr/>
          <p:nvPr/>
        </p:nvSpPr>
        <p:spPr>
          <a:xfrm>
            <a:off x="2489681" y="5380527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Diagrama de flujo: conector 18">
            <a:extLst>
              <a:ext uri="{FF2B5EF4-FFF2-40B4-BE49-F238E27FC236}">
                <a16:creationId xmlns:a16="http://schemas.microsoft.com/office/drawing/2014/main" id="{E40351BF-C0D6-7C4D-7655-4A7639D64083}"/>
              </a:ext>
            </a:extLst>
          </p:cNvPr>
          <p:cNvSpPr/>
          <p:nvPr/>
        </p:nvSpPr>
        <p:spPr>
          <a:xfrm>
            <a:off x="3462311" y="5246147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Diagrama de flujo: conector 19">
            <a:extLst>
              <a:ext uri="{FF2B5EF4-FFF2-40B4-BE49-F238E27FC236}">
                <a16:creationId xmlns:a16="http://schemas.microsoft.com/office/drawing/2014/main" id="{167ED04F-732D-A339-6051-C0E094F33B70}"/>
              </a:ext>
            </a:extLst>
          </p:cNvPr>
          <p:cNvSpPr/>
          <p:nvPr/>
        </p:nvSpPr>
        <p:spPr>
          <a:xfrm>
            <a:off x="3572632" y="4702549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F3AA10F-5FC9-AD0E-5059-C944B809FFD7}"/>
              </a:ext>
            </a:extLst>
          </p:cNvPr>
          <p:cNvSpPr/>
          <p:nvPr/>
        </p:nvSpPr>
        <p:spPr>
          <a:xfrm>
            <a:off x="2561828" y="5395418"/>
            <a:ext cx="31290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97CA2ED9-555E-CFC4-0F76-55B47AC26963}"/>
              </a:ext>
            </a:extLst>
          </p:cNvPr>
          <p:cNvSpPr/>
          <p:nvPr/>
        </p:nvSpPr>
        <p:spPr>
          <a:xfrm>
            <a:off x="1163763" y="5386257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94C821E-F41C-8D9E-D8AE-6D4DFAEAAB79}"/>
              </a:ext>
            </a:extLst>
          </p:cNvPr>
          <p:cNvSpPr/>
          <p:nvPr/>
        </p:nvSpPr>
        <p:spPr>
          <a:xfrm>
            <a:off x="2277767" y="477755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486DD95-2285-A45C-1CA1-BD3580B5AF73}"/>
              </a:ext>
            </a:extLst>
          </p:cNvPr>
          <p:cNvSpPr/>
          <p:nvPr/>
        </p:nvSpPr>
        <p:spPr>
          <a:xfrm>
            <a:off x="3659242" y="4740059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A9F805D6-B071-7FD8-0D8F-9C3B98ACE1E9}"/>
              </a:ext>
            </a:extLst>
          </p:cNvPr>
          <p:cNvSpPr/>
          <p:nvPr/>
        </p:nvSpPr>
        <p:spPr>
          <a:xfrm>
            <a:off x="3534458" y="5285500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47C243AD-2164-E468-C686-85457796FE21}"/>
              </a:ext>
            </a:extLst>
          </p:cNvPr>
          <p:cNvCxnSpPr>
            <a:cxnSpLocks/>
          </p:cNvCxnSpPr>
          <p:nvPr/>
        </p:nvCxnSpPr>
        <p:spPr>
          <a:xfrm flipV="1">
            <a:off x="1585469" y="5103461"/>
            <a:ext cx="443882" cy="182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D7FA6D15-6DD2-673D-0E11-819F9FAD989C}"/>
              </a:ext>
            </a:extLst>
          </p:cNvPr>
          <p:cNvCxnSpPr>
            <a:cxnSpLocks/>
          </p:cNvCxnSpPr>
          <p:nvPr/>
        </p:nvCxnSpPr>
        <p:spPr>
          <a:xfrm>
            <a:off x="1670757" y="5701514"/>
            <a:ext cx="671444" cy="9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A6413DF8-6FA9-9A44-4918-DEAED3B9755C}"/>
              </a:ext>
            </a:extLst>
          </p:cNvPr>
          <p:cNvCxnSpPr>
            <a:cxnSpLocks/>
          </p:cNvCxnSpPr>
          <p:nvPr/>
        </p:nvCxnSpPr>
        <p:spPr>
          <a:xfrm rot="120000" flipH="1">
            <a:off x="1670929" y="5800743"/>
            <a:ext cx="595214" cy="202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CEFAD42A-C659-F39D-3A8E-E5A4F94B94C9}"/>
              </a:ext>
            </a:extLst>
          </p:cNvPr>
          <p:cNvCxnSpPr>
            <a:cxnSpLocks/>
          </p:cNvCxnSpPr>
          <p:nvPr/>
        </p:nvCxnSpPr>
        <p:spPr>
          <a:xfrm>
            <a:off x="2841624" y="5058464"/>
            <a:ext cx="549596" cy="187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F13A14D7-4004-9342-1B47-CD78FBBBEC57}"/>
              </a:ext>
            </a:extLst>
          </p:cNvPr>
          <p:cNvCxnSpPr>
            <a:cxnSpLocks/>
          </p:cNvCxnSpPr>
          <p:nvPr/>
        </p:nvCxnSpPr>
        <p:spPr>
          <a:xfrm flipH="1" flipV="1">
            <a:off x="2848308" y="5147428"/>
            <a:ext cx="489962" cy="1743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3E1A7373-8400-F43A-D061-403D3607DB41}"/>
              </a:ext>
            </a:extLst>
          </p:cNvPr>
          <p:cNvCxnSpPr>
            <a:cxnSpLocks/>
          </p:cNvCxnSpPr>
          <p:nvPr/>
        </p:nvCxnSpPr>
        <p:spPr>
          <a:xfrm>
            <a:off x="2759890" y="4849049"/>
            <a:ext cx="6910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3DCD4720-1472-3B4E-05EC-454B94B996EA}"/>
              </a:ext>
            </a:extLst>
          </p:cNvPr>
          <p:cNvSpPr txBox="1"/>
          <p:nvPr/>
        </p:nvSpPr>
        <p:spPr>
          <a:xfrm>
            <a:off x="234561" y="4225513"/>
            <a:ext cx="11692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Ejemplo: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D-ACC = {G | G es un grafo </a:t>
            </a:r>
            <a:r>
              <a:rPr lang="es-AR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dirigido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 un camino del primero al último vértice}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∈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NLOGSPACE</a:t>
            </a:r>
            <a:r>
              <a:rPr lang="es-AR" b="1" i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8B2F310C-586B-979B-6B38-418AC7A52137}"/>
              </a:ext>
            </a:extLst>
          </p:cNvPr>
          <p:cNvCxnSpPr>
            <a:cxnSpLocks/>
          </p:cNvCxnSpPr>
          <p:nvPr/>
        </p:nvCxnSpPr>
        <p:spPr>
          <a:xfrm flipV="1">
            <a:off x="1522398" y="5129722"/>
            <a:ext cx="702419" cy="2977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AC7BB577-680F-CF43-63C7-47A4B210CC0A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2647256" y="4931149"/>
            <a:ext cx="92537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922B9458-5750-E3ED-964F-B1C55A613C1B}"/>
              </a:ext>
            </a:extLst>
          </p:cNvPr>
          <p:cNvCxnSpPr>
            <a:cxnSpLocks/>
            <a:endCxn id="18" idx="2"/>
          </p:cNvCxnSpPr>
          <p:nvPr/>
        </p:nvCxnSpPr>
        <p:spPr>
          <a:xfrm>
            <a:off x="1554059" y="5592099"/>
            <a:ext cx="935622" cy="170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4911C52F-9D36-D2BC-21E3-3B71FAA60E0C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2551879" y="5161293"/>
            <a:ext cx="910432" cy="3134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E1E7FAE3-12C9-6954-013A-D804E7104C2A}"/>
              </a:ext>
            </a:extLst>
          </p:cNvPr>
          <p:cNvSpPr txBox="1"/>
          <p:nvPr/>
        </p:nvSpPr>
        <p:spPr>
          <a:xfrm>
            <a:off x="4723226" y="4673060"/>
            <a:ext cx="531940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Método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DFS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 Usando una pila:    1  1  1  1  1  1  1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	              2      3  3  3  3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</a:t>
            </a:r>
            <a:r>
              <a:rPr lang="es-AR" sz="800" dirty="0"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4      5</a:t>
            </a:r>
          </a:p>
          <a:p>
            <a:endParaRPr lang="es-A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Pero con la ayuda de un certificado x = (1, 3, 5)</a:t>
            </a: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36FBEF62-F189-8F42-13D1-A06993BBA110}"/>
              </a:ext>
            </a:extLst>
          </p:cNvPr>
          <p:cNvSpPr txBox="1"/>
          <p:nvPr/>
        </p:nvSpPr>
        <p:spPr>
          <a:xfrm>
            <a:off x="10054040" y="4948342"/>
            <a:ext cx="17129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ES" sz="1800" b="1" dirty="0">
                <a:latin typeface="Arial" panose="020B0604020202020204" pitchFamily="34" charset="0"/>
                <a:cs typeface="Arial" panose="020B0604020202020204" pitchFamily="34" charset="0"/>
              </a:rPr>
              <a:t>spacio O(n)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184D4499-F337-BD9A-1C76-4DEC5B72F4E1}"/>
              </a:ext>
            </a:extLst>
          </p:cNvPr>
          <p:cNvSpPr txBox="1"/>
          <p:nvPr/>
        </p:nvSpPr>
        <p:spPr>
          <a:xfrm>
            <a:off x="79850" y="6286655"/>
            <a:ext cx="11692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Además: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ACC = {G | G es un grafo </a:t>
            </a:r>
            <a:r>
              <a:rPr lang="es-AR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dirigido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un camino del primero al último vértice}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∈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LOGSPACE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E2262F45-2668-7CE0-E862-2EECF56C5F22}"/>
              </a:ext>
            </a:extLst>
          </p:cNvPr>
          <p:cNvSpPr txBox="1"/>
          <p:nvPr/>
        </p:nvSpPr>
        <p:spPr>
          <a:xfrm>
            <a:off x="10054040" y="5675304"/>
            <a:ext cx="21419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espacio O(log</a:t>
            </a:r>
            <a:r>
              <a:rPr lang="es-ES" b="1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n)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9857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 animBg="1"/>
      <p:bldP spid="19" grpId="0" animBg="1"/>
      <p:bldP spid="20" grpId="0" animBg="1"/>
      <p:bldP spid="22" grpId="0"/>
      <p:bldP spid="23" grpId="0"/>
      <p:bldP spid="24" grpId="0"/>
      <p:bldP spid="25" grpId="0"/>
      <p:bldP spid="26" grpId="0"/>
      <p:bldP spid="36" grpId="0"/>
      <p:bldP spid="52" grpId="0" build="allAtOnce"/>
      <p:bldP spid="55" grpId="0"/>
      <p:bldP spid="58" grpId="0"/>
      <p:bldP spid="6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841D3-2801-3041-D943-197B24ACB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3FD18413-D3B6-4919-28AE-0C30A6E34657}"/>
              </a:ext>
            </a:extLst>
          </p:cNvPr>
          <p:cNvSpPr/>
          <p:nvPr/>
        </p:nvSpPr>
        <p:spPr>
          <a:xfrm>
            <a:off x="181856" y="225585"/>
            <a:ext cx="11942126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A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0797E9A-2586-070F-6CBE-D9331A8C9943}"/>
              </a:ext>
            </a:extLst>
          </p:cNvPr>
          <p:cNvSpPr/>
          <p:nvPr/>
        </p:nvSpPr>
        <p:spPr>
          <a:xfrm>
            <a:off x="-581377" y="2380200"/>
            <a:ext cx="1194212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A406A43-D64B-7257-7749-70E447C32BEA}"/>
              </a:ext>
            </a:extLst>
          </p:cNvPr>
          <p:cNvSpPr/>
          <p:nvPr/>
        </p:nvSpPr>
        <p:spPr>
          <a:xfrm>
            <a:off x="5664576" y="3326512"/>
            <a:ext cx="90281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LOGSPACE</a:t>
            </a:r>
            <a:endParaRPr lang="es-MX" sz="1000" b="1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674E954-8ABB-DEA9-4B40-2DCE68934D6B}"/>
              </a:ext>
            </a:extLst>
          </p:cNvPr>
          <p:cNvSpPr/>
          <p:nvPr/>
        </p:nvSpPr>
        <p:spPr>
          <a:xfrm>
            <a:off x="5872627" y="2340311"/>
            <a:ext cx="3209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es-MX" sz="1600" b="1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AFC4F81-7845-0A17-3B4C-F5191AB6130A}"/>
              </a:ext>
            </a:extLst>
          </p:cNvPr>
          <p:cNvSpPr/>
          <p:nvPr/>
        </p:nvSpPr>
        <p:spPr>
          <a:xfrm>
            <a:off x="3630287" y="2819816"/>
            <a:ext cx="46839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NP</a:t>
            </a:r>
            <a:endParaRPr lang="es-MX" sz="1600" b="1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5D44242-62FD-71A2-A06C-D497A2B027AD}"/>
              </a:ext>
            </a:extLst>
          </p:cNvPr>
          <p:cNvSpPr/>
          <p:nvPr/>
        </p:nvSpPr>
        <p:spPr>
          <a:xfrm>
            <a:off x="5460636" y="1600456"/>
            <a:ext cx="1116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PSPACE</a:t>
            </a:r>
            <a:endParaRPr lang="es-MX" b="1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3B46066-1491-B206-73F2-7F713EDC1E61}"/>
              </a:ext>
            </a:extLst>
          </p:cNvPr>
          <p:cNvSpPr/>
          <p:nvPr/>
        </p:nvSpPr>
        <p:spPr>
          <a:xfrm>
            <a:off x="5872627" y="3483430"/>
            <a:ext cx="149430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93663" algn="l"/>
              </a:tabLst>
            </a:pPr>
            <a:r>
              <a:rPr lang="es-MX" sz="1200" b="1" dirty="0">
                <a:solidFill>
                  <a:srgbClr val="0070C0"/>
                </a:solidFill>
              </a:rPr>
              <a:t>ACC</a:t>
            </a:r>
          </a:p>
        </p:txBody>
      </p: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13AC2828-8CE8-3CB6-7641-BAB05F7D5347}"/>
              </a:ext>
            </a:extLst>
          </p:cNvPr>
          <p:cNvSpPr/>
          <p:nvPr/>
        </p:nvSpPr>
        <p:spPr>
          <a:xfrm>
            <a:off x="1963712" y="1182699"/>
            <a:ext cx="7889358" cy="3282819"/>
          </a:xfrm>
          <a:prstGeom prst="flowChartConnector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Diagrama de flujo: conector 21">
            <a:extLst>
              <a:ext uri="{FF2B5EF4-FFF2-40B4-BE49-F238E27FC236}">
                <a16:creationId xmlns:a16="http://schemas.microsoft.com/office/drawing/2014/main" id="{49A2BB70-1790-DCC4-1611-6245F2A61761}"/>
              </a:ext>
            </a:extLst>
          </p:cNvPr>
          <p:cNvSpPr/>
          <p:nvPr/>
        </p:nvSpPr>
        <p:spPr>
          <a:xfrm>
            <a:off x="2542784" y="1487224"/>
            <a:ext cx="6676371" cy="287051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Diagrama de flujo: conector 22">
            <a:extLst>
              <a:ext uri="{FF2B5EF4-FFF2-40B4-BE49-F238E27FC236}">
                <a16:creationId xmlns:a16="http://schemas.microsoft.com/office/drawing/2014/main" id="{0BAF2C2C-5A5B-099D-29BC-3B1C04F839B6}"/>
              </a:ext>
            </a:extLst>
          </p:cNvPr>
          <p:cNvSpPr/>
          <p:nvPr/>
        </p:nvSpPr>
        <p:spPr>
          <a:xfrm>
            <a:off x="3311485" y="1913705"/>
            <a:ext cx="4310315" cy="229124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Diagrama de flujo: conector 23">
            <a:extLst>
              <a:ext uri="{FF2B5EF4-FFF2-40B4-BE49-F238E27FC236}">
                <a16:creationId xmlns:a16="http://schemas.microsoft.com/office/drawing/2014/main" id="{3FB47AE0-FAB4-CD69-EEF4-80BDAFE9C21E}"/>
              </a:ext>
            </a:extLst>
          </p:cNvPr>
          <p:cNvSpPr/>
          <p:nvPr/>
        </p:nvSpPr>
        <p:spPr>
          <a:xfrm>
            <a:off x="4868324" y="2313337"/>
            <a:ext cx="2329528" cy="1694982"/>
          </a:xfrm>
          <a:prstGeom prst="flowChartConnector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Diagrama de flujo: conector 24">
            <a:extLst>
              <a:ext uri="{FF2B5EF4-FFF2-40B4-BE49-F238E27FC236}">
                <a16:creationId xmlns:a16="http://schemas.microsoft.com/office/drawing/2014/main" id="{762DCCDB-CD62-1249-82C9-54176C7AC5B2}"/>
              </a:ext>
            </a:extLst>
          </p:cNvPr>
          <p:cNvSpPr/>
          <p:nvPr/>
        </p:nvSpPr>
        <p:spPr>
          <a:xfrm>
            <a:off x="5525086" y="3200527"/>
            <a:ext cx="1123141" cy="595539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73EB3D7-126B-3803-B246-3A489DAF71DF}"/>
              </a:ext>
            </a:extLst>
          </p:cNvPr>
          <p:cNvSpPr/>
          <p:nvPr/>
        </p:nvSpPr>
        <p:spPr>
          <a:xfrm>
            <a:off x="5709922" y="117424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endParaRPr lang="es-MX" b="1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840AA37E-F10B-DE16-324B-0BCC6E2E8990}"/>
              </a:ext>
            </a:extLst>
          </p:cNvPr>
          <p:cNvSpPr/>
          <p:nvPr/>
        </p:nvSpPr>
        <p:spPr>
          <a:xfrm>
            <a:off x="5806019" y="2926901"/>
            <a:ext cx="149430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93663" algn="l"/>
              </a:tabLst>
            </a:pPr>
            <a:r>
              <a:rPr lang="es-MX" sz="1200" b="1" dirty="0">
                <a:solidFill>
                  <a:srgbClr val="0070C0"/>
                </a:solidFill>
              </a:rPr>
              <a:t>D-ACC</a:t>
            </a:r>
          </a:p>
        </p:txBody>
      </p:sp>
      <p:sp>
        <p:nvSpPr>
          <p:cNvPr id="28" name="Diagrama de flujo: conector 27">
            <a:extLst>
              <a:ext uri="{FF2B5EF4-FFF2-40B4-BE49-F238E27FC236}">
                <a16:creationId xmlns:a16="http://schemas.microsoft.com/office/drawing/2014/main" id="{02BF160C-D145-F402-8004-138BBFA90EC5}"/>
              </a:ext>
            </a:extLst>
          </p:cNvPr>
          <p:cNvSpPr/>
          <p:nvPr/>
        </p:nvSpPr>
        <p:spPr>
          <a:xfrm>
            <a:off x="4366669" y="1909574"/>
            <a:ext cx="4231759" cy="229124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72A0F20F-AB07-F234-F473-BDA1C11672F1}"/>
              </a:ext>
            </a:extLst>
          </p:cNvPr>
          <p:cNvSpPr/>
          <p:nvPr/>
        </p:nvSpPr>
        <p:spPr>
          <a:xfrm>
            <a:off x="7621800" y="2789038"/>
            <a:ext cx="90281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CO- NP</a:t>
            </a:r>
            <a:endParaRPr lang="es-MX" sz="1600" b="1" dirty="0"/>
          </a:p>
        </p:txBody>
      </p:sp>
      <p:sp>
        <p:nvSpPr>
          <p:cNvPr id="30" name="Diagrama de flujo: conector 29">
            <a:extLst>
              <a:ext uri="{FF2B5EF4-FFF2-40B4-BE49-F238E27FC236}">
                <a16:creationId xmlns:a16="http://schemas.microsoft.com/office/drawing/2014/main" id="{054456E4-828C-50BA-5EEE-15B72ADD2D3D}"/>
              </a:ext>
            </a:extLst>
          </p:cNvPr>
          <p:cNvSpPr/>
          <p:nvPr/>
        </p:nvSpPr>
        <p:spPr>
          <a:xfrm>
            <a:off x="5133078" y="2705839"/>
            <a:ext cx="1859834" cy="1194156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C33155D-FD68-9D05-F92A-227DEC4B295B}"/>
              </a:ext>
            </a:extLst>
          </p:cNvPr>
          <p:cNvSpPr/>
          <p:nvPr/>
        </p:nvSpPr>
        <p:spPr>
          <a:xfrm>
            <a:off x="5618090" y="2786192"/>
            <a:ext cx="99578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NLOGSPACE</a:t>
            </a:r>
            <a:endParaRPr lang="es-MX" sz="1000" b="1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CF6B859-74F3-BA32-99BD-294455D65819}"/>
              </a:ext>
            </a:extLst>
          </p:cNvPr>
          <p:cNvSpPr/>
          <p:nvPr/>
        </p:nvSpPr>
        <p:spPr>
          <a:xfrm>
            <a:off x="3704089" y="4872897"/>
            <a:ext cx="63004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Se sospecha</a:t>
            </a:r>
          </a:p>
          <a:p>
            <a:r>
              <a:rPr lang="es-AR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LOGSPACE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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NLOGSPACE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 </a:t>
            </a:r>
            <a:r>
              <a:rPr lang="es-AR" b="1" dirty="0">
                <a:solidFill>
                  <a:srgbClr val="7030A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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PSPACE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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endParaRPr lang="es-AR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lide Number Placeholder 2">
            <a:extLst>
              <a:ext uri="{FF2B5EF4-FFF2-40B4-BE49-F238E27FC236}">
                <a16:creationId xmlns:a16="http://schemas.microsoft.com/office/drawing/2014/main" id="{5A43E2DE-757D-FD0F-75BE-679D9C81CE28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B681EB4F-3DB0-DE2A-B22A-410B8C3DB753}"/>
              </a:ext>
            </a:extLst>
          </p:cNvPr>
          <p:cNvSpPr/>
          <p:nvPr/>
        </p:nvSpPr>
        <p:spPr>
          <a:xfrm>
            <a:off x="3653985" y="3262768"/>
            <a:ext cx="7454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93663" algn="l"/>
              </a:tabLst>
            </a:pPr>
            <a:r>
              <a:rPr lang="es-MX" sz="1600" b="1" dirty="0">
                <a:solidFill>
                  <a:srgbClr val="0070C0"/>
                </a:solidFill>
              </a:rPr>
              <a:t>SAT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7AE6993B-7D4E-588F-0D5C-5B7BF1D0C315}"/>
              </a:ext>
            </a:extLst>
          </p:cNvPr>
          <p:cNvSpPr/>
          <p:nvPr/>
        </p:nvSpPr>
        <p:spPr>
          <a:xfrm>
            <a:off x="7776848" y="3320476"/>
            <a:ext cx="6237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93663" algn="l"/>
              </a:tabLst>
            </a:pPr>
            <a:r>
              <a:rPr lang="es-AR" sz="1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SAT</a:t>
            </a:r>
            <a:r>
              <a:rPr lang="es-AR" sz="1600" b="1" baseline="30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es-MX" sz="16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91E63EA4-A7F2-8CFE-342C-DAC1DA2F5DF7}"/>
              </a:ext>
            </a:extLst>
          </p:cNvPr>
          <p:cNvSpPr/>
          <p:nvPr/>
        </p:nvSpPr>
        <p:spPr>
          <a:xfrm>
            <a:off x="4552820" y="1640208"/>
            <a:ext cx="6310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="1" dirty="0">
                <a:solidFill>
                  <a:srgbClr val="0070C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QSAT</a:t>
            </a:r>
            <a:endParaRPr lang="es-MX" sz="1600" b="1" dirty="0">
              <a:solidFill>
                <a:srgbClr val="0070C0"/>
              </a:solidFill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483BEBB4-4DCD-6F36-DF14-087FB8030C6A}"/>
              </a:ext>
            </a:extLst>
          </p:cNvPr>
          <p:cNvSpPr/>
          <p:nvPr/>
        </p:nvSpPr>
        <p:spPr>
          <a:xfrm>
            <a:off x="249172" y="143605"/>
            <a:ext cx="68637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La jerarquía espacio-temporal (versión 2)</a:t>
            </a:r>
          </a:p>
        </p:txBody>
      </p:sp>
      <p:sp>
        <p:nvSpPr>
          <p:cNvPr id="41" name="Diagrama de flujo: conector 40">
            <a:extLst>
              <a:ext uri="{FF2B5EF4-FFF2-40B4-BE49-F238E27FC236}">
                <a16:creationId xmlns:a16="http://schemas.microsoft.com/office/drawing/2014/main" id="{8E8BBECE-A618-C53A-2564-9F4BFA3FF74D}"/>
              </a:ext>
            </a:extLst>
          </p:cNvPr>
          <p:cNvSpPr/>
          <p:nvPr/>
        </p:nvSpPr>
        <p:spPr>
          <a:xfrm>
            <a:off x="1265128" y="803014"/>
            <a:ext cx="9381995" cy="3755052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0FBB6C0D-4F7A-BEAD-0202-16C47F906147}"/>
              </a:ext>
            </a:extLst>
          </p:cNvPr>
          <p:cNvSpPr/>
          <p:nvPr/>
        </p:nvSpPr>
        <p:spPr>
          <a:xfrm>
            <a:off x="5350844" y="803061"/>
            <a:ext cx="14243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EXPSPACE</a:t>
            </a:r>
            <a:endParaRPr lang="es-MX" b="1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94C9A599-2A41-D269-1452-7FC6CC578883}"/>
              </a:ext>
            </a:extLst>
          </p:cNvPr>
          <p:cNvSpPr txBox="1"/>
          <p:nvPr/>
        </p:nvSpPr>
        <p:spPr>
          <a:xfrm>
            <a:off x="3704089" y="5648250"/>
            <a:ext cx="71810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Se cumple</a:t>
            </a:r>
          </a:p>
          <a:p>
            <a:r>
              <a:rPr lang="es-AR" sz="1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LOGSPACE</a:t>
            </a:r>
            <a:r>
              <a:rPr lang="es-AR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</a:t>
            </a:r>
            <a:r>
              <a:rPr lang="es-AR" sz="1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PSPACE</a:t>
            </a:r>
            <a:endParaRPr lang="es-AR" sz="1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s-AR" sz="1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</a:t>
            </a:r>
            <a:r>
              <a:rPr lang="es-AR" sz="1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endParaRPr lang="es-AR" sz="18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2DE5BA25-63AB-87BE-0EE0-2531F60FF577}"/>
              </a:ext>
            </a:extLst>
          </p:cNvPr>
          <p:cNvSpPr/>
          <p:nvPr/>
        </p:nvSpPr>
        <p:spPr>
          <a:xfrm>
            <a:off x="3759861" y="5224643"/>
            <a:ext cx="4640710" cy="30489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CF65B751-0081-6105-6BDD-5E3A7ECB427C}"/>
              </a:ext>
            </a:extLst>
          </p:cNvPr>
          <p:cNvSpPr/>
          <p:nvPr/>
        </p:nvSpPr>
        <p:spPr>
          <a:xfrm>
            <a:off x="6999628" y="5087433"/>
            <a:ext cx="2126707" cy="53188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91081314-529D-A018-EC32-35BB5715B084}"/>
              </a:ext>
            </a:extLst>
          </p:cNvPr>
          <p:cNvSpPr/>
          <p:nvPr/>
        </p:nvSpPr>
        <p:spPr>
          <a:xfrm>
            <a:off x="6692250" y="1626052"/>
            <a:ext cx="9206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="1" dirty="0">
                <a:solidFill>
                  <a:srgbClr val="0070C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AJEDREZ</a:t>
            </a:r>
            <a:endParaRPr lang="es-MX" sz="1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7149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4" grpId="0" animBg="1"/>
      <p:bldP spid="5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B0F4841-A001-4100-887B-E6285ED68B77}"/>
              </a:ext>
            </a:extLst>
          </p:cNvPr>
          <p:cNvSpPr/>
          <p:nvPr/>
        </p:nvSpPr>
        <p:spPr>
          <a:xfrm>
            <a:off x="175575" y="742791"/>
            <a:ext cx="11692252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QSAT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está entre los lenguajes más difíciles de PSPACE.</a:t>
            </a:r>
          </a:p>
          <a:p>
            <a:pPr algn="just"/>
            <a:endParaRPr lang="es-AR" sz="6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Es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PSPACE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-completo: </a:t>
            </a:r>
          </a:p>
          <a:p>
            <a:pPr algn="just"/>
            <a:endParaRPr lang="es-AR" sz="600" b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Todo lenguaje L de </a:t>
            </a:r>
            <a:r>
              <a:rPr lang="es-AR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PSPACE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 reduce a </a:t>
            </a:r>
            <a:r>
              <a:rPr lang="es-AR" dirty="0" err="1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QSAT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 tiempo </a:t>
            </a:r>
            <a:r>
              <a:rPr lang="es-AR" b="1" dirty="0" err="1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poly</a:t>
            </a: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(n)</a:t>
            </a:r>
          </a:p>
          <a:p>
            <a:pPr algn="just"/>
            <a:endParaRPr lang="es-AR" sz="600" b="1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L 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QSAT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</a:t>
            </a:r>
            <a:r>
              <a:rPr lang="es-AR" sz="1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reducciones </a:t>
            </a:r>
            <a:r>
              <a:rPr lang="es-AR" sz="1800" b="1" dirty="0" err="1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poly</a:t>
            </a:r>
            <a:r>
              <a:rPr lang="es-AR" sz="1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-time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Juegos como el ajedrez también son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PSPACE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-completos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 algn="just"/>
            <a:endParaRPr lang="es-ES" b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ES" b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D-</a:t>
            </a: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ACC = {grafo dirigidos con un camino del nodo 1 al nodo m}</a:t>
            </a:r>
          </a:p>
          <a:p>
            <a:pPr algn="just"/>
            <a:endParaRPr lang="es-ES" sz="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</a:t>
            </a:r>
            <a:r>
              <a:rPr lang="es-ES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es</a:t>
            </a: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NLOGSPACE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-completo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:</a:t>
            </a:r>
          </a:p>
          <a:p>
            <a:pPr algn="just"/>
            <a:endParaRPr lang="es-ES" sz="6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Todo lenguaje L de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NLOGSPACE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se reduce a D-ACC</a:t>
            </a:r>
          </a:p>
          <a:p>
            <a:pPr algn="just"/>
            <a:endParaRPr lang="es-ES" sz="6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en espacio log(n)</a:t>
            </a:r>
          </a:p>
          <a:p>
            <a:pPr algn="just"/>
            <a:endParaRPr lang="es-ES" sz="600" b="1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D-ACC (</a:t>
            </a:r>
            <a:r>
              <a:rPr lang="es-E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reducciones log-</a:t>
            </a:r>
            <a:r>
              <a:rPr lang="es-ES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space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/>
            <a:endParaRPr lang="es-ES" dirty="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ES" sz="6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624FDCB-A7DF-F559-72FE-E305AB46207B}"/>
              </a:ext>
            </a:extLst>
          </p:cNvPr>
          <p:cNvSpPr/>
          <p:nvPr/>
        </p:nvSpPr>
        <p:spPr>
          <a:xfrm>
            <a:off x="175575" y="112499"/>
            <a:ext cx="68637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Completitud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EB1A8E1D-ED06-7DED-F3E3-8DBB03DF13E1}"/>
              </a:ext>
            </a:extLst>
          </p:cNvPr>
          <p:cNvSpPr/>
          <p:nvPr/>
        </p:nvSpPr>
        <p:spPr>
          <a:xfrm>
            <a:off x="9325612" y="2787685"/>
            <a:ext cx="11796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b="1" dirty="0">
                <a:latin typeface="Arial" panose="020B0604020202020204" pitchFamily="34" charset="0"/>
                <a:cs typeface="Arial" panose="020B0604020202020204" pitchFamily="34" charset="0"/>
              </a:rPr>
              <a:t>LOGSPACE</a:t>
            </a:r>
            <a:endParaRPr lang="es-MX" sz="1400" b="1" dirty="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41A6DE97-568A-3583-19C3-15077EF5EE16}"/>
              </a:ext>
            </a:extLst>
          </p:cNvPr>
          <p:cNvSpPr/>
          <p:nvPr/>
        </p:nvSpPr>
        <p:spPr>
          <a:xfrm>
            <a:off x="9707969" y="1435978"/>
            <a:ext cx="3209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es-MX" sz="1600" b="1" dirty="0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D4293D40-0641-F669-1CE1-FC359493048C}"/>
              </a:ext>
            </a:extLst>
          </p:cNvPr>
          <p:cNvSpPr/>
          <p:nvPr/>
        </p:nvSpPr>
        <p:spPr>
          <a:xfrm>
            <a:off x="9328561" y="796148"/>
            <a:ext cx="1116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PSPACE</a:t>
            </a:r>
            <a:endParaRPr lang="es-MX" b="1" dirty="0"/>
          </a:p>
        </p:txBody>
      </p:sp>
      <p:sp>
        <p:nvSpPr>
          <p:cNvPr id="45" name="Diagrama de flujo: conector 44">
            <a:extLst>
              <a:ext uri="{FF2B5EF4-FFF2-40B4-BE49-F238E27FC236}">
                <a16:creationId xmlns:a16="http://schemas.microsoft.com/office/drawing/2014/main" id="{EE52B55C-713D-A4A9-674C-8286A063555F}"/>
              </a:ext>
            </a:extLst>
          </p:cNvPr>
          <p:cNvSpPr/>
          <p:nvPr/>
        </p:nvSpPr>
        <p:spPr>
          <a:xfrm>
            <a:off x="8388162" y="450701"/>
            <a:ext cx="2868634" cy="3316501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Diagrama de flujo: conector 46">
            <a:extLst>
              <a:ext uri="{FF2B5EF4-FFF2-40B4-BE49-F238E27FC236}">
                <a16:creationId xmlns:a16="http://schemas.microsoft.com/office/drawing/2014/main" id="{E51448F7-6640-554B-209C-242DA3A64044}"/>
              </a:ext>
            </a:extLst>
          </p:cNvPr>
          <p:cNvSpPr/>
          <p:nvPr/>
        </p:nvSpPr>
        <p:spPr>
          <a:xfrm>
            <a:off x="8703666" y="1409003"/>
            <a:ext cx="2329528" cy="2236069"/>
          </a:xfrm>
          <a:prstGeom prst="flowChartConnector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8" name="Diagrama de flujo: conector 47">
            <a:extLst>
              <a:ext uri="{FF2B5EF4-FFF2-40B4-BE49-F238E27FC236}">
                <a16:creationId xmlns:a16="http://schemas.microsoft.com/office/drawing/2014/main" id="{B598ECF9-86FB-739E-EB1E-D6BD0F76513B}"/>
              </a:ext>
            </a:extLst>
          </p:cNvPr>
          <p:cNvSpPr/>
          <p:nvPr/>
        </p:nvSpPr>
        <p:spPr>
          <a:xfrm>
            <a:off x="9131476" y="2534005"/>
            <a:ext cx="1494302" cy="790908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DA928309-0703-5C98-ECDB-7BF6229EF547}"/>
              </a:ext>
            </a:extLst>
          </p:cNvPr>
          <p:cNvSpPr/>
          <p:nvPr/>
        </p:nvSpPr>
        <p:spPr>
          <a:xfrm>
            <a:off x="9566716" y="2233040"/>
            <a:ext cx="149430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93663" algn="l"/>
              </a:tabLst>
            </a:pPr>
            <a:r>
              <a:rPr lang="es-MX" sz="1200" b="1" dirty="0">
                <a:solidFill>
                  <a:srgbClr val="0070C0"/>
                </a:solidFill>
              </a:rPr>
              <a:t>D-ACC</a:t>
            </a:r>
          </a:p>
        </p:txBody>
      </p:sp>
      <p:sp>
        <p:nvSpPr>
          <p:cNvPr id="53" name="Diagrama de flujo: conector 52">
            <a:extLst>
              <a:ext uri="{FF2B5EF4-FFF2-40B4-BE49-F238E27FC236}">
                <a16:creationId xmlns:a16="http://schemas.microsoft.com/office/drawing/2014/main" id="{1A752BD5-7FB5-AE25-0B73-C38CA000C112}"/>
              </a:ext>
            </a:extLst>
          </p:cNvPr>
          <p:cNvSpPr/>
          <p:nvPr/>
        </p:nvSpPr>
        <p:spPr>
          <a:xfrm>
            <a:off x="8817387" y="1801505"/>
            <a:ext cx="2101233" cy="1705781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08BC9664-8181-15F2-6A76-4CF54EE9DBAA}"/>
              </a:ext>
            </a:extLst>
          </p:cNvPr>
          <p:cNvSpPr/>
          <p:nvPr/>
        </p:nvSpPr>
        <p:spPr>
          <a:xfrm>
            <a:off x="9245725" y="2020910"/>
            <a:ext cx="13094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b="1" dirty="0">
                <a:latin typeface="Arial" panose="020B0604020202020204" pitchFamily="34" charset="0"/>
                <a:cs typeface="Arial" panose="020B0604020202020204" pitchFamily="34" charset="0"/>
              </a:rPr>
              <a:t>NLOGSPACE</a:t>
            </a:r>
            <a:endParaRPr lang="es-MX" sz="1400" b="1" dirty="0"/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0FD0C4E3-1C8A-A21F-CE55-6EB4B82AC208}"/>
              </a:ext>
            </a:extLst>
          </p:cNvPr>
          <p:cNvSpPr/>
          <p:nvPr/>
        </p:nvSpPr>
        <p:spPr>
          <a:xfrm>
            <a:off x="8562065" y="1197298"/>
            <a:ext cx="6310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="1" dirty="0">
                <a:solidFill>
                  <a:srgbClr val="0070C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QSAT</a:t>
            </a:r>
            <a:endParaRPr lang="es-MX" sz="1600" b="1" dirty="0">
              <a:solidFill>
                <a:srgbClr val="0070C0"/>
              </a:solidFill>
            </a:endParaRP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065D50A9-86F9-C7BF-471F-8BCB3E3029DC}"/>
              </a:ext>
            </a:extLst>
          </p:cNvPr>
          <p:cNvSpPr/>
          <p:nvPr/>
        </p:nvSpPr>
        <p:spPr>
          <a:xfrm>
            <a:off x="10197375" y="1176560"/>
            <a:ext cx="9206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="1" dirty="0">
                <a:solidFill>
                  <a:srgbClr val="0070C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AJEDREZ</a:t>
            </a:r>
            <a:endParaRPr lang="es-MX" sz="1600" b="1" dirty="0">
              <a:solidFill>
                <a:srgbClr val="0070C0"/>
              </a:solidFill>
            </a:endParaRP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E143014C-CF70-7CAB-BB8A-E9EF862E2264}"/>
              </a:ext>
            </a:extLst>
          </p:cNvPr>
          <p:cNvSpPr/>
          <p:nvPr/>
        </p:nvSpPr>
        <p:spPr>
          <a:xfrm>
            <a:off x="8474355" y="5448718"/>
            <a:ext cx="74075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QSAT</a:t>
            </a:r>
            <a:endParaRPr lang="es-MX" sz="1400" b="1" dirty="0">
              <a:solidFill>
                <a:srgbClr val="0070C0"/>
              </a:solidFill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9185D7F7-FD69-BA46-D3C1-EF9898E74DB9}"/>
              </a:ext>
            </a:extLst>
          </p:cNvPr>
          <p:cNvSpPr/>
          <p:nvPr/>
        </p:nvSpPr>
        <p:spPr>
          <a:xfrm>
            <a:off x="6981232" y="4495579"/>
            <a:ext cx="3978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C387B357-3A0F-92C1-1C6F-250F257BBAE3}"/>
              </a:ext>
            </a:extLst>
          </p:cNvPr>
          <p:cNvSpPr/>
          <p:nvPr/>
        </p:nvSpPr>
        <p:spPr>
          <a:xfrm>
            <a:off x="6775024" y="4708238"/>
            <a:ext cx="3978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9DF4DB4E-5073-0AF5-D8BD-CC47E37D776A}"/>
              </a:ext>
            </a:extLst>
          </p:cNvPr>
          <p:cNvSpPr/>
          <p:nvPr/>
        </p:nvSpPr>
        <p:spPr>
          <a:xfrm>
            <a:off x="6611895" y="5025352"/>
            <a:ext cx="3978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dirty="0"/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9616D427-0418-1D99-EFF6-08637ABC3D2C}"/>
              </a:ext>
            </a:extLst>
          </p:cNvPr>
          <p:cNvSpPr/>
          <p:nvPr/>
        </p:nvSpPr>
        <p:spPr>
          <a:xfrm>
            <a:off x="6999745" y="6105686"/>
            <a:ext cx="5983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MX" b="1" dirty="0">
              <a:solidFill>
                <a:srgbClr val="0070C0"/>
              </a:solidFill>
            </a:endParaRPr>
          </a:p>
        </p:txBody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E9EA019B-AA8F-C0AF-1E49-090D9AF63FF4}"/>
              </a:ext>
            </a:extLst>
          </p:cNvPr>
          <p:cNvSpPr/>
          <p:nvPr/>
        </p:nvSpPr>
        <p:spPr>
          <a:xfrm>
            <a:off x="7326091" y="4142115"/>
            <a:ext cx="13775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PSPACE</a:t>
            </a:r>
            <a:endParaRPr lang="es-MX" sz="1600" b="1" dirty="0"/>
          </a:p>
        </p:txBody>
      </p:sp>
      <p:sp>
        <p:nvSpPr>
          <p:cNvPr id="82" name="Diagrama de flujo: conector 81">
            <a:extLst>
              <a:ext uri="{FF2B5EF4-FFF2-40B4-BE49-F238E27FC236}">
                <a16:creationId xmlns:a16="http://schemas.microsoft.com/office/drawing/2014/main" id="{5B6F1F04-0891-C065-1D25-91EF610B37D8}"/>
              </a:ext>
            </a:extLst>
          </p:cNvPr>
          <p:cNvSpPr/>
          <p:nvPr/>
        </p:nvSpPr>
        <p:spPr>
          <a:xfrm>
            <a:off x="6433079" y="4038531"/>
            <a:ext cx="2698397" cy="267242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3" name="Conector recto de flecha 82">
            <a:extLst>
              <a:ext uri="{FF2B5EF4-FFF2-40B4-BE49-F238E27FC236}">
                <a16:creationId xmlns:a16="http://schemas.microsoft.com/office/drawing/2014/main" id="{113CEA5D-3DCA-B3A4-B309-98877BA39A7F}"/>
              </a:ext>
            </a:extLst>
          </p:cNvPr>
          <p:cNvCxnSpPr>
            <a:cxnSpLocks/>
          </p:cNvCxnSpPr>
          <p:nvPr/>
        </p:nvCxnSpPr>
        <p:spPr>
          <a:xfrm>
            <a:off x="7337711" y="4781072"/>
            <a:ext cx="1202215" cy="7283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cto de flecha 83">
            <a:extLst>
              <a:ext uri="{FF2B5EF4-FFF2-40B4-BE49-F238E27FC236}">
                <a16:creationId xmlns:a16="http://schemas.microsoft.com/office/drawing/2014/main" id="{A219E363-89E7-97ED-3E2E-6BF93B041522}"/>
              </a:ext>
            </a:extLst>
          </p:cNvPr>
          <p:cNvCxnSpPr>
            <a:cxnSpLocks/>
          </p:cNvCxnSpPr>
          <p:nvPr/>
        </p:nvCxnSpPr>
        <p:spPr>
          <a:xfrm>
            <a:off x="7159225" y="5025352"/>
            <a:ext cx="1377574" cy="5842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de flecha 84">
            <a:extLst>
              <a:ext uri="{FF2B5EF4-FFF2-40B4-BE49-F238E27FC236}">
                <a16:creationId xmlns:a16="http://schemas.microsoft.com/office/drawing/2014/main" id="{87C5FBF7-728A-190A-CD7F-AF03022204E5}"/>
              </a:ext>
            </a:extLst>
          </p:cNvPr>
          <p:cNvCxnSpPr>
            <a:cxnSpLocks/>
          </p:cNvCxnSpPr>
          <p:nvPr/>
        </p:nvCxnSpPr>
        <p:spPr>
          <a:xfrm>
            <a:off x="7009761" y="5308518"/>
            <a:ext cx="1527038" cy="3787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D414CAE6-0A54-98AE-7562-BBDD9F5E0ECC}"/>
              </a:ext>
            </a:extLst>
          </p:cNvPr>
          <p:cNvCxnSpPr>
            <a:cxnSpLocks/>
          </p:cNvCxnSpPr>
          <p:nvPr/>
        </p:nvCxnSpPr>
        <p:spPr>
          <a:xfrm flipV="1">
            <a:off x="7337711" y="5753524"/>
            <a:ext cx="1199088" cy="556103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ángulo 89">
            <a:extLst>
              <a:ext uri="{FF2B5EF4-FFF2-40B4-BE49-F238E27FC236}">
                <a16:creationId xmlns:a16="http://schemas.microsoft.com/office/drawing/2014/main" id="{5C27B47D-AE32-0C31-2FDF-021AF67E374D}"/>
              </a:ext>
            </a:extLst>
          </p:cNvPr>
          <p:cNvSpPr/>
          <p:nvPr/>
        </p:nvSpPr>
        <p:spPr>
          <a:xfrm>
            <a:off x="6611895" y="5443785"/>
            <a:ext cx="3978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MX" dirty="0"/>
          </a:p>
        </p:txBody>
      </p: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4CBD31D6-BCF9-E66F-0FD3-6FBBFD16A57D}"/>
              </a:ext>
            </a:extLst>
          </p:cNvPr>
          <p:cNvCxnSpPr>
            <a:cxnSpLocks/>
          </p:cNvCxnSpPr>
          <p:nvPr/>
        </p:nvCxnSpPr>
        <p:spPr>
          <a:xfrm>
            <a:off x="6994400" y="5692567"/>
            <a:ext cx="1536222" cy="329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2F27A33A-D081-D814-45F7-581CDB244ED8}"/>
              </a:ext>
            </a:extLst>
          </p:cNvPr>
          <p:cNvCxnSpPr>
            <a:cxnSpLocks/>
          </p:cNvCxnSpPr>
          <p:nvPr/>
        </p:nvCxnSpPr>
        <p:spPr>
          <a:xfrm>
            <a:off x="6781120" y="5823418"/>
            <a:ext cx="228641" cy="32217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cto 93">
            <a:extLst>
              <a:ext uri="{FF2B5EF4-FFF2-40B4-BE49-F238E27FC236}">
                <a16:creationId xmlns:a16="http://schemas.microsoft.com/office/drawing/2014/main" id="{0B3EAF99-2BAF-D25A-9886-8640079DDA89}"/>
              </a:ext>
            </a:extLst>
          </p:cNvPr>
          <p:cNvCxnSpPr>
            <a:cxnSpLocks/>
          </p:cNvCxnSpPr>
          <p:nvPr/>
        </p:nvCxnSpPr>
        <p:spPr>
          <a:xfrm flipV="1">
            <a:off x="7363501" y="6394394"/>
            <a:ext cx="928812" cy="2035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ángulo 104">
            <a:extLst>
              <a:ext uri="{FF2B5EF4-FFF2-40B4-BE49-F238E27FC236}">
                <a16:creationId xmlns:a16="http://schemas.microsoft.com/office/drawing/2014/main" id="{32C13B62-5197-D408-8B6F-2B9A21A12FCE}"/>
              </a:ext>
            </a:extLst>
          </p:cNvPr>
          <p:cNvSpPr/>
          <p:nvPr/>
        </p:nvSpPr>
        <p:spPr>
          <a:xfrm>
            <a:off x="9808080" y="4448914"/>
            <a:ext cx="3978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A081D8DD-F7CC-CEED-D100-54692C6CA975}"/>
              </a:ext>
            </a:extLst>
          </p:cNvPr>
          <p:cNvSpPr/>
          <p:nvPr/>
        </p:nvSpPr>
        <p:spPr>
          <a:xfrm>
            <a:off x="9601872" y="4661573"/>
            <a:ext cx="3978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107" name="Rectángulo 106">
            <a:extLst>
              <a:ext uri="{FF2B5EF4-FFF2-40B4-BE49-F238E27FC236}">
                <a16:creationId xmlns:a16="http://schemas.microsoft.com/office/drawing/2014/main" id="{D6CCF6CB-64A7-4721-8E7A-31C9B3FFDD40}"/>
              </a:ext>
            </a:extLst>
          </p:cNvPr>
          <p:cNvSpPr/>
          <p:nvPr/>
        </p:nvSpPr>
        <p:spPr>
          <a:xfrm>
            <a:off x="9438743" y="4978687"/>
            <a:ext cx="3978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dirty="0"/>
          </a:p>
        </p:txBody>
      </p: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1EE7F111-F000-87C3-99CF-4D5AD088E381}"/>
              </a:ext>
            </a:extLst>
          </p:cNvPr>
          <p:cNvSpPr/>
          <p:nvPr/>
        </p:nvSpPr>
        <p:spPr>
          <a:xfrm>
            <a:off x="9826593" y="6059021"/>
            <a:ext cx="5983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MX" b="1" dirty="0">
              <a:solidFill>
                <a:srgbClr val="0070C0"/>
              </a:solidFill>
            </a:endParaRPr>
          </a:p>
        </p:txBody>
      </p:sp>
      <p:sp>
        <p:nvSpPr>
          <p:cNvPr id="110" name="Diagrama de flujo: conector 109">
            <a:extLst>
              <a:ext uri="{FF2B5EF4-FFF2-40B4-BE49-F238E27FC236}">
                <a16:creationId xmlns:a16="http://schemas.microsoft.com/office/drawing/2014/main" id="{BDF9F2C7-43FB-9BF5-2D72-1D78B8D3D004}"/>
              </a:ext>
            </a:extLst>
          </p:cNvPr>
          <p:cNvSpPr/>
          <p:nvPr/>
        </p:nvSpPr>
        <p:spPr>
          <a:xfrm>
            <a:off x="9259926" y="3938821"/>
            <a:ext cx="2826525" cy="2725472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11" name="Conector recto de flecha 110">
            <a:extLst>
              <a:ext uri="{FF2B5EF4-FFF2-40B4-BE49-F238E27FC236}">
                <a16:creationId xmlns:a16="http://schemas.microsoft.com/office/drawing/2014/main" id="{B0929638-5962-1CD5-88B4-DA82F57B0810}"/>
              </a:ext>
            </a:extLst>
          </p:cNvPr>
          <p:cNvCxnSpPr>
            <a:cxnSpLocks/>
          </p:cNvCxnSpPr>
          <p:nvPr/>
        </p:nvCxnSpPr>
        <p:spPr>
          <a:xfrm>
            <a:off x="10164559" y="4734407"/>
            <a:ext cx="1202215" cy="7283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de flecha 111">
            <a:extLst>
              <a:ext uri="{FF2B5EF4-FFF2-40B4-BE49-F238E27FC236}">
                <a16:creationId xmlns:a16="http://schemas.microsoft.com/office/drawing/2014/main" id="{4095FBB0-818D-3B44-5F09-54B5694FEBD6}"/>
              </a:ext>
            </a:extLst>
          </p:cNvPr>
          <p:cNvCxnSpPr>
            <a:cxnSpLocks/>
          </p:cNvCxnSpPr>
          <p:nvPr/>
        </p:nvCxnSpPr>
        <p:spPr>
          <a:xfrm>
            <a:off x="9986073" y="4978687"/>
            <a:ext cx="1377574" cy="5842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de flecha 112">
            <a:extLst>
              <a:ext uri="{FF2B5EF4-FFF2-40B4-BE49-F238E27FC236}">
                <a16:creationId xmlns:a16="http://schemas.microsoft.com/office/drawing/2014/main" id="{7816AD2E-622C-8A58-931C-411D5717FBE9}"/>
              </a:ext>
            </a:extLst>
          </p:cNvPr>
          <p:cNvCxnSpPr>
            <a:cxnSpLocks/>
          </p:cNvCxnSpPr>
          <p:nvPr/>
        </p:nvCxnSpPr>
        <p:spPr>
          <a:xfrm>
            <a:off x="9836609" y="5261853"/>
            <a:ext cx="1527038" cy="3787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de flecha 113">
            <a:extLst>
              <a:ext uri="{FF2B5EF4-FFF2-40B4-BE49-F238E27FC236}">
                <a16:creationId xmlns:a16="http://schemas.microsoft.com/office/drawing/2014/main" id="{61F50FAF-D7CD-0037-B653-80EE3DC0F6BB}"/>
              </a:ext>
            </a:extLst>
          </p:cNvPr>
          <p:cNvCxnSpPr>
            <a:cxnSpLocks/>
          </p:cNvCxnSpPr>
          <p:nvPr/>
        </p:nvCxnSpPr>
        <p:spPr>
          <a:xfrm flipV="1">
            <a:off x="10164559" y="5706859"/>
            <a:ext cx="1199088" cy="556103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ángulo 114">
            <a:extLst>
              <a:ext uri="{FF2B5EF4-FFF2-40B4-BE49-F238E27FC236}">
                <a16:creationId xmlns:a16="http://schemas.microsoft.com/office/drawing/2014/main" id="{6CF89327-5BC9-FFC8-55A8-E40E3C90BB1B}"/>
              </a:ext>
            </a:extLst>
          </p:cNvPr>
          <p:cNvSpPr/>
          <p:nvPr/>
        </p:nvSpPr>
        <p:spPr>
          <a:xfrm>
            <a:off x="9438743" y="5397120"/>
            <a:ext cx="3978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MX" dirty="0"/>
          </a:p>
        </p:txBody>
      </p:sp>
      <p:cxnSp>
        <p:nvCxnSpPr>
          <p:cNvPr id="116" name="Conector recto de flecha 115">
            <a:extLst>
              <a:ext uri="{FF2B5EF4-FFF2-40B4-BE49-F238E27FC236}">
                <a16:creationId xmlns:a16="http://schemas.microsoft.com/office/drawing/2014/main" id="{D903CECA-3C74-25E1-26BC-3EDCF660F70C}"/>
              </a:ext>
            </a:extLst>
          </p:cNvPr>
          <p:cNvCxnSpPr>
            <a:cxnSpLocks/>
          </p:cNvCxnSpPr>
          <p:nvPr/>
        </p:nvCxnSpPr>
        <p:spPr>
          <a:xfrm>
            <a:off x="9821248" y="5645902"/>
            <a:ext cx="1536222" cy="329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116">
            <a:extLst>
              <a:ext uri="{FF2B5EF4-FFF2-40B4-BE49-F238E27FC236}">
                <a16:creationId xmlns:a16="http://schemas.microsoft.com/office/drawing/2014/main" id="{7788FE58-4DF4-83F9-308C-0A9ECDC0B41B}"/>
              </a:ext>
            </a:extLst>
          </p:cNvPr>
          <p:cNvCxnSpPr>
            <a:cxnSpLocks/>
          </p:cNvCxnSpPr>
          <p:nvPr/>
        </p:nvCxnSpPr>
        <p:spPr>
          <a:xfrm>
            <a:off x="9607968" y="5776753"/>
            <a:ext cx="228641" cy="32217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cto 117">
            <a:extLst>
              <a:ext uri="{FF2B5EF4-FFF2-40B4-BE49-F238E27FC236}">
                <a16:creationId xmlns:a16="http://schemas.microsoft.com/office/drawing/2014/main" id="{967247F5-DFBB-718E-05F6-2EFB69C00F45}"/>
              </a:ext>
            </a:extLst>
          </p:cNvPr>
          <p:cNvCxnSpPr>
            <a:cxnSpLocks/>
          </p:cNvCxnSpPr>
          <p:nvPr/>
        </p:nvCxnSpPr>
        <p:spPr>
          <a:xfrm flipV="1">
            <a:off x="10190349" y="6347729"/>
            <a:ext cx="928812" cy="2035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ángulo 124">
            <a:extLst>
              <a:ext uri="{FF2B5EF4-FFF2-40B4-BE49-F238E27FC236}">
                <a16:creationId xmlns:a16="http://schemas.microsoft.com/office/drawing/2014/main" id="{D2D8C14C-462D-00A6-B128-6CE7CCBB0664}"/>
              </a:ext>
            </a:extLst>
          </p:cNvPr>
          <p:cNvSpPr/>
          <p:nvPr/>
        </p:nvSpPr>
        <p:spPr>
          <a:xfrm>
            <a:off x="9821248" y="4142115"/>
            <a:ext cx="200320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NLOGSPACE</a:t>
            </a:r>
            <a:endParaRPr lang="es-MX" sz="1600" b="1" dirty="0"/>
          </a:p>
        </p:txBody>
      </p:sp>
      <p:sp>
        <p:nvSpPr>
          <p:cNvPr id="128" name="CuadroTexto 127">
            <a:extLst>
              <a:ext uri="{FF2B5EF4-FFF2-40B4-BE49-F238E27FC236}">
                <a16:creationId xmlns:a16="http://schemas.microsoft.com/office/drawing/2014/main" id="{85E4E3D0-41F8-5920-2CE3-E36B9B0BBEEE}"/>
              </a:ext>
            </a:extLst>
          </p:cNvPr>
          <p:cNvSpPr txBox="1"/>
          <p:nvPr/>
        </p:nvSpPr>
        <p:spPr>
          <a:xfrm>
            <a:off x="1249289" y="5901930"/>
            <a:ext cx="4110076" cy="646331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Porque las reducciones </a:t>
            </a:r>
            <a:r>
              <a:rPr lang="es-ES" dirty="0" err="1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poly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-time</a:t>
            </a:r>
          </a:p>
          <a:p>
            <a:pPr algn="just"/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pueden ocupar más de espacio log(n)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29" name="Rectángulo 128">
            <a:extLst>
              <a:ext uri="{FF2B5EF4-FFF2-40B4-BE49-F238E27FC236}">
                <a16:creationId xmlns:a16="http://schemas.microsoft.com/office/drawing/2014/main" id="{7EFA5859-67F1-12E4-B5BF-A9411CEEA53A}"/>
              </a:ext>
            </a:extLst>
          </p:cNvPr>
          <p:cNvSpPr/>
          <p:nvPr/>
        </p:nvSpPr>
        <p:spPr>
          <a:xfrm>
            <a:off x="11324345" y="5438106"/>
            <a:ext cx="88144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D-ACC</a:t>
            </a:r>
            <a:endParaRPr lang="es-MX" sz="1400" b="1" dirty="0">
              <a:solidFill>
                <a:srgbClr val="0070C0"/>
              </a:solidFill>
            </a:endParaRPr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D3BA2658-352C-EEBF-CC8F-7E371FA575C2}"/>
              </a:ext>
            </a:extLst>
          </p:cNvPr>
          <p:cNvSpPr txBox="1"/>
          <p:nvPr/>
        </p:nvSpPr>
        <p:spPr>
          <a:xfrm>
            <a:off x="159788" y="5328222"/>
            <a:ext cx="71031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¿Por qué no se usan en este caso reducciones </a:t>
            </a:r>
            <a:r>
              <a:rPr lang="es-AR" dirty="0" err="1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poly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-time? </a:t>
            </a:r>
            <a:endParaRPr lang="es-E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53BE8C3B-2AF3-DEB0-9B4C-85EDD5FDA96C}"/>
              </a:ext>
            </a:extLst>
          </p:cNvPr>
          <p:cNvSpPr txBox="1"/>
          <p:nvPr/>
        </p:nvSpPr>
        <p:spPr>
          <a:xfrm>
            <a:off x="7812849" y="4591675"/>
            <a:ext cx="12969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</a:t>
            </a:r>
            <a:r>
              <a:rPr lang="es-AR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educciones</a:t>
            </a:r>
          </a:p>
          <a:p>
            <a:r>
              <a:rPr lang="es-AR" sz="14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poly</a:t>
            </a:r>
            <a:r>
              <a:rPr lang="es-AR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-time</a:t>
            </a:r>
            <a:endParaRPr lang="es-AR" sz="1400" dirty="0"/>
          </a:p>
        </p:txBody>
      </p:sp>
      <p:sp>
        <p:nvSpPr>
          <p:cNvPr id="136" name="CuadroTexto 135">
            <a:extLst>
              <a:ext uri="{FF2B5EF4-FFF2-40B4-BE49-F238E27FC236}">
                <a16:creationId xmlns:a16="http://schemas.microsoft.com/office/drawing/2014/main" id="{118A0705-6966-3E02-BAA6-9D46AF1F0BBC}"/>
              </a:ext>
            </a:extLst>
          </p:cNvPr>
          <p:cNvSpPr txBox="1"/>
          <p:nvPr/>
        </p:nvSpPr>
        <p:spPr>
          <a:xfrm>
            <a:off x="10645589" y="4591675"/>
            <a:ext cx="12969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</a:t>
            </a:r>
            <a:r>
              <a:rPr lang="es-AR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educciones</a:t>
            </a:r>
          </a:p>
          <a:p>
            <a:r>
              <a:rPr lang="es-AR" sz="14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</a:t>
            </a:r>
            <a:r>
              <a:rPr lang="es-AR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og-</a:t>
            </a:r>
            <a:r>
              <a:rPr lang="es-AR" sz="14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space</a:t>
            </a:r>
            <a:endParaRPr lang="es-AR" sz="1400" dirty="0"/>
          </a:p>
        </p:txBody>
      </p:sp>
      <p:sp>
        <p:nvSpPr>
          <p:cNvPr id="139" name="Slide Number Placeholder 2">
            <a:extLst>
              <a:ext uri="{FF2B5EF4-FFF2-40B4-BE49-F238E27FC236}">
                <a16:creationId xmlns:a16="http://schemas.microsoft.com/office/drawing/2014/main" id="{667103AE-CCC0-FE92-2033-F4C0388211CB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304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9" grpId="0"/>
      <p:bldP spid="62" grpId="0"/>
      <p:bldP spid="63" grpId="0"/>
      <p:bldP spid="64" grpId="0"/>
      <p:bldP spid="65" grpId="0"/>
      <p:bldP spid="67" grpId="0"/>
      <p:bldP spid="72" grpId="0"/>
      <p:bldP spid="81" grpId="0"/>
      <p:bldP spid="82" grpId="0" animBg="1"/>
      <p:bldP spid="90" grpId="0"/>
      <p:bldP spid="105" grpId="0"/>
      <p:bldP spid="106" grpId="0"/>
      <p:bldP spid="107" grpId="0"/>
      <p:bldP spid="108" grpId="0"/>
      <p:bldP spid="110" grpId="0" animBg="1"/>
      <p:bldP spid="115" grpId="0"/>
      <p:bldP spid="125" grpId="0"/>
      <p:bldP spid="128" grpId="0" animBg="1"/>
      <p:bldP spid="129" grpId="0"/>
      <p:bldP spid="133" grpId="0"/>
      <p:bldP spid="135" grpId="0"/>
      <p:bldP spid="13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6FA6B-BAA4-37EE-3CF2-DA10C1478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4078F2C5-0191-C6D5-21C5-2B9D88C04664}"/>
              </a:ext>
            </a:extLst>
          </p:cNvPr>
          <p:cNvSpPr/>
          <p:nvPr/>
        </p:nvSpPr>
        <p:spPr>
          <a:xfrm>
            <a:off x="204465" y="161050"/>
            <a:ext cx="11987535" cy="6324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Vimos que si L es NP-completo y L está en P, entonces P = NP.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También: si L es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NLOGSPACE-completo y L está en </a:t>
            </a:r>
            <a:r>
              <a:rPr lang="es-AR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LOGSPACE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, entonces LOGSPACE = NLOGSPACE.</a:t>
            </a:r>
            <a:endParaRPr lang="es-AR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indent="180340" algn="just">
              <a:lnSpc>
                <a:spcPct val="150000"/>
              </a:lnSpc>
            </a:pPr>
            <a:endParaRPr lang="es-AR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indent="180340" algn="just">
              <a:lnSpc>
                <a:spcPct val="150000"/>
              </a:lnSpc>
            </a:pPr>
            <a:endParaRPr lang="es-AR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indent="180340" algn="just">
              <a:lnSpc>
                <a:spcPct val="150000"/>
              </a:lnSpc>
            </a:pPr>
            <a:endParaRPr lang="es-AR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indent="180340" algn="just">
              <a:lnSpc>
                <a:spcPct val="150000"/>
              </a:lnSpc>
            </a:pPr>
            <a:endParaRPr lang="es-AR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indent="180340" algn="just">
              <a:lnSpc>
                <a:spcPct val="150000"/>
              </a:lnSpc>
            </a:pPr>
            <a:endParaRPr lang="es-AR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indent="180340" algn="just">
              <a:lnSpc>
                <a:spcPct val="150000"/>
              </a:lnSpc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  </a:t>
            </a:r>
          </a:p>
          <a:p>
            <a:pPr indent="180340" algn="just">
              <a:lnSpc>
                <a:spcPct val="150000"/>
              </a:lnSpc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¡</a:t>
            </a:r>
          </a:p>
          <a:p>
            <a:pPr algn="just"/>
            <a:endParaRPr lang="es-ES" sz="1600" u="sng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endParaRPr lang="es-ES" sz="1600" u="sng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endParaRPr lang="es-ES" sz="1600" u="sng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endParaRPr lang="es-ES" sz="1600" u="sng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s-ES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	</a:t>
            </a:r>
          </a:p>
          <a:p>
            <a:pPr algn="just"/>
            <a:r>
              <a:rPr lang="es-ES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	</a:t>
            </a:r>
          </a:p>
          <a:p>
            <a:pPr algn="just"/>
            <a:r>
              <a:rPr lang="es-ES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	</a:t>
            </a:r>
          </a:p>
          <a:p>
            <a:pPr algn="just"/>
            <a:r>
              <a:rPr lang="es-ES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	</a:t>
            </a:r>
          </a:p>
          <a:p>
            <a:pPr algn="just"/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		</a:t>
            </a:r>
            <a:endParaRPr lang="es-ES" sz="29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4" name="Slide Number Placeholder 2">
            <a:extLst>
              <a:ext uri="{FF2B5EF4-FFF2-40B4-BE49-F238E27FC236}">
                <a16:creationId xmlns:a16="http://schemas.microsoft.com/office/drawing/2014/main" id="{395B3202-569F-C113-F57A-B43C122EAC24}"/>
              </a:ext>
            </a:extLst>
          </p:cNvPr>
          <p:cNvSpPr txBox="1">
            <a:spLocks/>
          </p:cNvSpPr>
          <p:nvPr/>
        </p:nvSpPr>
        <p:spPr>
          <a:xfrm>
            <a:off x="11634295" y="6218174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4" name="Diagrama de flujo: conector 13">
            <a:extLst>
              <a:ext uri="{FF2B5EF4-FFF2-40B4-BE49-F238E27FC236}">
                <a16:creationId xmlns:a16="http://schemas.microsoft.com/office/drawing/2014/main" id="{D9DA6EA0-F0B5-3BCE-638C-70F32634269D}"/>
              </a:ext>
            </a:extLst>
          </p:cNvPr>
          <p:cNvSpPr/>
          <p:nvPr/>
        </p:nvSpPr>
        <p:spPr>
          <a:xfrm>
            <a:off x="3827270" y="2038944"/>
            <a:ext cx="713494" cy="1075000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5E41E49-6799-9EA5-7E5D-16DA39D51E52}"/>
              </a:ext>
            </a:extLst>
          </p:cNvPr>
          <p:cNvSpPr/>
          <p:nvPr/>
        </p:nvSpPr>
        <p:spPr>
          <a:xfrm>
            <a:off x="3955791" y="2068278"/>
            <a:ext cx="369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MX" b="1" dirty="0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F1DC2E9B-629F-336A-2A23-7D085C17279A}"/>
              </a:ext>
            </a:extLst>
          </p:cNvPr>
          <p:cNvCxnSpPr>
            <a:cxnSpLocks/>
          </p:cNvCxnSpPr>
          <p:nvPr/>
        </p:nvCxnSpPr>
        <p:spPr>
          <a:xfrm>
            <a:off x="4280455" y="2878137"/>
            <a:ext cx="7214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CE866D9-2539-A267-D56C-58B5732F0249}"/>
              </a:ext>
            </a:extLst>
          </p:cNvPr>
          <p:cNvSpPr/>
          <p:nvPr/>
        </p:nvSpPr>
        <p:spPr>
          <a:xfrm>
            <a:off x="3991480" y="2657382"/>
            <a:ext cx="119772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MX" sz="160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B6AF5D6-3F23-E7D1-9F62-1A9CC6F09D12}"/>
              </a:ext>
            </a:extLst>
          </p:cNvPr>
          <p:cNvSpPr/>
          <p:nvPr/>
        </p:nvSpPr>
        <p:spPr>
          <a:xfrm>
            <a:off x="5003837" y="2747038"/>
            <a:ext cx="503077" cy="578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FFACFA7-A0B0-ECB5-0A93-7801E1008102}"/>
              </a:ext>
            </a:extLst>
          </p:cNvPr>
          <p:cNvSpPr/>
          <p:nvPr/>
        </p:nvSpPr>
        <p:spPr>
          <a:xfrm>
            <a:off x="5067072" y="2879263"/>
            <a:ext cx="4828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fi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709BA9A-8BFD-7C45-428A-1BBCF0661BF7}"/>
              </a:ext>
            </a:extLst>
          </p:cNvPr>
          <p:cNvSpPr/>
          <p:nvPr/>
        </p:nvSpPr>
        <p:spPr>
          <a:xfrm>
            <a:off x="4007139" y="3062305"/>
            <a:ext cx="30830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MX" sz="16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E7464CB-4A88-73AF-E248-966AA9E2E966}"/>
              </a:ext>
            </a:extLst>
          </p:cNvPr>
          <p:cNvSpPr txBox="1"/>
          <p:nvPr/>
        </p:nvSpPr>
        <p:spPr>
          <a:xfrm>
            <a:off x="6164394" y="2538545"/>
            <a:ext cx="588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f(w)</a:t>
            </a:r>
            <a:endParaRPr lang="es-AR" dirty="0"/>
          </a:p>
        </p:txBody>
      </p:sp>
      <p:sp>
        <p:nvSpPr>
          <p:cNvPr id="22" name="Diagrama de flujo: conector 21">
            <a:extLst>
              <a:ext uri="{FF2B5EF4-FFF2-40B4-BE49-F238E27FC236}">
                <a16:creationId xmlns:a16="http://schemas.microsoft.com/office/drawing/2014/main" id="{D767E149-0335-89AE-D940-19D08A485192}"/>
              </a:ext>
            </a:extLst>
          </p:cNvPr>
          <p:cNvSpPr/>
          <p:nvPr/>
        </p:nvSpPr>
        <p:spPr>
          <a:xfrm>
            <a:off x="6045828" y="2034727"/>
            <a:ext cx="713494" cy="1075000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75E5FB4-FAD5-24EA-4BE4-56BF27B90FD7}"/>
              </a:ext>
            </a:extLst>
          </p:cNvPr>
          <p:cNvSpPr/>
          <p:nvPr/>
        </p:nvSpPr>
        <p:spPr>
          <a:xfrm>
            <a:off x="6285923" y="2055782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endParaRPr lang="es-MX" b="1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095D57F-02B8-1EFA-D959-B71C7650A90A}"/>
              </a:ext>
            </a:extLst>
          </p:cNvPr>
          <p:cNvSpPr txBox="1"/>
          <p:nvPr/>
        </p:nvSpPr>
        <p:spPr>
          <a:xfrm>
            <a:off x="6164394" y="2706266"/>
            <a:ext cx="588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f(w)</a:t>
            </a:r>
            <a:endParaRPr lang="es-AR" dirty="0"/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245BCE74-9020-5F97-B71A-92804E0FB906}"/>
              </a:ext>
            </a:extLst>
          </p:cNvPr>
          <p:cNvCxnSpPr>
            <a:cxnSpLocks/>
          </p:cNvCxnSpPr>
          <p:nvPr/>
        </p:nvCxnSpPr>
        <p:spPr>
          <a:xfrm>
            <a:off x="4280455" y="3227546"/>
            <a:ext cx="7214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73AB4095-9527-F71C-A75F-B77252913CF7}"/>
              </a:ext>
            </a:extLst>
          </p:cNvPr>
          <p:cNvCxnSpPr>
            <a:cxnSpLocks/>
          </p:cNvCxnSpPr>
          <p:nvPr/>
        </p:nvCxnSpPr>
        <p:spPr>
          <a:xfrm>
            <a:off x="5519440" y="2878137"/>
            <a:ext cx="7214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5CB308D5-4EC8-C474-344E-0E1A81A9CE87}"/>
              </a:ext>
            </a:extLst>
          </p:cNvPr>
          <p:cNvCxnSpPr>
            <a:cxnSpLocks/>
          </p:cNvCxnSpPr>
          <p:nvPr/>
        </p:nvCxnSpPr>
        <p:spPr>
          <a:xfrm>
            <a:off x="5519440" y="3217817"/>
            <a:ext cx="7214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2A8842E-E9A1-3AB0-5287-1FCC8A83BBDD}"/>
              </a:ext>
            </a:extLst>
          </p:cNvPr>
          <p:cNvSpPr/>
          <p:nvPr/>
        </p:nvSpPr>
        <p:spPr>
          <a:xfrm>
            <a:off x="3789477" y="3435132"/>
            <a:ext cx="360260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fi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computa f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en espacio O(log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|w|)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     (|w| y |f(w)| no cuentan)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4125ECC-3926-459A-D67E-822EA837C07E}"/>
              </a:ext>
            </a:extLst>
          </p:cNvPr>
          <p:cNvSpPr/>
          <p:nvPr/>
        </p:nvSpPr>
        <p:spPr>
          <a:xfrm>
            <a:off x="7865960" y="2619221"/>
            <a:ext cx="5336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AR" sz="1400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C405B7A6-81AB-EF7E-7C10-64EF2EBDDFB7}"/>
              </a:ext>
            </a:extLst>
          </p:cNvPr>
          <p:cNvSpPr/>
          <p:nvPr/>
        </p:nvSpPr>
        <p:spPr>
          <a:xfrm>
            <a:off x="8391247" y="2505190"/>
            <a:ext cx="886987" cy="8675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0CAA39FB-F15C-8D97-4250-C83EE501260A}"/>
              </a:ext>
            </a:extLst>
          </p:cNvPr>
          <p:cNvSpPr/>
          <p:nvPr/>
        </p:nvSpPr>
        <p:spPr>
          <a:xfrm>
            <a:off x="9307353" y="2585838"/>
            <a:ext cx="5336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f(w)</a:t>
            </a:r>
            <a:endParaRPr lang="es-AR" sz="1400" dirty="0"/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72EBAEE1-8DD2-5278-DB13-26C29AA06959}"/>
              </a:ext>
            </a:extLst>
          </p:cNvPr>
          <p:cNvCxnSpPr>
            <a:cxnSpLocks/>
          </p:cNvCxnSpPr>
          <p:nvPr/>
        </p:nvCxnSpPr>
        <p:spPr>
          <a:xfrm>
            <a:off x="9269151" y="2862602"/>
            <a:ext cx="61627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ángulo 32">
            <a:extLst>
              <a:ext uri="{FF2B5EF4-FFF2-40B4-BE49-F238E27FC236}">
                <a16:creationId xmlns:a16="http://schemas.microsoft.com/office/drawing/2014/main" id="{9592568A-FE92-DBC4-69DE-97022A411E02}"/>
              </a:ext>
            </a:extLst>
          </p:cNvPr>
          <p:cNvSpPr/>
          <p:nvPr/>
        </p:nvSpPr>
        <p:spPr>
          <a:xfrm>
            <a:off x="8629574" y="2738261"/>
            <a:ext cx="4828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fi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AFCC95B-F157-0ACC-FDAD-4F4FBC14BB6C}"/>
              </a:ext>
            </a:extLst>
          </p:cNvPr>
          <p:cNvSpPr/>
          <p:nvPr/>
        </p:nvSpPr>
        <p:spPr>
          <a:xfrm>
            <a:off x="9860945" y="2493827"/>
            <a:ext cx="886987" cy="8675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ABD005B-910D-8D53-90C6-5F3A7B42E7FA}"/>
              </a:ext>
            </a:extLst>
          </p:cNvPr>
          <p:cNvSpPr/>
          <p:nvPr/>
        </p:nvSpPr>
        <p:spPr>
          <a:xfrm>
            <a:off x="11140885" y="2944143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</a:t>
            </a:r>
            <a:endParaRPr lang="es-MX" sz="1600" dirty="0"/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AFE1D609-DE71-C50F-BC05-962038AE9F45}"/>
              </a:ext>
            </a:extLst>
          </p:cNvPr>
          <p:cNvCxnSpPr>
            <a:cxnSpLocks/>
          </p:cNvCxnSpPr>
          <p:nvPr/>
        </p:nvCxnSpPr>
        <p:spPr>
          <a:xfrm flipV="1">
            <a:off x="10737614" y="2750885"/>
            <a:ext cx="421026" cy="1788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3332312-8055-9712-E752-F2C9CF54C2D7}"/>
              </a:ext>
            </a:extLst>
          </p:cNvPr>
          <p:cNvSpPr/>
          <p:nvPr/>
        </p:nvSpPr>
        <p:spPr>
          <a:xfrm>
            <a:off x="11150437" y="2562263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sz="1600" dirty="0"/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8821E8B9-96AE-B2B2-8D53-C818887B4013}"/>
              </a:ext>
            </a:extLst>
          </p:cNvPr>
          <p:cNvCxnSpPr>
            <a:cxnSpLocks/>
          </p:cNvCxnSpPr>
          <p:nvPr/>
        </p:nvCxnSpPr>
        <p:spPr>
          <a:xfrm>
            <a:off x="10726829" y="2946665"/>
            <a:ext cx="431811" cy="1915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ángulo 38">
            <a:extLst>
              <a:ext uri="{FF2B5EF4-FFF2-40B4-BE49-F238E27FC236}">
                <a16:creationId xmlns:a16="http://schemas.microsoft.com/office/drawing/2014/main" id="{E3DFD21D-F3FA-F063-0726-1176BBD06DBE}"/>
              </a:ext>
            </a:extLst>
          </p:cNvPr>
          <p:cNvSpPr/>
          <p:nvPr/>
        </p:nvSpPr>
        <p:spPr>
          <a:xfrm>
            <a:off x="10081982" y="2781688"/>
            <a:ext cx="5312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</a:rPr>
              <a:t> M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sz="1600" dirty="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46072C03-0E64-E989-C642-BC517ABF710D}"/>
              </a:ext>
            </a:extLst>
          </p:cNvPr>
          <p:cNvSpPr/>
          <p:nvPr/>
        </p:nvSpPr>
        <p:spPr>
          <a:xfrm>
            <a:off x="8223492" y="2086907"/>
            <a:ext cx="2726902" cy="142137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FF1730C6-D9AF-D77F-CB76-4231401E5026}"/>
              </a:ext>
            </a:extLst>
          </p:cNvPr>
          <p:cNvSpPr txBox="1"/>
          <p:nvPr/>
        </p:nvSpPr>
        <p:spPr>
          <a:xfrm>
            <a:off x="8984415" y="2088476"/>
            <a:ext cx="1547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800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decide L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MX" b="1" baseline="-25000" dirty="0">
                <a:solidFill>
                  <a:srgbClr val="0070C0"/>
                </a:solidFill>
              </a:rPr>
              <a:t>  </a:t>
            </a:r>
            <a:endParaRPr lang="es-AR" dirty="0"/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165D17C9-1782-5A8F-7134-CA3FDAF4EDD8}"/>
              </a:ext>
            </a:extLst>
          </p:cNvPr>
          <p:cNvCxnSpPr>
            <a:cxnSpLocks/>
          </p:cNvCxnSpPr>
          <p:nvPr/>
        </p:nvCxnSpPr>
        <p:spPr>
          <a:xfrm>
            <a:off x="7774969" y="2856003"/>
            <a:ext cx="61627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ángulo 45">
            <a:extLst>
              <a:ext uri="{FF2B5EF4-FFF2-40B4-BE49-F238E27FC236}">
                <a16:creationId xmlns:a16="http://schemas.microsoft.com/office/drawing/2014/main" id="{176EED5E-AB7B-BAA7-34DA-9C9A15486864}"/>
              </a:ext>
            </a:extLst>
          </p:cNvPr>
          <p:cNvSpPr/>
          <p:nvPr/>
        </p:nvSpPr>
        <p:spPr>
          <a:xfrm>
            <a:off x="2461594" y="2744088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endParaRPr lang="es-MX" b="1" dirty="0">
              <a:solidFill>
                <a:srgbClr val="0070C0"/>
              </a:solidFill>
            </a:endParaRP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76BC8B7D-11A0-2731-BE3D-4707FAB9C327}"/>
              </a:ext>
            </a:extLst>
          </p:cNvPr>
          <p:cNvSpPr/>
          <p:nvPr/>
        </p:nvSpPr>
        <p:spPr>
          <a:xfrm>
            <a:off x="961520" y="1759925"/>
            <a:ext cx="3978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6C33CE71-AF7F-EA92-831A-E38DF4AE7652}"/>
              </a:ext>
            </a:extLst>
          </p:cNvPr>
          <p:cNvSpPr/>
          <p:nvPr/>
        </p:nvSpPr>
        <p:spPr>
          <a:xfrm>
            <a:off x="755312" y="1972584"/>
            <a:ext cx="3978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CAC42BCC-4253-E017-6D0D-F1C8872CF3DC}"/>
              </a:ext>
            </a:extLst>
          </p:cNvPr>
          <p:cNvSpPr/>
          <p:nvPr/>
        </p:nvSpPr>
        <p:spPr>
          <a:xfrm>
            <a:off x="592183" y="2289698"/>
            <a:ext cx="3978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dirty="0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6BDF5478-0607-B94F-5BA0-07FFBE22B759}"/>
              </a:ext>
            </a:extLst>
          </p:cNvPr>
          <p:cNvSpPr/>
          <p:nvPr/>
        </p:nvSpPr>
        <p:spPr>
          <a:xfrm>
            <a:off x="980033" y="3370032"/>
            <a:ext cx="5983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MX" b="1" dirty="0">
              <a:solidFill>
                <a:srgbClr val="0070C0"/>
              </a:solidFill>
            </a:endParaRP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CBB0F858-5654-4DBB-C2B1-784B482BCD90}"/>
              </a:ext>
            </a:extLst>
          </p:cNvPr>
          <p:cNvSpPr/>
          <p:nvPr/>
        </p:nvSpPr>
        <p:spPr>
          <a:xfrm>
            <a:off x="1029307" y="1498011"/>
            <a:ext cx="16442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b="1" dirty="0">
                <a:latin typeface="Arial" panose="020B0604020202020204" pitchFamily="34" charset="0"/>
                <a:cs typeface="Arial" panose="020B0604020202020204" pitchFamily="34" charset="0"/>
              </a:rPr>
              <a:t>NLOGSPACE</a:t>
            </a:r>
            <a:endParaRPr lang="es-MX" sz="1400" b="1" dirty="0"/>
          </a:p>
        </p:txBody>
      </p:sp>
      <p:sp>
        <p:nvSpPr>
          <p:cNvPr id="52" name="Diagrama de flujo: conector 51">
            <a:extLst>
              <a:ext uri="{FF2B5EF4-FFF2-40B4-BE49-F238E27FC236}">
                <a16:creationId xmlns:a16="http://schemas.microsoft.com/office/drawing/2014/main" id="{E54BE15A-6031-59D1-91FA-086A9CD366FD}"/>
              </a:ext>
            </a:extLst>
          </p:cNvPr>
          <p:cNvSpPr/>
          <p:nvPr/>
        </p:nvSpPr>
        <p:spPr>
          <a:xfrm>
            <a:off x="548325" y="1359213"/>
            <a:ext cx="2281668" cy="253854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DC010F6D-0DE6-2F6B-FDAA-437C3568C5F4}"/>
              </a:ext>
            </a:extLst>
          </p:cNvPr>
          <p:cNvCxnSpPr>
            <a:cxnSpLocks/>
          </p:cNvCxnSpPr>
          <p:nvPr/>
        </p:nvCxnSpPr>
        <p:spPr>
          <a:xfrm>
            <a:off x="1317999" y="2045418"/>
            <a:ext cx="1202215" cy="7283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A27EFB77-02B2-9FC5-EBAD-AF17E8AF83C2}"/>
              </a:ext>
            </a:extLst>
          </p:cNvPr>
          <p:cNvCxnSpPr>
            <a:cxnSpLocks/>
          </p:cNvCxnSpPr>
          <p:nvPr/>
        </p:nvCxnSpPr>
        <p:spPr>
          <a:xfrm>
            <a:off x="1139513" y="2289698"/>
            <a:ext cx="1377574" cy="5842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18A41897-0E99-E91D-CF9E-4F370B4FE6F5}"/>
              </a:ext>
            </a:extLst>
          </p:cNvPr>
          <p:cNvCxnSpPr>
            <a:cxnSpLocks/>
          </p:cNvCxnSpPr>
          <p:nvPr/>
        </p:nvCxnSpPr>
        <p:spPr>
          <a:xfrm>
            <a:off x="990049" y="2572864"/>
            <a:ext cx="1527038" cy="3787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E8E86B14-BB85-86F3-0CFD-EB311646A3FA}"/>
              </a:ext>
            </a:extLst>
          </p:cNvPr>
          <p:cNvCxnSpPr>
            <a:cxnSpLocks/>
          </p:cNvCxnSpPr>
          <p:nvPr/>
        </p:nvCxnSpPr>
        <p:spPr>
          <a:xfrm flipV="1">
            <a:off x="1317999" y="3017870"/>
            <a:ext cx="1199088" cy="556103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ángulo 57">
            <a:extLst>
              <a:ext uri="{FF2B5EF4-FFF2-40B4-BE49-F238E27FC236}">
                <a16:creationId xmlns:a16="http://schemas.microsoft.com/office/drawing/2014/main" id="{65560788-B602-8BAF-D014-2AB5712042F3}"/>
              </a:ext>
            </a:extLst>
          </p:cNvPr>
          <p:cNvSpPr/>
          <p:nvPr/>
        </p:nvSpPr>
        <p:spPr>
          <a:xfrm>
            <a:off x="592183" y="2708131"/>
            <a:ext cx="3978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MX" dirty="0"/>
          </a:p>
        </p:txBody>
      </p: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794D38D3-4119-D68E-111F-2623DB7292B8}"/>
              </a:ext>
            </a:extLst>
          </p:cNvPr>
          <p:cNvCxnSpPr>
            <a:cxnSpLocks/>
          </p:cNvCxnSpPr>
          <p:nvPr/>
        </p:nvCxnSpPr>
        <p:spPr>
          <a:xfrm>
            <a:off x="974688" y="2956913"/>
            <a:ext cx="1536222" cy="329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3243F34C-BEB8-39AD-F195-56BE35F31951}"/>
              </a:ext>
            </a:extLst>
          </p:cNvPr>
          <p:cNvCxnSpPr>
            <a:cxnSpLocks/>
          </p:cNvCxnSpPr>
          <p:nvPr/>
        </p:nvCxnSpPr>
        <p:spPr>
          <a:xfrm>
            <a:off x="761408" y="3087764"/>
            <a:ext cx="228641" cy="32217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26DBDB23-CFA7-397B-0379-8D658100A74C}"/>
              </a:ext>
            </a:extLst>
          </p:cNvPr>
          <p:cNvCxnSpPr>
            <a:cxnSpLocks/>
          </p:cNvCxnSpPr>
          <p:nvPr/>
        </p:nvCxnSpPr>
        <p:spPr>
          <a:xfrm rot="120000" flipV="1">
            <a:off x="1359835" y="3636136"/>
            <a:ext cx="751456" cy="3885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ángulo 61">
            <a:extLst>
              <a:ext uri="{FF2B5EF4-FFF2-40B4-BE49-F238E27FC236}">
                <a16:creationId xmlns:a16="http://schemas.microsoft.com/office/drawing/2014/main" id="{8B4747DF-1AD5-F7FD-11FA-3C49C0CFE173}"/>
              </a:ext>
            </a:extLst>
          </p:cNvPr>
          <p:cNvSpPr/>
          <p:nvPr/>
        </p:nvSpPr>
        <p:spPr>
          <a:xfrm>
            <a:off x="1700099" y="2091288"/>
            <a:ext cx="3016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400" dirty="0"/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55BF9086-FE3A-B0C2-3A4F-61F07DA0E019}"/>
              </a:ext>
            </a:extLst>
          </p:cNvPr>
          <p:cNvSpPr/>
          <p:nvPr/>
        </p:nvSpPr>
        <p:spPr>
          <a:xfrm>
            <a:off x="1505449" y="2237094"/>
            <a:ext cx="3016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sz="1400" dirty="0"/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EA35CB56-DA48-F35D-E1DD-A8FCC3E2DEE0}"/>
              </a:ext>
            </a:extLst>
          </p:cNvPr>
          <p:cNvSpPr/>
          <p:nvPr/>
        </p:nvSpPr>
        <p:spPr>
          <a:xfrm>
            <a:off x="1303047" y="2421826"/>
            <a:ext cx="3016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sz="1400" dirty="0"/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F4BA946E-851C-A157-AA81-0EA6F49DFD92}"/>
              </a:ext>
            </a:extLst>
          </p:cNvPr>
          <p:cNvSpPr/>
          <p:nvPr/>
        </p:nvSpPr>
        <p:spPr>
          <a:xfrm>
            <a:off x="1480747" y="2696096"/>
            <a:ext cx="3016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MX" sz="1400" dirty="0"/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85391DDE-9C80-1063-7F22-B8C8229D9DEF}"/>
              </a:ext>
            </a:extLst>
          </p:cNvPr>
          <p:cNvSpPr/>
          <p:nvPr/>
        </p:nvSpPr>
        <p:spPr>
          <a:xfrm>
            <a:off x="1578340" y="3102637"/>
            <a:ext cx="51690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400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MX" sz="1400" b="1" dirty="0">
              <a:solidFill>
                <a:srgbClr val="0070C0"/>
              </a:solidFill>
            </a:endParaRP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A4427916-C175-E667-BFC6-F0AD9FDBE11B}"/>
              </a:ext>
            </a:extLst>
          </p:cNvPr>
          <p:cNvSpPr txBox="1"/>
          <p:nvPr/>
        </p:nvSpPr>
        <p:spPr>
          <a:xfrm>
            <a:off x="256100" y="3933469"/>
            <a:ext cx="32936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es una reducción log-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space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Si L ∈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LOGSPACE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, L</a:t>
            </a:r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también</a:t>
            </a:r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4D273AB-61D0-44AE-4836-B94389EF2E8B}"/>
              </a:ext>
            </a:extLst>
          </p:cNvPr>
          <p:cNvSpPr txBox="1"/>
          <p:nvPr/>
        </p:nvSpPr>
        <p:spPr>
          <a:xfrm>
            <a:off x="7324168" y="1396089"/>
            <a:ext cx="48678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Si M es una MT que decide L en espacio log(n), entonces también M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decide L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en espacio log(n):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2752546-193C-0466-DFE6-8F87A31D78D3}"/>
              </a:ext>
            </a:extLst>
          </p:cNvPr>
          <p:cNvSpPr/>
          <p:nvPr/>
        </p:nvSpPr>
        <p:spPr>
          <a:xfrm>
            <a:off x="2616197" y="4525854"/>
            <a:ext cx="42302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824FA59-4E33-E443-62FE-F306EA7D4F25}"/>
              </a:ext>
            </a:extLst>
          </p:cNvPr>
          <p:cNvSpPr/>
          <p:nvPr/>
        </p:nvSpPr>
        <p:spPr>
          <a:xfrm>
            <a:off x="7931085" y="3570551"/>
            <a:ext cx="423022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fi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computa f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en espacio log(n)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M decide L en espacio log(n)</a:t>
            </a:r>
          </a:p>
          <a:p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¡Pero f(w) puede medir </a:t>
            </a:r>
            <a:r>
              <a:rPr lang="es-AR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(|w|)! ¿Por qué?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247A4407-AF9D-C928-CF7D-11C73D67D596}"/>
              </a:ext>
            </a:extLst>
          </p:cNvPr>
          <p:cNvCxnSpPr>
            <a:cxnSpLocks/>
          </p:cNvCxnSpPr>
          <p:nvPr/>
        </p:nvCxnSpPr>
        <p:spPr>
          <a:xfrm flipH="1">
            <a:off x="6473295" y="4666502"/>
            <a:ext cx="3652756" cy="79410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E91C0FFA-955D-9659-6F1A-053429BCD8B4}"/>
              </a:ext>
            </a:extLst>
          </p:cNvPr>
          <p:cNvSpPr txBox="1"/>
          <p:nvPr/>
        </p:nvSpPr>
        <p:spPr>
          <a:xfrm>
            <a:off x="7931085" y="4321227"/>
            <a:ext cx="44593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log(n) puede producir tiempo </a:t>
            </a:r>
            <a:r>
              <a:rPr lang="es-AR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(n) 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5801233-BB23-1A8F-EBFD-745882A4C622}"/>
              </a:ext>
            </a:extLst>
          </p:cNvPr>
          <p:cNvSpPr txBox="1"/>
          <p:nvPr/>
        </p:nvSpPr>
        <p:spPr>
          <a:xfrm>
            <a:off x="4354484" y="5248014"/>
            <a:ext cx="20765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¿Cómo se resuelve?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6EFDB5A-D5BE-E0B9-7C5D-7BD9E935D41C}"/>
              </a:ext>
            </a:extLst>
          </p:cNvPr>
          <p:cNvSpPr txBox="1"/>
          <p:nvPr/>
        </p:nvSpPr>
        <p:spPr>
          <a:xfrm>
            <a:off x="6179279" y="3087764"/>
            <a:ext cx="588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f(w)</a:t>
            </a:r>
            <a:endParaRPr lang="es-AR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00EF5F86-4BA1-F90D-76CE-147616220A86}"/>
              </a:ext>
            </a:extLst>
          </p:cNvPr>
          <p:cNvSpPr txBox="1"/>
          <p:nvPr/>
        </p:nvSpPr>
        <p:spPr>
          <a:xfrm>
            <a:off x="9927915" y="3118541"/>
            <a:ext cx="9779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decide L </a:t>
            </a:r>
            <a:endParaRPr lang="es-AR" sz="14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5F60B38F-B69E-1A86-6FBB-C028175DEF1D}"/>
              </a:ext>
            </a:extLst>
          </p:cNvPr>
          <p:cNvSpPr txBox="1"/>
          <p:nvPr/>
        </p:nvSpPr>
        <p:spPr>
          <a:xfrm>
            <a:off x="8339904" y="3109041"/>
            <a:ext cx="15449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computa fi</a:t>
            </a:r>
            <a:endParaRPr lang="es-AR" sz="1400" dirty="0"/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9FB0C881-48D3-924E-8611-6726C337A600}"/>
              </a:ext>
            </a:extLst>
          </p:cNvPr>
          <p:cNvSpPr txBox="1"/>
          <p:nvPr/>
        </p:nvSpPr>
        <p:spPr>
          <a:xfrm>
            <a:off x="1125332" y="5609594"/>
            <a:ext cx="10033308" cy="76944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s-AR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fi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no le envía f(w) completo a M, sino que 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 pasa de a un símbolo cada vez, el que M requiere.</a:t>
            </a:r>
          </a:p>
          <a:p>
            <a:endParaRPr lang="es-A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Es decir, si M necesita el símbolo i-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ésimo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de f(w),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200" dirty="0" err="1">
                <a:latin typeface="Arial" panose="020B0604020202020204" pitchFamily="34" charset="0"/>
                <a:cs typeface="Arial" panose="020B0604020202020204" pitchFamily="34" charset="0"/>
              </a:rPr>
              <a:t>fi</a:t>
            </a:r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le pasa sólo dicho símbolo. </a:t>
            </a:r>
          </a:p>
        </p:txBody>
      </p:sp>
    </p:spTree>
    <p:extLst>
      <p:ext uri="{BB962C8B-B14F-4D97-AF65-F5344CB8AC3E}">
        <p14:creationId xmlns:p14="http://schemas.microsoft.com/office/powerpoint/2010/main" val="650859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/>
      <p:bldP spid="7" grpId="0"/>
      <p:bldP spid="7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260CB-945C-1B33-E586-4EE234579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DB4E0487-B9EC-2313-F936-4E02BDED6A62}"/>
              </a:ext>
            </a:extLst>
          </p:cNvPr>
          <p:cNvSpPr/>
          <p:nvPr/>
        </p:nvSpPr>
        <p:spPr>
          <a:xfrm>
            <a:off x="181856" y="225585"/>
            <a:ext cx="11942126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A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7075EAA-59F9-D026-7324-DB1631781818}"/>
              </a:ext>
            </a:extLst>
          </p:cNvPr>
          <p:cNvSpPr/>
          <p:nvPr/>
        </p:nvSpPr>
        <p:spPr>
          <a:xfrm>
            <a:off x="6260144" y="2842273"/>
            <a:ext cx="1194212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C91776-F343-C06C-3637-2808EF532952}"/>
              </a:ext>
            </a:extLst>
          </p:cNvPr>
          <p:cNvSpPr/>
          <p:nvPr/>
        </p:nvSpPr>
        <p:spPr>
          <a:xfrm>
            <a:off x="4678016" y="3309517"/>
            <a:ext cx="90281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LOGSPACE</a:t>
            </a:r>
            <a:endParaRPr lang="es-MX" sz="1000" b="1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37A44BE-37D9-A043-7D9D-5AD641F09C8E}"/>
              </a:ext>
            </a:extLst>
          </p:cNvPr>
          <p:cNvSpPr/>
          <p:nvPr/>
        </p:nvSpPr>
        <p:spPr>
          <a:xfrm>
            <a:off x="4886067" y="2323316"/>
            <a:ext cx="3209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es-MX" sz="1600" b="1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6EF359A-9AC9-FFF3-8132-5E389CE49D3B}"/>
              </a:ext>
            </a:extLst>
          </p:cNvPr>
          <p:cNvSpPr/>
          <p:nvPr/>
        </p:nvSpPr>
        <p:spPr>
          <a:xfrm>
            <a:off x="2643727" y="2802821"/>
            <a:ext cx="46839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NP</a:t>
            </a:r>
            <a:endParaRPr lang="es-MX" sz="1600" b="1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FA30DBF-7DCB-4E88-F4A4-99A5D4599B4A}"/>
              </a:ext>
            </a:extLst>
          </p:cNvPr>
          <p:cNvSpPr/>
          <p:nvPr/>
        </p:nvSpPr>
        <p:spPr>
          <a:xfrm>
            <a:off x="4474076" y="1583461"/>
            <a:ext cx="1116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PSPACE</a:t>
            </a:r>
            <a:endParaRPr lang="es-MX" b="1" dirty="0"/>
          </a:p>
        </p:txBody>
      </p: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D196E18E-D401-7084-BF82-0F7D320E3526}"/>
              </a:ext>
            </a:extLst>
          </p:cNvPr>
          <p:cNvSpPr/>
          <p:nvPr/>
        </p:nvSpPr>
        <p:spPr>
          <a:xfrm>
            <a:off x="977152" y="1165704"/>
            <a:ext cx="7889358" cy="3282819"/>
          </a:xfrm>
          <a:prstGeom prst="flowChartConnector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Diagrama de flujo: conector 21">
            <a:extLst>
              <a:ext uri="{FF2B5EF4-FFF2-40B4-BE49-F238E27FC236}">
                <a16:creationId xmlns:a16="http://schemas.microsoft.com/office/drawing/2014/main" id="{EF4F5FFA-1F76-F366-4F68-EB6F9C8B49DD}"/>
              </a:ext>
            </a:extLst>
          </p:cNvPr>
          <p:cNvSpPr/>
          <p:nvPr/>
        </p:nvSpPr>
        <p:spPr>
          <a:xfrm>
            <a:off x="1556224" y="1470229"/>
            <a:ext cx="6676371" cy="287051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Diagrama de flujo: conector 22">
            <a:extLst>
              <a:ext uri="{FF2B5EF4-FFF2-40B4-BE49-F238E27FC236}">
                <a16:creationId xmlns:a16="http://schemas.microsoft.com/office/drawing/2014/main" id="{9FCC88A8-2FCF-05AA-D3B5-4F79E5F928CA}"/>
              </a:ext>
            </a:extLst>
          </p:cNvPr>
          <p:cNvSpPr/>
          <p:nvPr/>
        </p:nvSpPr>
        <p:spPr>
          <a:xfrm>
            <a:off x="2324925" y="1896710"/>
            <a:ext cx="4310315" cy="229124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Diagrama de flujo: conector 23">
            <a:extLst>
              <a:ext uri="{FF2B5EF4-FFF2-40B4-BE49-F238E27FC236}">
                <a16:creationId xmlns:a16="http://schemas.microsoft.com/office/drawing/2014/main" id="{186F98A5-E41F-2363-5649-7D6B96207AC8}"/>
              </a:ext>
            </a:extLst>
          </p:cNvPr>
          <p:cNvSpPr/>
          <p:nvPr/>
        </p:nvSpPr>
        <p:spPr>
          <a:xfrm>
            <a:off x="3881764" y="2296342"/>
            <a:ext cx="2329528" cy="1694982"/>
          </a:xfrm>
          <a:prstGeom prst="flowChartConnector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Diagrama de flujo: conector 24">
            <a:extLst>
              <a:ext uri="{FF2B5EF4-FFF2-40B4-BE49-F238E27FC236}">
                <a16:creationId xmlns:a16="http://schemas.microsoft.com/office/drawing/2014/main" id="{6D579F25-2552-AECB-568C-0266EB0FB3E1}"/>
              </a:ext>
            </a:extLst>
          </p:cNvPr>
          <p:cNvSpPr/>
          <p:nvPr/>
        </p:nvSpPr>
        <p:spPr>
          <a:xfrm>
            <a:off x="4538526" y="3183532"/>
            <a:ext cx="1123141" cy="595539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0DB5885A-2897-CC37-C45D-D42A6BF466EB}"/>
              </a:ext>
            </a:extLst>
          </p:cNvPr>
          <p:cNvSpPr/>
          <p:nvPr/>
        </p:nvSpPr>
        <p:spPr>
          <a:xfrm>
            <a:off x="4723362" y="115725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endParaRPr lang="es-MX" b="1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E8567735-99BE-5952-C7C8-0B3A69B3FAA4}"/>
              </a:ext>
            </a:extLst>
          </p:cNvPr>
          <p:cNvSpPr/>
          <p:nvPr/>
        </p:nvSpPr>
        <p:spPr>
          <a:xfrm>
            <a:off x="4819459" y="2909906"/>
            <a:ext cx="149430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93663" algn="l"/>
              </a:tabLst>
            </a:pPr>
            <a:r>
              <a:rPr lang="es-MX" sz="1200" b="1" dirty="0">
                <a:solidFill>
                  <a:srgbClr val="0070C0"/>
                </a:solidFill>
              </a:rPr>
              <a:t>D-ACC</a:t>
            </a:r>
          </a:p>
        </p:txBody>
      </p:sp>
      <p:sp>
        <p:nvSpPr>
          <p:cNvPr id="28" name="Diagrama de flujo: conector 27">
            <a:extLst>
              <a:ext uri="{FF2B5EF4-FFF2-40B4-BE49-F238E27FC236}">
                <a16:creationId xmlns:a16="http://schemas.microsoft.com/office/drawing/2014/main" id="{553122FC-5C0D-4BA3-4B1A-6633C8E5CBB7}"/>
              </a:ext>
            </a:extLst>
          </p:cNvPr>
          <p:cNvSpPr/>
          <p:nvPr/>
        </p:nvSpPr>
        <p:spPr>
          <a:xfrm>
            <a:off x="3380109" y="1892579"/>
            <a:ext cx="4231759" cy="229124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5247781C-93A8-C707-44F7-0910AEDE369F}"/>
              </a:ext>
            </a:extLst>
          </p:cNvPr>
          <p:cNvSpPr/>
          <p:nvPr/>
        </p:nvSpPr>
        <p:spPr>
          <a:xfrm>
            <a:off x="6635240" y="2772043"/>
            <a:ext cx="90281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CO- NP</a:t>
            </a:r>
            <a:endParaRPr lang="es-MX" sz="1600" b="1" dirty="0"/>
          </a:p>
        </p:txBody>
      </p:sp>
      <p:sp>
        <p:nvSpPr>
          <p:cNvPr id="30" name="Diagrama de flujo: conector 29">
            <a:extLst>
              <a:ext uri="{FF2B5EF4-FFF2-40B4-BE49-F238E27FC236}">
                <a16:creationId xmlns:a16="http://schemas.microsoft.com/office/drawing/2014/main" id="{5CF5F36D-757B-3881-6C2C-58B58C9D70A8}"/>
              </a:ext>
            </a:extLst>
          </p:cNvPr>
          <p:cNvSpPr/>
          <p:nvPr/>
        </p:nvSpPr>
        <p:spPr>
          <a:xfrm>
            <a:off x="4146518" y="2688844"/>
            <a:ext cx="1859834" cy="1194156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01888AC4-5F51-FE6E-A4BD-219138A68FC2}"/>
              </a:ext>
            </a:extLst>
          </p:cNvPr>
          <p:cNvSpPr/>
          <p:nvPr/>
        </p:nvSpPr>
        <p:spPr>
          <a:xfrm>
            <a:off x="4631530" y="2769197"/>
            <a:ext cx="99578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NLOGSPACE</a:t>
            </a:r>
            <a:endParaRPr lang="es-MX" sz="1000" b="1" dirty="0"/>
          </a:p>
        </p:txBody>
      </p:sp>
      <p:sp>
        <p:nvSpPr>
          <p:cNvPr id="35" name="Slide Number Placeholder 2">
            <a:extLst>
              <a:ext uri="{FF2B5EF4-FFF2-40B4-BE49-F238E27FC236}">
                <a16:creationId xmlns:a16="http://schemas.microsoft.com/office/drawing/2014/main" id="{49F54F01-83BC-5D3A-EC4B-842297A4E272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C4AC564A-7B87-775D-2444-82E7E49335B2}"/>
              </a:ext>
            </a:extLst>
          </p:cNvPr>
          <p:cNvSpPr/>
          <p:nvPr/>
        </p:nvSpPr>
        <p:spPr>
          <a:xfrm>
            <a:off x="2667425" y="3245773"/>
            <a:ext cx="7454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93663" algn="l"/>
              </a:tabLst>
            </a:pPr>
            <a:r>
              <a:rPr lang="es-MX" sz="1600" b="1" dirty="0">
                <a:solidFill>
                  <a:srgbClr val="0070C0"/>
                </a:solidFill>
              </a:rPr>
              <a:t>SAT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3F3F9D0C-06A8-629D-BD21-0032D96BDB0C}"/>
              </a:ext>
            </a:extLst>
          </p:cNvPr>
          <p:cNvSpPr/>
          <p:nvPr/>
        </p:nvSpPr>
        <p:spPr>
          <a:xfrm>
            <a:off x="6790288" y="3303481"/>
            <a:ext cx="6237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93663" algn="l"/>
              </a:tabLst>
            </a:pPr>
            <a:r>
              <a:rPr lang="es-AR" sz="16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SAT</a:t>
            </a:r>
            <a:r>
              <a:rPr lang="es-AR" sz="1600" b="1" baseline="30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es-MX" sz="16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CBAC32EE-D165-E5F1-1E57-FFAEBB5CA15B}"/>
              </a:ext>
            </a:extLst>
          </p:cNvPr>
          <p:cNvSpPr/>
          <p:nvPr/>
        </p:nvSpPr>
        <p:spPr>
          <a:xfrm>
            <a:off x="3566260" y="1623213"/>
            <a:ext cx="6310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="1" dirty="0">
                <a:solidFill>
                  <a:srgbClr val="0070C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QSAT</a:t>
            </a:r>
            <a:endParaRPr lang="es-MX" sz="1600" b="1" dirty="0">
              <a:solidFill>
                <a:srgbClr val="0070C0"/>
              </a:solidFill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CE8EABE3-F7F0-F835-DC1E-40A7618368BD}"/>
              </a:ext>
            </a:extLst>
          </p:cNvPr>
          <p:cNvSpPr/>
          <p:nvPr/>
        </p:nvSpPr>
        <p:spPr>
          <a:xfrm>
            <a:off x="249172" y="143605"/>
            <a:ext cx="68637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Problemas completos</a:t>
            </a:r>
          </a:p>
        </p:txBody>
      </p:sp>
      <p:sp>
        <p:nvSpPr>
          <p:cNvPr id="41" name="Diagrama de flujo: conector 40">
            <a:extLst>
              <a:ext uri="{FF2B5EF4-FFF2-40B4-BE49-F238E27FC236}">
                <a16:creationId xmlns:a16="http://schemas.microsoft.com/office/drawing/2014/main" id="{C038A7D2-1579-A3DF-2540-7568D071E96E}"/>
              </a:ext>
            </a:extLst>
          </p:cNvPr>
          <p:cNvSpPr/>
          <p:nvPr/>
        </p:nvSpPr>
        <p:spPr>
          <a:xfrm>
            <a:off x="278568" y="786019"/>
            <a:ext cx="9381995" cy="3755052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A4BD34F8-01BD-8F04-63A1-AED6EB524CCD}"/>
              </a:ext>
            </a:extLst>
          </p:cNvPr>
          <p:cNvSpPr/>
          <p:nvPr/>
        </p:nvSpPr>
        <p:spPr>
          <a:xfrm>
            <a:off x="4364284" y="786066"/>
            <a:ext cx="14243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EXPSPACE</a:t>
            </a:r>
            <a:endParaRPr lang="es-MX" b="1" dirty="0"/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91B9BBFA-7CA1-C5EE-51A0-23E31ADAC2D5}"/>
              </a:ext>
            </a:extLst>
          </p:cNvPr>
          <p:cNvSpPr/>
          <p:nvPr/>
        </p:nvSpPr>
        <p:spPr>
          <a:xfrm>
            <a:off x="5705690" y="1609057"/>
            <a:ext cx="9206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="1" dirty="0">
                <a:solidFill>
                  <a:srgbClr val="0070C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AJEDREZ</a:t>
            </a:r>
            <a:endParaRPr lang="es-MX" sz="1600" b="1" dirty="0">
              <a:solidFill>
                <a:srgbClr val="0070C0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1FB5FE4-AB2B-9B3D-6ABF-6EB82983CE3D}"/>
              </a:ext>
            </a:extLst>
          </p:cNvPr>
          <p:cNvSpPr/>
          <p:nvPr/>
        </p:nvSpPr>
        <p:spPr>
          <a:xfrm>
            <a:off x="9595873" y="1444161"/>
            <a:ext cx="279098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b="1" dirty="0" err="1">
                <a:solidFill>
                  <a:srgbClr val="0070C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EVALUACION</a:t>
            </a:r>
            <a:r>
              <a:rPr lang="es-AR" sz="1600" b="1" dirty="0">
                <a:solidFill>
                  <a:srgbClr val="0070C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DE CIRCUITOS</a:t>
            </a:r>
            <a:endParaRPr lang="es-MX" sz="1600" b="1" dirty="0">
              <a:solidFill>
                <a:srgbClr val="0070C0"/>
              </a:solidFill>
            </a:endParaRP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C1AC4D8C-F3C3-CD4D-CDF6-48923A52AA5E}"/>
              </a:ext>
            </a:extLst>
          </p:cNvPr>
          <p:cNvCxnSpPr>
            <a:cxnSpLocks/>
            <a:endCxn id="2" idx="1"/>
          </p:cNvCxnSpPr>
          <p:nvPr/>
        </p:nvCxnSpPr>
        <p:spPr>
          <a:xfrm flipV="1">
            <a:off x="5401485" y="1613438"/>
            <a:ext cx="4194388" cy="92304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886A9606-FED2-464A-524E-8E55CA452A04}"/>
              </a:ext>
            </a:extLst>
          </p:cNvPr>
          <p:cNvSpPr/>
          <p:nvPr/>
        </p:nvSpPr>
        <p:spPr>
          <a:xfrm>
            <a:off x="11349872" y="3106169"/>
            <a:ext cx="298162" cy="3107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452F250-81D7-1492-6D1C-0ED8909E0316}"/>
              </a:ext>
            </a:extLst>
          </p:cNvPr>
          <p:cNvSpPr/>
          <p:nvPr/>
        </p:nvSpPr>
        <p:spPr>
          <a:xfrm>
            <a:off x="10547290" y="3115325"/>
            <a:ext cx="298162" cy="3107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54DC046-4549-A2A8-0279-89458FE4068C}"/>
              </a:ext>
            </a:extLst>
          </p:cNvPr>
          <p:cNvSpPr/>
          <p:nvPr/>
        </p:nvSpPr>
        <p:spPr>
          <a:xfrm>
            <a:off x="10948581" y="3106170"/>
            <a:ext cx="298162" cy="3107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4A0993D-CF2E-231C-B8FD-C3D8BAE2D38D}"/>
              </a:ext>
            </a:extLst>
          </p:cNvPr>
          <p:cNvSpPr/>
          <p:nvPr/>
        </p:nvSpPr>
        <p:spPr>
          <a:xfrm>
            <a:off x="11538317" y="3574745"/>
            <a:ext cx="298162" cy="3107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205E71A-AC78-9B84-B80A-4E2380622699}"/>
              </a:ext>
            </a:extLst>
          </p:cNvPr>
          <p:cNvSpPr/>
          <p:nvPr/>
        </p:nvSpPr>
        <p:spPr>
          <a:xfrm>
            <a:off x="10145999" y="3113844"/>
            <a:ext cx="298162" cy="3107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C1F2C54-03B2-5A92-3C60-F7D0C63BEBE3}"/>
              </a:ext>
            </a:extLst>
          </p:cNvPr>
          <p:cNvSpPr/>
          <p:nvPr/>
        </p:nvSpPr>
        <p:spPr>
          <a:xfrm>
            <a:off x="9480259" y="3602361"/>
            <a:ext cx="298162" cy="3107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634E842A-4E86-FF40-5A5C-4067ECDB4633}"/>
              </a:ext>
            </a:extLst>
          </p:cNvPr>
          <p:cNvSpPr/>
          <p:nvPr/>
        </p:nvSpPr>
        <p:spPr>
          <a:xfrm>
            <a:off x="9893789" y="3591122"/>
            <a:ext cx="298162" cy="3107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48ACCDF7-1A36-C17A-75F9-E6125A14EB5E}"/>
              </a:ext>
            </a:extLst>
          </p:cNvPr>
          <p:cNvSpPr/>
          <p:nvPr/>
        </p:nvSpPr>
        <p:spPr>
          <a:xfrm>
            <a:off x="10729111" y="3574746"/>
            <a:ext cx="298162" cy="3107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39A6B175-A40A-4F1B-CD8F-FF600D5857BD}"/>
              </a:ext>
            </a:extLst>
          </p:cNvPr>
          <p:cNvSpPr/>
          <p:nvPr/>
        </p:nvSpPr>
        <p:spPr>
          <a:xfrm>
            <a:off x="11133714" y="3580220"/>
            <a:ext cx="298162" cy="3107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3E18DBE2-2FEA-B2EB-7714-1FC88DD792B4}"/>
              </a:ext>
            </a:extLst>
          </p:cNvPr>
          <p:cNvSpPr/>
          <p:nvPr/>
        </p:nvSpPr>
        <p:spPr>
          <a:xfrm>
            <a:off x="10311450" y="3582420"/>
            <a:ext cx="298162" cy="3107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B4121A0D-E930-13F8-E263-B4A4069993C8}"/>
              </a:ext>
            </a:extLst>
          </p:cNvPr>
          <p:cNvSpPr/>
          <p:nvPr/>
        </p:nvSpPr>
        <p:spPr>
          <a:xfrm>
            <a:off x="9744708" y="3122546"/>
            <a:ext cx="298162" cy="3107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01D35118-72A9-4382-F37D-3DE37A3C469C}"/>
              </a:ext>
            </a:extLst>
          </p:cNvPr>
          <p:cNvSpPr/>
          <p:nvPr/>
        </p:nvSpPr>
        <p:spPr>
          <a:xfrm>
            <a:off x="9492308" y="3475540"/>
            <a:ext cx="3080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sz="2000" dirty="0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90AB4E50-320E-45A7-A875-6FEDBCA27204}"/>
              </a:ext>
            </a:extLst>
          </p:cNvPr>
          <p:cNvSpPr/>
          <p:nvPr/>
        </p:nvSpPr>
        <p:spPr>
          <a:xfrm>
            <a:off x="9930132" y="3475540"/>
            <a:ext cx="3080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sz="2000" dirty="0"/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FF3279A3-954C-C5C2-11EE-77ADA32CB80E}"/>
              </a:ext>
            </a:extLst>
          </p:cNvPr>
          <p:cNvSpPr/>
          <p:nvPr/>
        </p:nvSpPr>
        <p:spPr>
          <a:xfrm>
            <a:off x="10763855" y="3458872"/>
            <a:ext cx="3080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sz="2000" dirty="0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5B661779-24DA-F2BA-449E-E1D7CEDF58D3}"/>
              </a:ext>
            </a:extLst>
          </p:cNvPr>
          <p:cNvSpPr/>
          <p:nvPr/>
        </p:nvSpPr>
        <p:spPr>
          <a:xfrm>
            <a:off x="11569754" y="3458872"/>
            <a:ext cx="3080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sz="2000" dirty="0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747737F6-CDB6-FD07-FF61-71B145812B6B}"/>
              </a:ext>
            </a:extLst>
          </p:cNvPr>
          <p:cNvSpPr/>
          <p:nvPr/>
        </p:nvSpPr>
        <p:spPr>
          <a:xfrm>
            <a:off x="10317363" y="3472231"/>
            <a:ext cx="3080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sz="2000" dirty="0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376EE2A2-8D57-EC03-BDA5-585929C27985}"/>
              </a:ext>
            </a:extLst>
          </p:cNvPr>
          <p:cNvSpPr/>
          <p:nvPr/>
        </p:nvSpPr>
        <p:spPr>
          <a:xfrm>
            <a:off x="11144465" y="3459143"/>
            <a:ext cx="3080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sz="2000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8846E92E-60F4-E2FF-A8AF-D557DF07AFEF}"/>
              </a:ext>
            </a:extLst>
          </p:cNvPr>
          <p:cNvSpPr txBox="1"/>
          <p:nvPr/>
        </p:nvSpPr>
        <p:spPr>
          <a:xfrm>
            <a:off x="9745626" y="3086009"/>
            <a:ext cx="3690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8654074C-E880-9B99-582E-94CC2838E792}"/>
              </a:ext>
            </a:extLst>
          </p:cNvPr>
          <p:cNvSpPr txBox="1"/>
          <p:nvPr/>
        </p:nvSpPr>
        <p:spPr>
          <a:xfrm>
            <a:off x="10945807" y="3074484"/>
            <a:ext cx="3690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B5B7D75E-B583-A466-3255-3125E0A465EB}"/>
              </a:ext>
            </a:extLst>
          </p:cNvPr>
          <p:cNvCxnSpPr>
            <a:cxnSpLocks/>
          </p:cNvCxnSpPr>
          <p:nvPr/>
        </p:nvCxnSpPr>
        <p:spPr>
          <a:xfrm>
            <a:off x="9948798" y="3439051"/>
            <a:ext cx="114441" cy="1520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12B88271-2A42-7D30-B068-DAB1FCB38B39}"/>
              </a:ext>
            </a:extLst>
          </p:cNvPr>
          <p:cNvCxnSpPr>
            <a:cxnSpLocks/>
            <a:stCxn id="44" idx="2"/>
          </p:cNvCxnSpPr>
          <p:nvPr/>
        </p:nvCxnSpPr>
        <p:spPr>
          <a:xfrm flipH="1">
            <a:off x="9615899" y="3433265"/>
            <a:ext cx="277890" cy="1768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uadroTexto 58">
            <a:extLst>
              <a:ext uri="{FF2B5EF4-FFF2-40B4-BE49-F238E27FC236}">
                <a16:creationId xmlns:a16="http://schemas.microsoft.com/office/drawing/2014/main" id="{296BBFCC-4B6D-1243-23BF-593F15AB9355}"/>
              </a:ext>
            </a:extLst>
          </p:cNvPr>
          <p:cNvSpPr txBox="1"/>
          <p:nvPr/>
        </p:nvSpPr>
        <p:spPr>
          <a:xfrm>
            <a:off x="10148157" y="3099926"/>
            <a:ext cx="3080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¬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512C0A6A-025F-488A-9279-C2EAA9CC78C5}"/>
              </a:ext>
            </a:extLst>
          </p:cNvPr>
          <p:cNvCxnSpPr>
            <a:cxnSpLocks/>
          </p:cNvCxnSpPr>
          <p:nvPr/>
        </p:nvCxnSpPr>
        <p:spPr>
          <a:xfrm>
            <a:off x="10332494" y="3431353"/>
            <a:ext cx="114441" cy="1520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uadroTexto 60">
            <a:extLst>
              <a:ext uri="{FF2B5EF4-FFF2-40B4-BE49-F238E27FC236}">
                <a16:creationId xmlns:a16="http://schemas.microsoft.com/office/drawing/2014/main" id="{419FAFFB-1DD4-D581-B018-52F6DD860992}"/>
              </a:ext>
            </a:extLst>
          </p:cNvPr>
          <p:cNvSpPr txBox="1"/>
          <p:nvPr/>
        </p:nvSpPr>
        <p:spPr>
          <a:xfrm>
            <a:off x="10529079" y="3074484"/>
            <a:ext cx="2981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854DA962-C50F-AE43-315C-148F4680D5D2}"/>
              </a:ext>
            </a:extLst>
          </p:cNvPr>
          <p:cNvSpPr txBox="1"/>
          <p:nvPr/>
        </p:nvSpPr>
        <p:spPr>
          <a:xfrm>
            <a:off x="11355636" y="3111407"/>
            <a:ext cx="3080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¬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ACDA71E5-359F-B0E3-C50F-7121AA050E34}"/>
              </a:ext>
            </a:extLst>
          </p:cNvPr>
          <p:cNvCxnSpPr>
            <a:cxnSpLocks/>
            <a:endCxn id="43" idx="0"/>
          </p:cNvCxnSpPr>
          <p:nvPr/>
        </p:nvCxnSpPr>
        <p:spPr>
          <a:xfrm flipH="1">
            <a:off x="10460531" y="3424563"/>
            <a:ext cx="257400" cy="1578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54F502C8-C364-D739-4335-EF3DE7F8D00E}"/>
              </a:ext>
            </a:extLst>
          </p:cNvPr>
          <p:cNvCxnSpPr>
            <a:cxnSpLocks/>
          </p:cNvCxnSpPr>
          <p:nvPr/>
        </p:nvCxnSpPr>
        <p:spPr>
          <a:xfrm>
            <a:off x="10753399" y="3415665"/>
            <a:ext cx="114441" cy="1520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D5BAC005-0BE4-C23A-49C3-DE301A68E826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11097662" y="3416889"/>
            <a:ext cx="135267" cy="1630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A68B3793-BCDA-96A1-399C-9B0A6EC436F1}"/>
              </a:ext>
            </a:extLst>
          </p:cNvPr>
          <p:cNvCxnSpPr>
            <a:cxnSpLocks/>
            <a:stCxn id="11" idx="0"/>
            <a:endCxn id="53" idx="2"/>
          </p:cNvCxnSpPr>
          <p:nvPr/>
        </p:nvCxnSpPr>
        <p:spPr>
          <a:xfrm flipH="1" flipV="1">
            <a:off x="11130313" y="3413038"/>
            <a:ext cx="557085" cy="1617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94A3158C-A7CD-E1F4-3757-74C126E117D7}"/>
              </a:ext>
            </a:extLst>
          </p:cNvPr>
          <p:cNvCxnSpPr>
            <a:cxnSpLocks/>
          </p:cNvCxnSpPr>
          <p:nvPr/>
        </p:nvCxnSpPr>
        <p:spPr>
          <a:xfrm>
            <a:off x="11489138" y="3409792"/>
            <a:ext cx="224530" cy="1772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ángulo 67">
            <a:extLst>
              <a:ext uri="{FF2B5EF4-FFF2-40B4-BE49-F238E27FC236}">
                <a16:creationId xmlns:a16="http://schemas.microsoft.com/office/drawing/2014/main" id="{7A51DFF8-96A9-7909-BBCD-43DA35A6B4EC}"/>
              </a:ext>
            </a:extLst>
          </p:cNvPr>
          <p:cNvSpPr/>
          <p:nvPr/>
        </p:nvSpPr>
        <p:spPr>
          <a:xfrm>
            <a:off x="9965557" y="2701723"/>
            <a:ext cx="298162" cy="3107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86D54BAF-7463-E6AB-DE74-C7303A1496CC}"/>
              </a:ext>
            </a:extLst>
          </p:cNvPr>
          <p:cNvSpPr/>
          <p:nvPr/>
        </p:nvSpPr>
        <p:spPr>
          <a:xfrm>
            <a:off x="10547290" y="2717578"/>
            <a:ext cx="298162" cy="3107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C2E47BA1-D1B9-811E-6EE4-F754B97D2B40}"/>
              </a:ext>
            </a:extLst>
          </p:cNvPr>
          <p:cNvSpPr/>
          <p:nvPr/>
        </p:nvSpPr>
        <p:spPr>
          <a:xfrm>
            <a:off x="11144465" y="2710384"/>
            <a:ext cx="298162" cy="3107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F9696CC8-B1D7-0E46-4FD7-D9F5612BCA6C}"/>
              </a:ext>
            </a:extLst>
          </p:cNvPr>
          <p:cNvSpPr/>
          <p:nvPr/>
        </p:nvSpPr>
        <p:spPr>
          <a:xfrm>
            <a:off x="10249128" y="2290026"/>
            <a:ext cx="298162" cy="3107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465FF316-EC1A-4CAB-3726-A0BBBEA1E5A9}"/>
              </a:ext>
            </a:extLst>
          </p:cNvPr>
          <p:cNvSpPr/>
          <p:nvPr/>
        </p:nvSpPr>
        <p:spPr>
          <a:xfrm>
            <a:off x="11144465" y="2288000"/>
            <a:ext cx="298162" cy="3107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7752F9A7-7360-70D6-84D9-6CA96253DBB9}"/>
              </a:ext>
            </a:extLst>
          </p:cNvPr>
          <p:cNvSpPr/>
          <p:nvPr/>
        </p:nvSpPr>
        <p:spPr>
          <a:xfrm>
            <a:off x="10674760" y="1873229"/>
            <a:ext cx="298162" cy="3107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EBE89285-B9B3-13FA-3408-FAF0EC0F1414}"/>
              </a:ext>
            </a:extLst>
          </p:cNvPr>
          <p:cNvCxnSpPr>
            <a:cxnSpLocks/>
            <a:stCxn id="68" idx="2"/>
          </p:cNvCxnSpPr>
          <p:nvPr/>
        </p:nvCxnSpPr>
        <p:spPr>
          <a:xfrm flipH="1">
            <a:off x="9872498" y="3012442"/>
            <a:ext cx="242140" cy="1044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956838BE-AE68-A9DF-459F-F861417B8317}"/>
              </a:ext>
            </a:extLst>
          </p:cNvPr>
          <p:cNvCxnSpPr>
            <a:cxnSpLocks/>
            <a:stCxn id="71" idx="2"/>
          </p:cNvCxnSpPr>
          <p:nvPr/>
        </p:nvCxnSpPr>
        <p:spPr>
          <a:xfrm flipH="1">
            <a:off x="10120429" y="2600745"/>
            <a:ext cx="277780" cy="1063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EAD97C91-B54B-907E-14BE-E09245E3B6F2}"/>
              </a:ext>
            </a:extLst>
          </p:cNvPr>
          <p:cNvCxnSpPr>
            <a:cxnSpLocks/>
            <a:stCxn id="73" idx="2"/>
          </p:cNvCxnSpPr>
          <p:nvPr/>
        </p:nvCxnSpPr>
        <p:spPr>
          <a:xfrm flipH="1">
            <a:off x="10400379" y="2183948"/>
            <a:ext cx="423462" cy="1069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7DF6887C-82C0-8982-5392-93E2D24F6CD4}"/>
              </a:ext>
            </a:extLst>
          </p:cNvPr>
          <p:cNvCxnSpPr>
            <a:cxnSpLocks/>
            <a:endCxn id="59" idx="0"/>
          </p:cNvCxnSpPr>
          <p:nvPr/>
        </p:nvCxnSpPr>
        <p:spPr>
          <a:xfrm>
            <a:off x="10141109" y="3018868"/>
            <a:ext cx="161097" cy="810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9DB46889-4D7F-52AF-B7C2-2AA53927E98C}"/>
              </a:ext>
            </a:extLst>
          </p:cNvPr>
          <p:cNvCxnSpPr>
            <a:cxnSpLocks/>
          </p:cNvCxnSpPr>
          <p:nvPr/>
        </p:nvCxnSpPr>
        <p:spPr>
          <a:xfrm>
            <a:off x="11295212" y="3026498"/>
            <a:ext cx="161097" cy="810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520E4A83-6B2C-69E9-A73C-68DF56D2A2FD}"/>
              </a:ext>
            </a:extLst>
          </p:cNvPr>
          <p:cNvCxnSpPr>
            <a:cxnSpLocks/>
            <a:stCxn id="70" idx="2"/>
          </p:cNvCxnSpPr>
          <p:nvPr/>
        </p:nvCxnSpPr>
        <p:spPr>
          <a:xfrm flipH="1">
            <a:off x="11034862" y="3021103"/>
            <a:ext cx="258684" cy="756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79">
            <a:extLst>
              <a:ext uri="{FF2B5EF4-FFF2-40B4-BE49-F238E27FC236}">
                <a16:creationId xmlns:a16="http://schemas.microsoft.com/office/drawing/2014/main" id="{F28E4183-E89C-10D9-7365-75B603B744B8}"/>
              </a:ext>
            </a:extLst>
          </p:cNvPr>
          <p:cNvCxnSpPr>
            <a:cxnSpLocks/>
            <a:endCxn id="69" idx="0"/>
          </p:cNvCxnSpPr>
          <p:nvPr/>
        </p:nvCxnSpPr>
        <p:spPr>
          <a:xfrm>
            <a:off x="10456255" y="2603823"/>
            <a:ext cx="240116" cy="113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cto 80">
            <a:extLst>
              <a:ext uri="{FF2B5EF4-FFF2-40B4-BE49-F238E27FC236}">
                <a16:creationId xmlns:a16="http://schemas.microsoft.com/office/drawing/2014/main" id="{7769BBF3-9DC4-1F3C-A3AF-5F2816898D6F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10861529" y="2186215"/>
            <a:ext cx="432017" cy="1017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0B5678FF-2E00-5C4E-1405-12440A7B642E}"/>
              </a:ext>
            </a:extLst>
          </p:cNvPr>
          <p:cNvCxnSpPr>
            <a:cxnSpLocks/>
            <a:stCxn id="72" idx="2"/>
          </p:cNvCxnSpPr>
          <p:nvPr/>
        </p:nvCxnSpPr>
        <p:spPr>
          <a:xfrm flipH="1">
            <a:off x="11291908" y="2598719"/>
            <a:ext cx="1638" cy="1116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6082CB34-3490-89DD-BF14-B39F8759BDF0}"/>
              </a:ext>
            </a:extLst>
          </p:cNvPr>
          <p:cNvCxnSpPr>
            <a:cxnSpLocks/>
            <a:stCxn id="69" idx="2"/>
          </p:cNvCxnSpPr>
          <p:nvPr/>
        </p:nvCxnSpPr>
        <p:spPr>
          <a:xfrm flipH="1">
            <a:off x="10694205" y="3028297"/>
            <a:ext cx="2166" cy="905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CuadroTexto 83">
            <a:extLst>
              <a:ext uri="{FF2B5EF4-FFF2-40B4-BE49-F238E27FC236}">
                <a16:creationId xmlns:a16="http://schemas.microsoft.com/office/drawing/2014/main" id="{F422DD56-FA5E-E388-B584-EEB871A7E298}"/>
              </a:ext>
            </a:extLst>
          </p:cNvPr>
          <p:cNvSpPr txBox="1"/>
          <p:nvPr/>
        </p:nvSpPr>
        <p:spPr>
          <a:xfrm>
            <a:off x="9954231" y="2682053"/>
            <a:ext cx="3690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31A31A7F-5A0E-B7F3-4D10-36C86741F03E}"/>
              </a:ext>
            </a:extLst>
          </p:cNvPr>
          <p:cNvSpPr txBox="1"/>
          <p:nvPr/>
        </p:nvSpPr>
        <p:spPr>
          <a:xfrm>
            <a:off x="11150886" y="2666706"/>
            <a:ext cx="3690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52709A9D-587C-4C6E-FF41-28FD74351050}"/>
              </a:ext>
            </a:extLst>
          </p:cNvPr>
          <p:cNvSpPr txBox="1"/>
          <p:nvPr/>
        </p:nvSpPr>
        <p:spPr>
          <a:xfrm>
            <a:off x="10526253" y="2707785"/>
            <a:ext cx="3080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¬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0B958F70-BA82-B842-F557-A1D9FB7CE165}"/>
              </a:ext>
            </a:extLst>
          </p:cNvPr>
          <p:cNvSpPr txBox="1"/>
          <p:nvPr/>
        </p:nvSpPr>
        <p:spPr>
          <a:xfrm>
            <a:off x="10240633" y="2239110"/>
            <a:ext cx="2981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D219802C-322F-6588-B468-F78BC98B167A}"/>
              </a:ext>
            </a:extLst>
          </p:cNvPr>
          <p:cNvSpPr txBox="1"/>
          <p:nvPr/>
        </p:nvSpPr>
        <p:spPr>
          <a:xfrm>
            <a:off x="10661538" y="1826577"/>
            <a:ext cx="2981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3D7349C3-252C-B0C8-CF1D-7FAE80119D93}"/>
              </a:ext>
            </a:extLst>
          </p:cNvPr>
          <p:cNvSpPr txBox="1"/>
          <p:nvPr/>
        </p:nvSpPr>
        <p:spPr>
          <a:xfrm>
            <a:off x="11130313" y="2301462"/>
            <a:ext cx="3080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¬</a:t>
            </a:r>
            <a:endParaRPr lang="es-A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Rectángulo 89">
            <a:extLst>
              <a:ext uri="{FF2B5EF4-FFF2-40B4-BE49-F238E27FC236}">
                <a16:creationId xmlns:a16="http://schemas.microsoft.com/office/drawing/2014/main" id="{1612AD74-BB8F-4B7D-D570-9A9BAAEA3A16}"/>
              </a:ext>
            </a:extLst>
          </p:cNvPr>
          <p:cNvSpPr/>
          <p:nvPr/>
        </p:nvSpPr>
        <p:spPr>
          <a:xfrm>
            <a:off x="9721786" y="3930821"/>
            <a:ext cx="23855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¿El resultado es verdadero?</a:t>
            </a:r>
            <a:endParaRPr lang="es-MX" sz="1200" dirty="0"/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3A5EDFF7-B08E-9029-C4CB-0F5FC709F92E}"/>
              </a:ext>
            </a:extLst>
          </p:cNvPr>
          <p:cNvSpPr txBox="1"/>
          <p:nvPr/>
        </p:nvSpPr>
        <p:spPr>
          <a:xfrm>
            <a:off x="850114" y="5944809"/>
            <a:ext cx="10966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L es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NLOGSPACE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-completo y L está en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LOGSPACE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entonces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LOGSPACE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NLOGSPACE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6A1C4BCE-3B33-07AC-21C3-3F26845C0A17}"/>
              </a:ext>
            </a:extLst>
          </p:cNvPr>
          <p:cNvSpPr txBox="1"/>
          <p:nvPr/>
        </p:nvSpPr>
        <p:spPr>
          <a:xfrm>
            <a:off x="850114" y="5547961"/>
            <a:ext cx="10966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L es P-completo y L está en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LOGSPACE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entonces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LOGSPACE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P. </a:t>
            </a:r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4856DCB0-75BE-80F8-8939-7BDAA5733CA6}"/>
              </a:ext>
            </a:extLst>
          </p:cNvPr>
          <p:cNvSpPr txBox="1"/>
          <p:nvPr/>
        </p:nvSpPr>
        <p:spPr>
          <a:xfrm>
            <a:off x="837818" y="4786685"/>
            <a:ext cx="10966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L es NP-completo y L está en P, entonces P = NP. </a:t>
            </a:r>
          </a:p>
        </p:txBody>
      </p:sp>
      <p:sp>
        <p:nvSpPr>
          <p:cNvPr id="99" name="CuadroTexto 98">
            <a:extLst>
              <a:ext uri="{FF2B5EF4-FFF2-40B4-BE49-F238E27FC236}">
                <a16:creationId xmlns:a16="http://schemas.microsoft.com/office/drawing/2014/main" id="{4DFA71D0-767A-D9DE-0C6E-43AA5B63A1BF}"/>
              </a:ext>
            </a:extLst>
          </p:cNvPr>
          <p:cNvSpPr txBox="1"/>
          <p:nvPr/>
        </p:nvSpPr>
        <p:spPr>
          <a:xfrm>
            <a:off x="850114" y="5167308"/>
            <a:ext cx="10966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L es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PSPACE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-completo y L está en P, entonces P =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PSPACE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7929E304-CCD6-B09E-0CE1-D43ECD2486BA}"/>
              </a:ext>
            </a:extLst>
          </p:cNvPr>
          <p:cNvSpPr txBox="1"/>
          <p:nvPr/>
        </p:nvSpPr>
        <p:spPr>
          <a:xfrm>
            <a:off x="869663" y="6305459"/>
            <a:ext cx="10966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50645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95" grpId="0"/>
      <p:bldP spid="96" grpId="0"/>
      <p:bldP spid="98" grpId="0"/>
      <p:bldP spid="99" grpId="0"/>
      <p:bldP spid="10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69EF2-E59A-5B99-D213-82D46EBBF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60BD4720-1073-7BBB-156B-2385544DCEAF}"/>
              </a:ext>
            </a:extLst>
          </p:cNvPr>
          <p:cNvSpPr/>
          <p:nvPr/>
        </p:nvSpPr>
        <p:spPr>
          <a:xfrm>
            <a:off x="181856" y="115129"/>
            <a:ext cx="1194212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b="1" dirty="0">
                <a:latin typeface="Arial" panose="020B0604020202020204" pitchFamily="34" charset="0"/>
                <a:cs typeface="Arial" panose="020B0604020202020204" pitchFamily="34" charset="0"/>
              </a:rPr>
              <a:t>La clase </a:t>
            </a:r>
            <a:r>
              <a:rPr lang="es-A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NPSPACE</a:t>
            </a:r>
            <a:r>
              <a:rPr lang="es-AR" sz="2400" b="1" dirty="0">
                <a:latin typeface="Arial" panose="020B0604020202020204" pitchFamily="34" charset="0"/>
                <a:cs typeface="Arial" panose="020B0604020202020204" pitchFamily="34" charset="0"/>
              </a:rPr>
              <a:t> (jerarquía espacio-temporal versión 3)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BF59A7A-B983-A125-3055-E9A2255CB493}"/>
              </a:ext>
            </a:extLst>
          </p:cNvPr>
          <p:cNvSpPr/>
          <p:nvPr/>
        </p:nvSpPr>
        <p:spPr>
          <a:xfrm>
            <a:off x="346276" y="838512"/>
            <a:ext cx="11942126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A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3D648F3-370C-5D23-199E-0029564045E8}"/>
              </a:ext>
            </a:extLst>
          </p:cNvPr>
          <p:cNvSpPr/>
          <p:nvPr/>
        </p:nvSpPr>
        <p:spPr>
          <a:xfrm>
            <a:off x="-581377" y="2380200"/>
            <a:ext cx="1194212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56F29F6-EDE2-398D-23CB-BDE854F8DAAC}"/>
              </a:ext>
            </a:extLst>
          </p:cNvPr>
          <p:cNvSpPr/>
          <p:nvPr/>
        </p:nvSpPr>
        <p:spPr>
          <a:xfrm>
            <a:off x="5878474" y="3686434"/>
            <a:ext cx="90281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LOGSPACE</a:t>
            </a:r>
            <a:endParaRPr lang="es-MX" sz="1000" b="1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7E33964-9611-2C2A-91F2-8A6F537F9C0C}"/>
              </a:ext>
            </a:extLst>
          </p:cNvPr>
          <p:cNvSpPr/>
          <p:nvPr/>
        </p:nvSpPr>
        <p:spPr>
          <a:xfrm>
            <a:off x="6115851" y="2690406"/>
            <a:ext cx="3209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es-MX" sz="1600" b="1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7F42AF6-6F8C-1F69-59C7-A80ECDEA29F5}"/>
              </a:ext>
            </a:extLst>
          </p:cNvPr>
          <p:cNvSpPr/>
          <p:nvPr/>
        </p:nvSpPr>
        <p:spPr>
          <a:xfrm>
            <a:off x="3873511" y="3124545"/>
            <a:ext cx="46839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NP</a:t>
            </a:r>
            <a:endParaRPr lang="es-MX" sz="1600" b="1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9592FA7-E916-8BD1-43D3-5968BFD68A98}"/>
              </a:ext>
            </a:extLst>
          </p:cNvPr>
          <p:cNvSpPr/>
          <p:nvPr/>
        </p:nvSpPr>
        <p:spPr>
          <a:xfrm>
            <a:off x="5037319" y="1807807"/>
            <a:ext cx="2477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PSPACE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NPSPACE</a:t>
            </a:r>
            <a:endParaRPr lang="es-MX" b="1" dirty="0"/>
          </a:p>
        </p:txBody>
      </p: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9A71AA14-F6DF-8296-0D30-AD0E944763B9}"/>
              </a:ext>
            </a:extLst>
          </p:cNvPr>
          <p:cNvSpPr/>
          <p:nvPr/>
        </p:nvSpPr>
        <p:spPr>
          <a:xfrm>
            <a:off x="2206936" y="1202044"/>
            <a:ext cx="7889358" cy="3568203"/>
          </a:xfrm>
          <a:prstGeom prst="flowChartConnector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Diagrama de flujo: conector 21">
            <a:extLst>
              <a:ext uri="{FF2B5EF4-FFF2-40B4-BE49-F238E27FC236}">
                <a16:creationId xmlns:a16="http://schemas.microsoft.com/office/drawing/2014/main" id="{ACAB93E6-74D1-CC45-3FD0-0655EB3D850F}"/>
              </a:ext>
            </a:extLst>
          </p:cNvPr>
          <p:cNvSpPr/>
          <p:nvPr/>
        </p:nvSpPr>
        <p:spPr>
          <a:xfrm>
            <a:off x="3036275" y="1696315"/>
            <a:ext cx="6326372" cy="2966153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Diagrama de flujo: conector 22">
            <a:extLst>
              <a:ext uri="{FF2B5EF4-FFF2-40B4-BE49-F238E27FC236}">
                <a16:creationId xmlns:a16="http://schemas.microsoft.com/office/drawing/2014/main" id="{36A8ECC6-F68F-44C5-662D-4A5808109FAE}"/>
              </a:ext>
            </a:extLst>
          </p:cNvPr>
          <p:cNvSpPr/>
          <p:nvPr/>
        </p:nvSpPr>
        <p:spPr>
          <a:xfrm>
            <a:off x="3554709" y="2218434"/>
            <a:ext cx="4310315" cy="229124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Diagrama de flujo: conector 23">
            <a:extLst>
              <a:ext uri="{FF2B5EF4-FFF2-40B4-BE49-F238E27FC236}">
                <a16:creationId xmlns:a16="http://schemas.microsoft.com/office/drawing/2014/main" id="{0442BCEA-714F-1D02-F6E3-FE3EC8EFC0A3}"/>
              </a:ext>
            </a:extLst>
          </p:cNvPr>
          <p:cNvSpPr/>
          <p:nvPr/>
        </p:nvSpPr>
        <p:spPr>
          <a:xfrm>
            <a:off x="5111548" y="2618066"/>
            <a:ext cx="2329528" cy="1694982"/>
          </a:xfrm>
          <a:prstGeom prst="flowChartConnector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Diagrama de flujo: conector 24">
            <a:extLst>
              <a:ext uri="{FF2B5EF4-FFF2-40B4-BE49-F238E27FC236}">
                <a16:creationId xmlns:a16="http://schemas.microsoft.com/office/drawing/2014/main" id="{B89AB1B5-37F4-E5D8-791B-608754F358C1}"/>
              </a:ext>
            </a:extLst>
          </p:cNvPr>
          <p:cNvSpPr/>
          <p:nvPr/>
        </p:nvSpPr>
        <p:spPr>
          <a:xfrm>
            <a:off x="5768310" y="3505256"/>
            <a:ext cx="1123141" cy="595539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50DBEEC0-B521-A5B4-39EE-9E324ADB57AC}"/>
              </a:ext>
            </a:extLst>
          </p:cNvPr>
          <p:cNvSpPr/>
          <p:nvPr/>
        </p:nvSpPr>
        <p:spPr>
          <a:xfrm>
            <a:off x="5735559" y="1254910"/>
            <a:ext cx="6992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  <a:endParaRPr lang="es-MX" sz="2000" b="1" dirty="0"/>
          </a:p>
        </p:txBody>
      </p:sp>
      <p:sp>
        <p:nvSpPr>
          <p:cNvPr id="28" name="Diagrama de flujo: conector 27">
            <a:extLst>
              <a:ext uri="{FF2B5EF4-FFF2-40B4-BE49-F238E27FC236}">
                <a16:creationId xmlns:a16="http://schemas.microsoft.com/office/drawing/2014/main" id="{D5B4D1F3-500B-A3F2-CEC2-535CACBEC4D7}"/>
              </a:ext>
            </a:extLst>
          </p:cNvPr>
          <p:cNvSpPr/>
          <p:nvPr/>
        </p:nvSpPr>
        <p:spPr>
          <a:xfrm>
            <a:off x="4609893" y="2214303"/>
            <a:ext cx="4231759" cy="229124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5DC8DE75-C3B3-5550-85BF-8A47397974D0}"/>
              </a:ext>
            </a:extLst>
          </p:cNvPr>
          <p:cNvSpPr/>
          <p:nvPr/>
        </p:nvSpPr>
        <p:spPr>
          <a:xfrm>
            <a:off x="7865024" y="3093767"/>
            <a:ext cx="90281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CO- NP</a:t>
            </a:r>
            <a:endParaRPr lang="es-MX" sz="1600" b="1" dirty="0"/>
          </a:p>
        </p:txBody>
      </p:sp>
      <p:sp>
        <p:nvSpPr>
          <p:cNvPr id="30" name="Diagrama de flujo: conector 29">
            <a:extLst>
              <a:ext uri="{FF2B5EF4-FFF2-40B4-BE49-F238E27FC236}">
                <a16:creationId xmlns:a16="http://schemas.microsoft.com/office/drawing/2014/main" id="{0B38EFE7-AA04-95CA-18B4-85458001FC65}"/>
              </a:ext>
            </a:extLst>
          </p:cNvPr>
          <p:cNvSpPr/>
          <p:nvPr/>
        </p:nvSpPr>
        <p:spPr>
          <a:xfrm>
            <a:off x="5376302" y="3010568"/>
            <a:ext cx="1859834" cy="1194156"/>
          </a:xfrm>
          <a:prstGeom prst="flowChartConnector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7A8DA4AC-F3D1-B3EE-D048-4FA4606FCAA7}"/>
              </a:ext>
            </a:extLst>
          </p:cNvPr>
          <p:cNvSpPr/>
          <p:nvPr/>
        </p:nvSpPr>
        <p:spPr>
          <a:xfrm>
            <a:off x="5831986" y="3184707"/>
            <a:ext cx="99578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000" b="1" dirty="0">
                <a:latin typeface="Arial" panose="020B0604020202020204" pitchFamily="34" charset="0"/>
                <a:cs typeface="Arial" panose="020B0604020202020204" pitchFamily="34" charset="0"/>
              </a:rPr>
              <a:t>NLOGSPACE</a:t>
            </a:r>
            <a:endParaRPr lang="es-MX" sz="1000" b="1" dirty="0"/>
          </a:p>
        </p:txBody>
      </p:sp>
      <p:sp>
        <p:nvSpPr>
          <p:cNvPr id="35" name="Slide Number Placeholder 2">
            <a:extLst>
              <a:ext uri="{FF2B5EF4-FFF2-40B4-BE49-F238E27FC236}">
                <a16:creationId xmlns:a16="http://schemas.microsoft.com/office/drawing/2014/main" id="{916ED561-354D-5431-C169-F54950B14E26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Diagrama de flujo: conector 1">
            <a:extLst>
              <a:ext uri="{FF2B5EF4-FFF2-40B4-BE49-F238E27FC236}">
                <a16:creationId xmlns:a16="http://schemas.microsoft.com/office/drawing/2014/main" id="{6EA48AD9-857E-C512-8DE7-6ED4057575CF}"/>
              </a:ext>
            </a:extLst>
          </p:cNvPr>
          <p:cNvSpPr/>
          <p:nvPr/>
        </p:nvSpPr>
        <p:spPr>
          <a:xfrm>
            <a:off x="1405002" y="753715"/>
            <a:ext cx="9381995" cy="4193184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9458825-1796-7C81-24FC-7A88181F6026}"/>
              </a:ext>
            </a:extLst>
          </p:cNvPr>
          <p:cNvSpPr/>
          <p:nvPr/>
        </p:nvSpPr>
        <p:spPr>
          <a:xfrm>
            <a:off x="5403700" y="817562"/>
            <a:ext cx="14243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EXPSPACE</a:t>
            </a:r>
            <a:endParaRPr lang="es-MX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3C28CAE-ADE6-7781-6DD6-56B1287ABE0D}"/>
              </a:ext>
            </a:extLst>
          </p:cNvPr>
          <p:cNvSpPr txBox="1"/>
          <p:nvPr/>
        </p:nvSpPr>
        <p:spPr>
          <a:xfrm>
            <a:off x="285414" y="5221324"/>
            <a:ext cx="904766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Un lenguaje L pertenece a </a:t>
            </a:r>
            <a:r>
              <a:rPr lang="es-AR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NPSPACE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existe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una MT M que lo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verifica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en espacio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O(</a:t>
            </a:r>
            <a:r>
              <a:rPr lang="es-AR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(n)),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con la ayuda de un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certificado x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que se usa de una manera apropiada.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Se cumple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PSPACE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NPSPACE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o sea que en espacio polinomial,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decidir y verificar tienen el mismo costo computacional.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A78FF2F-91B9-97EC-B79C-56B0D87CC594}"/>
              </a:ext>
            </a:extLst>
          </p:cNvPr>
          <p:cNvSpPr/>
          <p:nvPr/>
        </p:nvSpPr>
        <p:spPr>
          <a:xfrm>
            <a:off x="11360749" y="6019488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4F66FD5-9975-34B8-865C-558630B71B5B}"/>
              </a:ext>
            </a:extLst>
          </p:cNvPr>
          <p:cNvSpPr/>
          <p:nvPr/>
        </p:nvSpPr>
        <p:spPr>
          <a:xfrm>
            <a:off x="11397698" y="5291337"/>
            <a:ext cx="36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D80CA4C-FDBC-2042-F016-A9B7BA805298}"/>
              </a:ext>
            </a:extLst>
          </p:cNvPr>
          <p:cNvSpPr/>
          <p:nvPr/>
        </p:nvSpPr>
        <p:spPr>
          <a:xfrm>
            <a:off x="10172444" y="5416639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1ED6AEA9-7CE0-4A2B-CEDA-23DDC258D67F}"/>
              </a:ext>
            </a:extLst>
          </p:cNvPr>
          <p:cNvCxnSpPr>
            <a:cxnSpLocks/>
          </p:cNvCxnSpPr>
          <p:nvPr/>
        </p:nvCxnSpPr>
        <p:spPr>
          <a:xfrm>
            <a:off x="9589847" y="5880636"/>
            <a:ext cx="60971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41507335-0FE5-52C9-ED8F-5003A03C6EC1}"/>
              </a:ext>
            </a:extLst>
          </p:cNvPr>
          <p:cNvCxnSpPr>
            <a:cxnSpLocks/>
          </p:cNvCxnSpPr>
          <p:nvPr/>
        </p:nvCxnSpPr>
        <p:spPr>
          <a:xfrm>
            <a:off x="11086844" y="5904699"/>
            <a:ext cx="494478" cy="1937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BFCE3FD1-E3D0-C858-9D86-93E8FB0736E0}"/>
              </a:ext>
            </a:extLst>
          </p:cNvPr>
          <p:cNvCxnSpPr>
            <a:cxnSpLocks/>
          </p:cNvCxnSpPr>
          <p:nvPr/>
        </p:nvCxnSpPr>
        <p:spPr>
          <a:xfrm flipV="1">
            <a:off x="11089753" y="5593045"/>
            <a:ext cx="491569" cy="3077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ítulo 1">
            <a:extLst>
              <a:ext uri="{FF2B5EF4-FFF2-40B4-BE49-F238E27FC236}">
                <a16:creationId xmlns:a16="http://schemas.microsoft.com/office/drawing/2014/main" id="{57E8D896-334A-6D76-5E47-F02413C1808C}"/>
              </a:ext>
            </a:extLst>
          </p:cNvPr>
          <p:cNvSpPr txBox="1">
            <a:spLocks/>
          </p:cNvSpPr>
          <p:nvPr/>
        </p:nvSpPr>
        <p:spPr>
          <a:xfrm>
            <a:off x="10439032" y="5676061"/>
            <a:ext cx="567762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8AADD18-C7F3-ABF1-60B3-9782F108A3AF}"/>
              </a:ext>
            </a:extLst>
          </p:cNvPr>
          <p:cNvSpPr txBox="1"/>
          <p:nvPr/>
        </p:nvSpPr>
        <p:spPr>
          <a:xfrm>
            <a:off x="9722329" y="5591908"/>
            <a:ext cx="934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AR" sz="1600" dirty="0"/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5BB550DF-EB0B-E86A-3914-A532DB36FB71}"/>
              </a:ext>
            </a:extLst>
          </p:cNvPr>
          <p:cNvCxnSpPr>
            <a:cxnSpLocks/>
          </p:cNvCxnSpPr>
          <p:nvPr/>
        </p:nvCxnSpPr>
        <p:spPr>
          <a:xfrm flipH="1">
            <a:off x="10619328" y="5044170"/>
            <a:ext cx="456" cy="37881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B194B931-D05D-9B91-2F5E-4F142D04BEF0}"/>
              </a:ext>
            </a:extLst>
          </p:cNvPr>
          <p:cNvSpPr txBox="1"/>
          <p:nvPr/>
        </p:nvSpPr>
        <p:spPr>
          <a:xfrm>
            <a:off x="10572927" y="5034533"/>
            <a:ext cx="934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558087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92C1CC-83A6-9B5A-0D25-9DB6F7D25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ítulo 1">
            <a:extLst>
              <a:ext uri="{FF2B5EF4-FFF2-40B4-BE49-F238E27FC236}">
                <a16:creationId xmlns:a16="http://schemas.microsoft.com/office/drawing/2014/main" id="{CB43F837-3264-6475-A02F-0033502A5B0D}"/>
              </a:ext>
            </a:extLst>
          </p:cNvPr>
          <p:cNvSpPr txBox="1">
            <a:spLocks/>
          </p:cNvSpPr>
          <p:nvPr/>
        </p:nvSpPr>
        <p:spPr>
          <a:xfrm>
            <a:off x="-110836" y="2510734"/>
            <a:ext cx="12302836" cy="650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Anexo</a:t>
            </a:r>
          </a:p>
        </p:txBody>
      </p:sp>
    </p:spTree>
    <p:extLst>
      <p:ext uri="{BB962C8B-B14F-4D97-AF65-F5344CB8AC3E}">
        <p14:creationId xmlns:p14="http://schemas.microsoft.com/office/powerpoint/2010/main" val="2969917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BD6D5-3C66-A10F-D874-4088A6D6E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A88AC51B-5D94-44D0-1871-CBA9D76FC7E7}"/>
              </a:ext>
            </a:extLst>
          </p:cNvPr>
          <p:cNvSpPr/>
          <p:nvPr/>
        </p:nvSpPr>
        <p:spPr>
          <a:xfrm>
            <a:off x="307543" y="798668"/>
            <a:ext cx="11560608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Dijimos antes que los problemas más generales son los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problemas de búsqueda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Las MT que los resuelven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devuelven una solución,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si existe.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Las clases de problemas de búsqueda asociadas a las clases de lenguajes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P, NP, etc.,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se identifican con:</a:t>
            </a:r>
          </a:p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     FP, 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FNP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, etc.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Por ejemplo, el problema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FSAT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, de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FNP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, es el problema de búsqueda asociado al problema de decisión SAT.</a:t>
            </a:r>
          </a:p>
          <a:p>
            <a:pPr algn="just"/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</a:p>
          <a:p>
            <a:pPr algn="just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ES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endParaRPr lang="es-E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A0A0A85-9A84-1180-1E1E-ADC19AA026B2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FE05058B-499A-9656-53CA-94CA1BAB27C4}"/>
              </a:ext>
            </a:extLst>
          </p:cNvPr>
          <p:cNvCxnSpPr>
            <a:cxnSpLocks/>
          </p:cNvCxnSpPr>
          <p:nvPr/>
        </p:nvCxnSpPr>
        <p:spPr>
          <a:xfrm flipV="1">
            <a:off x="4876799" y="4399048"/>
            <a:ext cx="903857" cy="76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0F4E310-B060-2F09-B94D-8CC38B4F2BE2}"/>
              </a:ext>
            </a:extLst>
          </p:cNvPr>
          <p:cNvSpPr/>
          <p:nvPr/>
        </p:nvSpPr>
        <p:spPr>
          <a:xfrm>
            <a:off x="5780809" y="3980363"/>
            <a:ext cx="1017142" cy="8527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88A8C8DB-3E84-A79D-EB80-8508E4A111B5}"/>
              </a:ext>
            </a:extLst>
          </p:cNvPr>
          <p:cNvSpPr txBox="1">
            <a:spLocks/>
          </p:cNvSpPr>
          <p:nvPr/>
        </p:nvSpPr>
        <p:spPr>
          <a:xfrm>
            <a:off x="6005459" y="4248528"/>
            <a:ext cx="567841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8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MX" sz="1200" dirty="0" err="1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FC27EB0-B66D-A320-DD43-089F4E44BE74}"/>
              </a:ext>
            </a:extLst>
          </p:cNvPr>
          <p:cNvSpPr/>
          <p:nvPr/>
        </p:nvSpPr>
        <p:spPr>
          <a:xfrm>
            <a:off x="7548393" y="3963476"/>
            <a:ext cx="409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latin typeface="Lucida Calligraphy" panose="03010101010101010101" pitchFamily="66" charset="0"/>
                <a:cs typeface="Arial" panose="020B0604020202020204" pitchFamily="34" charset="0"/>
              </a:rPr>
              <a:t>A</a:t>
            </a:r>
            <a:endParaRPr lang="es-MX" dirty="0">
              <a:latin typeface="Lucida Calligraphy" panose="03010101010101010101" pitchFamily="66" charset="0"/>
            </a:endParaRP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F12ABE5D-A4EE-94BB-B181-FC88E6A66934}"/>
              </a:ext>
            </a:extLst>
          </p:cNvPr>
          <p:cNvCxnSpPr>
            <a:cxnSpLocks/>
          </p:cNvCxnSpPr>
          <p:nvPr/>
        </p:nvCxnSpPr>
        <p:spPr>
          <a:xfrm flipV="1">
            <a:off x="6797950" y="4172809"/>
            <a:ext cx="795531" cy="1514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6247177F-29BD-41B5-2477-A347FCEE195A}"/>
              </a:ext>
            </a:extLst>
          </p:cNvPr>
          <p:cNvSpPr/>
          <p:nvPr/>
        </p:nvSpPr>
        <p:spPr>
          <a:xfrm>
            <a:off x="7572197" y="4348773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B6A6A58B-00CA-1E06-3F87-A5B7324886DE}"/>
              </a:ext>
            </a:extLst>
          </p:cNvPr>
          <p:cNvCxnSpPr>
            <a:cxnSpLocks/>
          </p:cNvCxnSpPr>
          <p:nvPr/>
        </p:nvCxnSpPr>
        <p:spPr>
          <a:xfrm>
            <a:off x="6808850" y="4373241"/>
            <a:ext cx="795531" cy="1601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ángulo 31">
            <a:extLst>
              <a:ext uri="{FF2B5EF4-FFF2-40B4-BE49-F238E27FC236}">
                <a16:creationId xmlns:a16="http://schemas.microsoft.com/office/drawing/2014/main" id="{7901A14F-F9F4-349B-22B8-DD9284CF469E}"/>
              </a:ext>
            </a:extLst>
          </p:cNvPr>
          <p:cNvSpPr/>
          <p:nvPr/>
        </p:nvSpPr>
        <p:spPr>
          <a:xfrm>
            <a:off x="5131765" y="4063862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D240309-DDB2-F0B5-0A97-37C44D3163C2}"/>
              </a:ext>
            </a:extLst>
          </p:cNvPr>
          <p:cNvSpPr/>
          <p:nvPr/>
        </p:nvSpPr>
        <p:spPr>
          <a:xfrm>
            <a:off x="249170" y="143605"/>
            <a:ext cx="117975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Complejidad temporal de los problemas de búsqueda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4C87612-004B-DE5A-34F4-2DE19793BEE6}"/>
              </a:ext>
            </a:extLst>
          </p:cNvPr>
          <p:cNvSpPr txBox="1"/>
          <p:nvPr/>
        </p:nvSpPr>
        <p:spPr>
          <a:xfrm>
            <a:off x="5043569" y="4817036"/>
            <a:ext cx="2681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MT que resuelve FSAT</a:t>
            </a:r>
            <a:endParaRPr lang="es-AR" dirty="0">
              <a:solidFill>
                <a:srgbClr val="0070C0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36A6237-7D25-CD07-103A-1144DB38A73F}"/>
              </a:ext>
            </a:extLst>
          </p:cNvPr>
          <p:cNvSpPr txBox="1"/>
          <p:nvPr/>
        </p:nvSpPr>
        <p:spPr>
          <a:xfrm>
            <a:off x="8627491" y="3893706"/>
            <a:ext cx="33826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Por ejemplo:</a:t>
            </a:r>
          </a:p>
          <a:p>
            <a:endParaRPr lang="es-ES" sz="8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φ =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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s-AR" sz="800" dirty="0">
              <a:latin typeface="Lucida Calligraphy" panose="03010101010101010101" pitchFamily="66" charset="0"/>
              <a:cs typeface="Arial" panose="020B0604020202020204" pitchFamily="34" charset="0"/>
            </a:endParaRPr>
          </a:p>
          <a:p>
            <a:r>
              <a:rPr lang="es-AR" dirty="0">
                <a:latin typeface="Lucida Calligraphy" panose="03010101010101010101" pitchFamily="66" charset="0"/>
                <a:cs typeface="Arial" panose="020B0604020202020204" pitchFamily="34" charset="0"/>
              </a:rPr>
              <a:t>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(V, F, V, V)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3A4ED0B1-9EC7-48EC-A1E3-3C5BBA30539B}"/>
              </a:ext>
            </a:extLst>
          </p:cNvPr>
          <p:cNvCxnSpPr>
            <a:cxnSpLocks/>
          </p:cNvCxnSpPr>
          <p:nvPr/>
        </p:nvCxnSpPr>
        <p:spPr>
          <a:xfrm flipV="1">
            <a:off x="1220975" y="4423516"/>
            <a:ext cx="903857" cy="76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E64947-2D38-1E7A-4638-4C8836C0E393}"/>
              </a:ext>
            </a:extLst>
          </p:cNvPr>
          <p:cNvSpPr/>
          <p:nvPr/>
        </p:nvSpPr>
        <p:spPr>
          <a:xfrm>
            <a:off x="2124985" y="4004831"/>
            <a:ext cx="1017142" cy="8527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6CE6F814-0703-CAC3-5391-11AD5050F180}"/>
              </a:ext>
            </a:extLst>
          </p:cNvPr>
          <p:cNvSpPr txBox="1">
            <a:spLocks/>
          </p:cNvSpPr>
          <p:nvPr/>
        </p:nvSpPr>
        <p:spPr>
          <a:xfrm>
            <a:off x="2349635" y="4272996"/>
            <a:ext cx="567841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8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MX" sz="1200" dirty="0" err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CDAD74C-3320-9600-4E4F-17C70CD179F2}"/>
              </a:ext>
            </a:extLst>
          </p:cNvPr>
          <p:cNvSpPr/>
          <p:nvPr/>
        </p:nvSpPr>
        <p:spPr>
          <a:xfrm>
            <a:off x="3892569" y="3987944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4C585079-7705-D602-CDA0-40A48D47B96A}"/>
              </a:ext>
            </a:extLst>
          </p:cNvPr>
          <p:cNvCxnSpPr>
            <a:cxnSpLocks/>
          </p:cNvCxnSpPr>
          <p:nvPr/>
        </p:nvCxnSpPr>
        <p:spPr>
          <a:xfrm flipV="1">
            <a:off x="3142126" y="4197277"/>
            <a:ext cx="795531" cy="1514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369CE93-B497-841B-F6DD-1281F56C1BAB}"/>
              </a:ext>
            </a:extLst>
          </p:cNvPr>
          <p:cNvSpPr/>
          <p:nvPr/>
        </p:nvSpPr>
        <p:spPr>
          <a:xfrm>
            <a:off x="3916373" y="4373241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EE8EFBC1-CE47-8E10-AF39-7B4FDB1F4C74}"/>
              </a:ext>
            </a:extLst>
          </p:cNvPr>
          <p:cNvCxnSpPr>
            <a:cxnSpLocks/>
          </p:cNvCxnSpPr>
          <p:nvPr/>
        </p:nvCxnSpPr>
        <p:spPr>
          <a:xfrm>
            <a:off x="3153026" y="4397709"/>
            <a:ext cx="795531" cy="1601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0978514-D1CA-582E-425E-BAF68F647CCC}"/>
              </a:ext>
            </a:extLst>
          </p:cNvPr>
          <p:cNvSpPr/>
          <p:nvPr/>
        </p:nvSpPr>
        <p:spPr>
          <a:xfrm>
            <a:off x="1475941" y="4088330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AA4C0AD-6741-0C65-E464-19F369B46349}"/>
              </a:ext>
            </a:extLst>
          </p:cNvPr>
          <p:cNvSpPr txBox="1"/>
          <p:nvPr/>
        </p:nvSpPr>
        <p:spPr>
          <a:xfrm>
            <a:off x="1387745" y="4841504"/>
            <a:ext cx="2681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MT que decide SAT</a:t>
            </a:r>
            <a:endParaRPr lang="es-AR" dirty="0">
              <a:solidFill>
                <a:srgbClr val="0070C0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3FB3446-4F1E-7255-5EAB-A0E44298B426}"/>
              </a:ext>
            </a:extLst>
          </p:cNvPr>
          <p:cNvSpPr txBox="1"/>
          <p:nvPr/>
        </p:nvSpPr>
        <p:spPr>
          <a:xfrm>
            <a:off x="2728377" y="5638320"/>
            <a:ext cx="7440331" cy="769441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Intuitivamente, SAT es más fácil que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FSAT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. Pero ¿realmente es así?</a:t>
            </a:r>
          </a:p>
          <a:p>
            <a:pPr algn="just"/>
            <a:endParaRPr lang="es-E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Veamos que no, y esto vale para todos los lenguajes NP-completos.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330741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D42916BD-8951-40D0-B959-52B6F269556B}"/>
              </a:ext>
            </a:extLst>
          </p:cNvPr>
          <p:cNvSpPr/>
          <p:nvPr/>
        </p:nvSpPr>
        <p:spPr>
          <a:xfrm>
            <a:off x="315696" y="207889"/>
            <a:ext cx="113695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Intuitivo: El problema 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FSAT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 (búsqueda) es tan o más difícil que el problema SAT (decisión).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1EC5B7D8-68E1-4971-8564-0E759986A3E4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31E96C2-D450-B9C1-7ACC-E7BFA68D01D6}"/>
              </a:ext>
            </a:extLst>
          </p:cNvPr>
          <p:cNvSpPr txBox="1"/>
          <p:nvPr/>
        </p:nvSpPr>
        <p:spPr>
          <a:xfrm>
            <a:off x="637140" y="782175"/>
            <a:ext cx="1123916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Veamos que:</a:t>
            </a:r>
          </a:p>
          <a:p>
            <a:endParaRPr lang="es-AR" sz="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s-AR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SAT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∉ P, entonces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FSAT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∉ FP.</a:t>
            </a:r>
          </a:p>
          <a:p>
            <a:endParaRPr lang="es-A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 lo mismo: si </a:t>
            </a:r>
            <a:r>
              <a:rPr lang="es-AR" sz="16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FSAT</a:t>
            </a:r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∈ F</a:t>
            </a:r>
            <a:r>
              <a:rPr lang="es-AR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P, entonces SAT ∈ P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DE589F5-63B6-BCDE-183D-306C6D9F1A5E}"/>
              </a:ext>
            </a:extLst>
          </p:cNvPr>
          <p:cNvSpPr txBox="1"/>
          <p:nvPr/>
        </p:nvSpPr>
        <p:spPr>
          <a:xfrm>
            <a:off x="5966244" y="5067741"/>
            <a:ext cx="2398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Lucida Calligraphy" panose="03010101010101010101" pitchFamily="66" charset="0"/>
                <a:cs typeface="Arial" panose="020B0604020202020204" pitchFamily="34" charset="0"/>
              </a:rPr>
              <a:t>A</a:t>
            </a:r>
            <a:endParaRPr lang="es-AR" sz="1400" dirty="0">
              <a:latin typeface="Lucida Calligraphy" panose="03010101010101010101" pitchFamily="66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453AF74-1B2F-48C8-50FC-70186126C198}"/>
              </a:ext>
            </a:extLst>
          </p:cNvPr>
          <p:cNvSpPr txBox="1"/>
          <p:nvPr/>
        </p:nvSpPr>
        <p:spPr>
          <a:xfrm>
            <a:off x="6144074" y="5061288"/>
            <a:ext cx="6586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 o no</a:t>
            </a:r>
            <a:endParaRPr lang="es-AR" sz="14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F859DEA-7C38-1575-5A6E-08E022A618EC}"/>
              </a:ext>
            </a:extLst>
          </p:cNvPr>
          <p:cNvSpPr txBox="1"/>
          <p:nvPr/>
        </p:nvSpPr>
        <p:spPr>
          <a:xfrm>
            <a:off x="5284594" y="6182846"/>
            <a:ext cx="4058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AR" sz="1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45B98B2-F3F9-DCC8-35B9-C03767482ABD}"/>
              </a:ext>
            </a:extLst>
          </p:cNvPr>
          <p:cNvSpPr txBox="1"/>
          <p:nvPr/>
        </p:nvSpPr>
        <p:spPr>
          <a:xfrm>
            <a:off x="4622817" y="6177197"/>
            <a:ext cx="4058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AR" sz="14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200C8E1-FE1A-073C-648A-0E8B182401B8}"/>
              </a:ext>
            </a:extLst>
          </p:cNvPr>
          <p:cNvSpPr/>
          <p:nvPr/>
        </p:nvSpPr>
        <p:spPr>
          <a:xfrm>
            <a:off x="7169461" y="4684819"/>
            <a:ext cx="1092710" cy="9004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F77E9CDA-C73D-D677-6310-0C4F3D80C0A9}"/>
              </a:ext>
            </a:extLst>
          </p:cNvPr>
          <p:cNvCxnSpPr>
            <a:cxnSpLocks/>
          </p:cNvCxnSpPr>
          <p:nvPr/>
        </p:nvCxnSpPr>
        <p:spPr>
          <a:xfrm>
            <a:off x="5118098" y="5602764"/>
            <a:ext cx="361073" cy="6438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3100BB75-8C46-2CD3-69B5-BC5C872575B6}"/>
              </a:ext>
            </a:extLst>
          </p:cNvPr>
          <p:cNvCxnSpPr>
            <a:cxnSpLocks/>
          </p:cNvCxnSpPr>
          <p:nvPr/>
        </p:nvCxnSpPr>
        <p:spPr>
          <a:xfrm>
            <a:off x="5688870" y="4977234"/>
            <a:ext cx="14965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5636E6C-7FD6-E142-5450-8DC4FC4D24F5}"/>
              </a:ext>
            </a:extLst>
          </p:cNvPr>
          <p:cNvSpPr/>
          <p:nvPr/>
        </p:nvSpPr>
        <p:spPr>
          <a:xfrm>
            <a:off x="4533956" y="4702864"/>
            <a:ext cx="1148160" cy="887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39FFA218-B37A-5280-1836-685DB27B7B30}"/>
              </a:ext>
            </a:extLst>
          </p:cNvPr>
          <p:cNvCxnSpPr>
            <a:cxnSpLocks/>
          </p:cNvCxnSpPr>
          <p:nvPr/>
        </p:nvCxnSpPr>
        <p:spPr>
          <a:xfrm flipH="1">
            <a:off x="4745324" y="5602711"/>
            <a:ext cx="364406" cy="6511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B93FAC08-6518-7593-CE12-BDFB76E84FF9}"/>
              </a:ext>
            </a:extLst>
          </p:cNvPr>
          <p:cNvCxnSpPr>
            <a:cxnSpLocks/>
          </p:cNvCxnSpPr>
          <p:nvPr/>
        </p:nvCxnSpPr>
        <p:spPr>
          <a:xfrm>
            <a:off x="3696740" y="5108698"/>
            <a:ext cx="8254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57C2C41-96D7-CA10-D796-FCA1CDD6485A}"/>
              </a:ext>
            </a:extLst>
          </p:cNvPr>
          <p:cNvSpPr txBox="1"/>
          <p:nvPr/>
        </p:nvSpPr>
        <p:spPr>
          <a:xfrm>
            <a:off x="3799392" y="4759964"/>
            <a:ext cx="2398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φ</a:t>
            </a:r>
            <a:endParaRPr lang="es-AR" sz="1400" dirty="0"/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4DBF62AB-961C-59DF-2BA7-297EFBF1E728}"/>
              </a:ext>
            </a:extLst>
          </p:cNvPr>
          <p:cNvCxnSpPr>
            <a:cxnSpLocks/>
          </p:cNvCxnSpPr>
          <p:nvPr/>
        </p:nvCxnSpPr>
        <p:spPr>
          <a:xfrm rot="10800000">
            <a:off x="5657174" y="5322576"/>
            <a:ext cx="14965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0CAA211-D4FA-7C74-B750-053669C5FD54}"/>
              </a:ext>
            </a:extLst>
          </p:cNvPr>
          <p:cNvSpPr txBox="1"/>
          <p:nvPr/>
        </p:nvSpPr>
        <p:spPr>
          <a:xfrm>
            <a:off x="6244208" y="4684819"/>
            <a:ext cx="2398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φ</a:t>
            </a:r>
            <a:endParaRPr lang="es-AR" sz="14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3BFE280-1712-2AB0-1F5A-0CD3AD5C9FE1}"/>
              </a:ext>
            </a:extLst>
          </p:cNvPr>
          <p:cNvSpPr txBox="1"/>
          <p:nvPr/>
        </p:nvSpPr>
        <p:spPr>
          <a:xfrm>
            <a:off x="4540339" y="4749451"/>
            <a:ext cx="10879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cuerpo</a:t>
            </a:r>
          </a:p>
          <a:p>
            <a:pPr algn="ctr"/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principal</a:t>
            </a:r>
          </a:p>
          <a:p>
            <a:pPr algn="ctr"/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de M</a:t>
            </a:r>
            <a:r>
              <a:rPr lang="es-ES" sz="14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SAT</a:t>
            </a:r>
            <a:endParaRPr lang="es-AR" sz="14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CB8139F-579D-083A-70AC-A22D94EE8F0D}"/>
              </a:ext>
            </a:extLst>
          </p:cNvPr>
          <p:cNvSpPr/>
          <p:nvPr/>
        </p:nvSpPr>
        <p:spPr>
          <a:xfrm>
            <a:off x="4181261" y="4317522"/>
            <a:ext cx="4454574" cy="17535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417A3FA1-EF37-264A-FC5B-4F20465AC39D}"/>
              </a:ext>
            </a:extLst>
          </p:cNvPr>
          <p:cNvSpPr/>
          <p:nvPr/>
        </p:nvSpPr>
        <p:spPr>
          <a:xfrm>
            <a:off x="5940203" y="3875386"/>
            <a:ext cx="7266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ES" sz="2000" b="1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SAT</a:t>
            </a:r>
            <a:endParaRPr lang="es-MX" sz="2000" b="1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14BCDAA5-68B6-DC36-AE45-DD5516798AAA}"/>
              </a:ext>
            </a:extLst>
          </p:cNvPr>
          <p:cNvSpPr/>
          <p:nvPr/>
        </p:nvSpPr>
        <p:spPr>
          <a:xfrm>
            <a:off x="7393002" y="4939421"/>
            <a:ext cx="69551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FSAT</a:t>
            </a:r>
            <a:endParaRPr lang="es-MX" sz="1600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9519277-99D0-4D55-A9B9-5E1519DFEE2D}"/>
              </a:ext>
            </a:extLst>
          </p:cNvPr>
          <p:cNvSpPr txBox="1"/>
          <p:nvPr/>
        </p:nvSpPr>
        <p:spPr>
          <a:xfrm>
            <a:off x="7153724" y="5583865"/>
            <a:ext cx="13592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200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</a:t>
            </a:r>
            <a:r>
              <a:rPr lang="es-AR" sz="12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esuelve </a:t>
            </a:r>
            <a:r>
              <a:rPr lang="es-AR" sz="1200" dirty="0" err="1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FSAT</a:t>
            </a:r>
            <a:endParaRPr lang="es-AR" sz="1200" dirty="0">
              <a:solidFill>
                <a:srgbClr val="0070C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s-AR" sz="1200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 tiempo </a:t>
            </a:r>
            <a:r>
              <a:rPr lang="es-AR" sz="1200" dirty="0" err="1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poly</a:t>
            </a:r>
            <a:r>
              <a:rPr lang="es-AR" sz="1200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(n)</a:t>
            </a:r>
            <a:endParaRPr lang="es-AR" sz="12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AB3D36C-3548-1316-ED4A-A8B99DE2B0EE}"/>
              </a:ext>
            </a:extLst>
          </p:cNvPr>
          <p:cNvSpPr txBox="1"/>
          <p:nvPr/>
        </p:nvSpPr>
        <p:spPr>
          <a:xfrm>
            <a:off x="5902275" y="6077491"/>
            <a:ext cx="18038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</a:t>
            </a:r>
            <a:r>
              <a:rPr lang="es-AR" sz="14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ecide SAT</a:t>
            </a:r>
          </a:p>
          <a:p>
            <a:r>
              <a:rPr lang="es-AR" sz="1400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 tiempo </a:t>
            </a:r>
            <a:r>
              <a:rPr lang="es-AR" sz="1400" dirty="0" err="1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poly</a:t>
            </a:r>
            <a:r>
              <a:rPr lang="es-AR" sz="1400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(n)</a:t>
            </a:r>
            <a:endParaRPr lang="es-AR" sz="1400" dirty="0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A19935E7-5769-89EF-8E07-08C0BD4D0832}"/>
              </a:ext>
            </a:extLst>
          </p:cNvPr>
          <p:cNvCxnSpPr>
            <a:cxnSpLocks/>
          </p:cNvCxnSpPr>
          <p:nvPr/>
        </p:nvCxnSpPr>
        <p:spPr>
          <a:xfrm flipV="1">
            <a:off x="2231396" y="2591200"/>
            <a:ext cx="903857" cy="76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79CB52E-4C5B-9A19-4949-C68A431DB0E4}"/>
              </a:ext>
            </a:extLst>
          </p:cNvPr>
          <p:cNvSpPr/>
          <p:nvPr/>
        </p:nvSpPr>
        <p:spPr>
          <a:xfrm>
            <a:off x="3135406" y="2172515"/>
            <a:ext cx="1017142" cy="8527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9EE181F8-A203-722B-1B83-64E19F2180E7}"/>
              </a:ext>
            </a:extLst>
          </p:cNvPr>
          <p:cNvSpPr txBox="1">
            <a:spLocks/>
          </p:cNvSpPr>
          <p:nvPr/>
        </p:nvSpPr>
        <p:spPr>
          <a:xfrm>
            <a:off x="3360056" y="2440680"/>
            <a:ext cx="567841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3F8E603-73B6-9972-4E58-C96AECB9446C}"/>
              </a:ext>
            </a:extLst>
          </p:cNvPr>
          <p:cNvSpPr/>
          <p:nvPr/>
        </p:nvSpPr>
        <p:spPr>
          <a:xfrm>
            <a:off x="4902990" y="2155628"/>
            <a:ext cx="409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latin typeface="Lucida Calligraphy" panose="03010101010101010101" pitchFamily="66" charset="0"/>
                <a:cs typeface="Arial" panose="020B0604020202020204" pitchFamily="34" charset="0"/>
              </a:rPr>
              <a:t>A</a:t>
            </a:r>
            <a:endParaRPr lang="es-MX" dirty="0">
              <a:latin typeface="Lucida Calligraphy" panose="03010101010101010101" pitchFamily="66" charset="0"/>
            </a:endParaRP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4AADC3FF-355B-895D-FF04-BCE02E1CB6A6}"/>
              </a:ext>
            </a:extLst>
          </p:cNvPr>
          <p:cNvCxnSpPr>
            <a:cxnSpLocks/>
          </p:cNvCxnSpPr>
          <p:nvPr/>
        </p:nvCxnSpPr>
        <p:spPr>
          <a:xfrm flipV="1">
            <a:off x="4152547" y="2364961"/>
            <a:ext cx="795531" cy="1514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6F2FEFF4-2385-9BCC-5996-B747840660B3}"/>
              </a:ext>
            </a:extLst>
          </p:cNvPr>
          <p:cNvSpPr/>
          <p:nvPr/>
        </p:nvSpPr>
        <p:spPr>
          <a:xfrm>
            <a:off x="4926794" y="2540925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9630E2E1-A2F9-26F4-3D1E-29D5B82A2642}"/>
              </a:ext>
            </a:extLst>
          </p:cNvPr>
          <p:cNvCxnSpPr>
            <a:cxnSpLocks/>
          </p:cNvCxnSpPr>
          <p:nvPr/>
        </p:nvCxnSpPr>
        <p:spPr>
          <a:xfrm>
            <a:off x="4163447" y="2565393"/>
            <a:ext cx="795531" cy="1601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ángulo 32">
            <a:extLst>
              <a:ext uri="{FF2B5EF4-FFF2-40B4-BE49-F238E27FC236}">
                <a16:creationId xmlns:a16="http://schemas.microsoft.com/office/drawing/2014/main" id="{923FA05F-62DD-3E39-7F76-56F5BB54A396}"/>
              </a:ext>
            </a:extLst>
          </p:cNvPr>
          <p:cNvSpPr/>
          <p:nvPr/>
        </p:nvSpPr>
        <p:spPr>
          <a:xfrm>
            <a:off x="2486362" y="2256014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F8541214-24C6-8E3D-F60A-89A91252B2EF}"/>
              </a:ext>
            </a:extLst>
          </p:cNvPr>
          <p:cNvSpPr txBox="1"/>
          <p:nvPr/>
        </p:nvSpPr>
        <p:spPr>
          <a:xfrm>
            <a:off x="2398166" y="3009188"/>
            <a:ext cx="26812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MT que resuelve </a:t>
            </a:r>
            <a:r>
              <a:rPr lang="es-E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FSAT</a:t>
            </a:r>
            <a:endParaRPr lang="es-E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tiempo </a:t>
            </a:r>
            <a:r>
              <a:rPr lang="es-E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E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(n)</a:t>
            </a:r>
            <a:endParaRPr lang="es-AR" dirty="0">
              <a:solidFill>
                <a:srgbClr val="0070C0"/>
              </a:solidFill>
            </a:endParaRP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1AABC27D-37A2-B9EE-7A5F-81BEB76402A9}"/>
              </a:ext>
            </a:extLst>
          </p:cNvPr>
          <p:cNvCxnSpPr>
            <a:cxnSpLocks/>
          </p:cNvCxnSpPr>
          <p:nvPr/>
        </p:nvCxnSpPr>
        <p:spPr>
          <a:xfrm flipV="1">
            <a:off x="6703784" y="2526866"/>
            <a:ext cx="903857" cy="76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ángulo 35">
            <a:extLst>
              <a:ext uri="{FF2B5EF4-FFF2-40B4-BE49-F238E27FC236}">
                <a16:creationId xmlns:a16="http://schemas.microsoft.com/office/drawing/2014/main" id="{DDA7EE87-BFCF-73CA-EAC6-DCAB1C010832}"/>
              </a:ext>
            </a:extLst>
          </p:cNvPr>
          <p:cNvSpPr/>
          <p:nvPr/>
        </p:nvSpPr>
        <p:spPr>
          <a:xfrm>
            <a:off x="7607794" y="2108181"/>
            <a:ext cx="1017142" cy="8527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7" name="Título 1">
            <a:extLst>
              <a:ext uri="{FF2B5EF4-FFF2-40B4-BE49-F238E27FC236}">
                <a16:creationId xmlns:a16="http://schemas.microsoft.com/office/drawing/2014/main" id="{01E16494-46C6-2778-1B28-25C84184003F}"/>
              </a:ext>
            </a:extLst>
          </p:cNvPr>
          <p:cNvSpPr txBox="1">
            <a:spLocks/>
          </p:cNvSpPr>
          <p:nvPr/>
        </p:nvSpPr>
        <p:spPr>
          <a:xfrm>
            <a:off x="7832444" y="2376346"/>
            <a:ext cx="567841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FDCE54F9-1B5E-5350-5ADD-AD860027E50E}"/>
              </a:ext>
            </a:extLst>
          </p:cNvPr>
          <p:cNvSpPr/>
          <p:nvPr/>
        </p:nvSpPr>
        <p:spPr>
          <a:xfrm>
            <a:off x="9375378" y="2091294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82BAEC9B-5917-F9B3-C4CD-F48E1AB54FA5}"/>
              </a:ext>
            </a:extLst>
          </p:cNvPr>
          <p:cNvCxnSpPr>
            <a:cxnSpLocks/>
          </p:cNvCxnSpPr>
          <p:nvPr/>
        </p:nvCxnSpPr>
        <p:spPr>
          <a:xfrm flipV="1">
            <a:off x="8624935" y="2300627"/>
            <a:ext cx="795531" cy="1514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ángulo 41">
            <a:extLst>
              <a:ext uri="{FF2B5EF4-FFF2-40B4-BE49-F238E27FC236}">
                <a16:creationId xmlns:a16="http://schemas.microsoft.com/office/drawing/2014/main" id="{09231DE5-8905-4878-EFD0-307517BEDA5E}"/>
              </a:ext>
            </a:extLst>
          </p:cNvPr>
          <p:cNvSpPr/>
          <p:nvPr/>
        </p:nvSpPr>
        <p:spPr>
          <a:xfrm>
            <a:off x="9399182" y="2476591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02BE1B07-77D9-925A-EF65-E10681494392}"/>
              </a:ext>
            </a:extLst>
          </p:cNvPr>
          <p:cNvCxnSpPr>
            <a:cxnSpLocks/>
          </p:cNvCxnSpPr>
          <p:nvPr/>
        </p:nvCxnSpPr>
        <p:spPr>
          <a:xfrm>
            <a:off x="8635835" y="2501059"/>
            <a:ext cx="795531" cy="1601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16C7C9E3-FC3B-D59D-09DA-834996F8D8AB}"/>
              </a:ext>
            </a:extLst>
          </p:cNvPr>
          <p:cNvSpPr/>
          <p:nvPr/>
        </p:nvSpPr>
        <p:spPr>
          <a:xfrm>
            <a:off x="6958750" y="2191680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A090D8A8-D598-48D8-7A4A-7AA15E19AA97}"/>
              </a:ext>
            </a:extLst>
          </p:cNvPr>
          <p:cNvSpPr txBox="1"/>
          <p:nvPr/>
        </p:nvSpPr>
        <p:spPr>
          <a:xfrm>
            <a:off x="6869803" y="2991879"/>
            <a:ext cx="26812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MT que decide SAT</a:t>
            </a:r>
          </a:p>
          <a:p>
            <a:r>
              <a:rPr lang="es-E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tiempo </a:t>
            </a:r>
            <a:r>
              <a:rPr lang="es-E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E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(n)</a:t>
            </a:r>
            <a:endParaRPr lang="es-AR" dirty="0">
              <a:solidFill>
                <a:srgbClr val="0070C0"/>
              </a:solidFill>
            </a:endParaRPr>
          </a:p>
        </p:txBody>
      </p:sp>
      <p:sp>
        <p:nvSpPr>
          <p:cNvPr id="3" name="Flecha: a la derecha 2">
            <a:extLst>
              <a:ext uri="{FF2B5EF4-FFF2-40B4-BE49-F238E27FC236}">
                <a16:creationId xmlns:a16="http://schemas.microsoft.com/office/drawing/2014/main" id="{A038481B-6DFE-B134-5705-CFE87BAC02A8}"/>
              </a:ext>
            </a:extLst>
          </p:cNvPr>
          <p:cNvSpPr/>
          <p:nvPr/>
        </p:nvSpPr>
        <p:spPr>
          <a:xfrm>
            <a:off x="5367940" y="3025269"/>
            <a:ext cx="978408" cy="484632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4D7E575-8DE8-3E24-FFF1-B0F9D941EEEB}"/>
              </a:ext>
            </a:extLst>
          </p:cNvPr>
          <p:cNvSpPr txBox="1"/>
          <p:nvPr/>
        </p:nvSpPr>
        <p:spPr>
          <a:xfrm>
            <a:off x="5762451" y="5329030"/>
            <a:ext cx="1271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200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parámetros que </a:t>
            </a:r>
          </a:p>
          <a:p>
            <a:r>
              <a:rPr lang="es-AR" sz="1200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miden O(n)</a:t>
            </a:r>
            <a:endParaRPr lang="es-AR" sz="1200" dirty="0"/>
          </a:p>
        </p:txBody>
      </p:sp>
    </p:spTree>
    <p:extLst>
      <p:ext uri="{BB962C8B-B14F-4D97-AF65-F5344CB8AC3E}">
        <p14:creationId xmlns:p14="http://schemas.microsoft.com/office/powerpoint/2010/main" val="210013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9" grpId="0"/>
      <p:bldP spid="10" grpId="0" animBg="1"/>
      <p:bldP spid="13" grpId="0" animBg="1"/>
      <p:bldP spid="24" grpId="0"/>
      <p:bldP spid="26" grpId="0"/>
      <p:bldP spid="27" grpId="0"/>
      <p:bldP spid="28" grpId="0" animBg="1"/>
      <p:bldP spid="29" grpId="0"/>
      <p:bldP spid="30" grpId="0"/>
      <p:bldP spid="39" grpId="0"/>
      <p:bldP spid="40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ipse 6">
            <a:extLst>
              <a:ext uri="{FF2B5EF4-FFF2-40B4-BE49-F238E27FC236}">
                <a16:creationId xmlns:a16="http://schemas.microsoft.com/office/drawing/2014/main" id="{3DF15832-601A-4595-8031-7293C0ADEA32}"/>
              </a:ext>
            </a:extLst>
          </p:cNvPr>
          <p:cNvSpPr/>
          <p:nvPr/>
        </p:nvSpPr>
        <p:spPr>
          <a:xfrm>
            <a:off x="4650612" y="6420230"/>
            <a:ext cx="641685" cy="3756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42916BD-8951-40D0-B959-52B6F269556B}"/>
              </a:ext>
            </a:extLst>
          </p:cNvPr>
          <p:cNvSpPr/>
          <p:nvPr/>
        </p:nvSpPr>
        <p:spPr>
          <a:xfrm>
            <a:off x="211356" y="162838"/>
            <a:ext cx="11980643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No intuitivo: El problema SAT (decisión) es tan o más difícil que el problema 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FSAT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 (búsqueda).</a:t>
            </a:r>
          </a:p>
          <a:p>
            <a:pPr marL="288000"/>
            <a:endParaRPr lang="es-E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8000"/>
            <a:endParaRPr lang="es-E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Dada una fórmula φ con m variables, </a:t>
            </a:r>
            <a:r>
              <a:rPr lang="es-E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ES" sz="1600" b="1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FSAT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 hace: </a:t>
            </a:r>
          </a:p>
          <a:p>
            <a:endParaRPr lang="es-E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0000" indent="-342900" algn="just">
              <a:buAutoNum type="arabicPeriod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Invoca a M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SAT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con φ. Si M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SAT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responde no, entonces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responde no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20000" indent="-342900" algn="just">
              <a:buAutoNum type="arabicPeriod" startAt="2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Invoca a M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SAT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con φ haciendo x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= verdadero. </a:t>
            </a:r>
          </a:p>
          <a:p>
            <a:pPr marL="720000" lvl="0" algn="just"/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Si M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SAT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responde sí,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fija para x</a:t>
            </a:r>
            <a:r>
              <a:rPr lang="es-ES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el valor verdadero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, y si responde no,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fija para x</a:t>
            </a:r>
            <a:r>
              <a:rPr lang="es-ES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el valor falso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60000" lvl="0" algn="just"/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3.   Invoca a M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SAT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con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φ, utilizando el valor de x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obtenido y haciendo x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= verdadero. </a:t>
            </a:r>
          </a:p>
          <a:p>
            <a:pPr marL="720000" lvl="0" algn="just"/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Si M</a:t>
            </a:r>
            <a:r>
              <a:rPr lang="es-ES" sz="16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SAT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responde sí,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fija para x</a:t>
            </a:r>
            <a:r>
              <a:rPr lang="es-ES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el valor verdadero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, y si responde no,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fija para x</a:t>
            </a:r>
            <a:r>
              <a:rPr lang="es-ES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el valor falso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60000" lvl="0" algn="just"/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4.   Repite el proceso con las variables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, x</a:t>
            </a:r>
            <a:r>
              <a:rPr lang="es-ES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es-E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sz="1600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, y al final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devuelve la asignación </a:t>
            </a:r>
            <a:r>
              <a:rPr lang="es-ES" sz="1600" b="1" dirty="0">
                <a:latin typeface="Lucida Calligraphy" panose="03010101010101010101" pitchFamily="66" charset="0"/>
                <a:cs typeface="Arial" panose="020B0604020202020204" pitchFamily="34" charset="0"/>
              </a:rPr>
              <a:t>A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 obtenida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0B70F04-C4C6-4A2D-B7AF-CA6646843F8B}"/>
              </a:ext>
            </a:extLst>
          </p:cNvPr>
          <p:cNvSpPr/>
          <p:nvPr/>
        </p:nvSpPr>
        <p:spPr>
          <a:xfrm>
            <a:off x="3456561" y="4919793"/>
            <a:ext cx="1321806" cy="12728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3864C593-6298-4E14-952E-79DED983AA2C}"/>
              </a:ext>
            </a:extLst>
          </p:cNvPr>
          <p:cNvCxnSpPr>
            <a:cxnSpLocks/>
          </p:cNvCxnSpPr>
          <p:nvPr/>
        </p:nvCxnSpPr>
        <p:spPr>
          <a:xfrm>
            <a:off x="4801495" y="5367183"/>
            <a:ext cx="11180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DC4A9796-E23A-44E9-A1A1-92B5B81A9BA8}"/>
              </a:ext>
            </a:extLst>
          </p:cNvPr>
          <p:cNvCxnSpPr>
            <a:cxnSpLocks/>
          </p:cNvCxnSpPr>
          <p:nvPr/>
        </p:nvCxnSpPr>
        <p:spPr>
          <a:xfrm>
            <a:off x="4791580" y="5646569"/>
            <a:ext cx="11180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1">
            <a:extLst>
              <a:ext uri="{FF2B5EF4-FFF2-40B4-BE49-F238E27FC236}">
                <a16:creationId xmlns:a16="http://schemas.microsoft.com/office/drawing/2014/main" id="{22BCFAAE-09A0-4FA8-B220-C8B3E739EB20}"/>
              </a:ext>
            </a:extLst>
          </p:cNvPr>
          <p:cNvSpPr txBox="1">
            <a:spLocks/>
          </p:cNvSpPr>
          <p:nvPr/>
        </p:nvSpPr>
        <p:spPr>
          <a:xfrm>
            <a:off x="6169793" y="5278382"/>
            <a:ext cx="990373" cy="2743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ES" sz="14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SAT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0CDF6FD1-025B-44BD-82E2-4435EBD1193C}"/>
              </a:ext>
            </a:extLst>
          </p:cNvPr>
          <p:cNvSpPr txBox="1">
            <a:spLocks/>
          </p:cNvSpPr>
          <p:nvPr/>
        </p:nvSpPr>
        <p:spPr>
          <a:xfrm>
            <a:off x="4929196" y="5696889"/>
            <a:ext cx="914400" cy="2472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. . . . . . .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A687705-2AEC-4F29-B47C-5F98B1E9B805}"/>
              </a:ext>
            </a:extLst>
          </p:cNvPr>
          <p:cNvCxnSpPr>
            <a:cxnSpLocks/>
          </p:cNvCxnSpPr>
          <p:nvPr/>
        </p:nvCxnSpPr>
        <p:spPr>
          <a:xfrm flipH="1">
            <a:off x="4776043" y="5451245"/>
            <a:ext cx="1161865" cy="26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5C5F39E-589D-4FED-810F-E99847A70E5B}"/>
              </a:ext>
            </a:extLst>
          </p:cNvPr>
          <p:cNvSpPr/>
          <p:nvPr/>
        </p:nvSpPr>
        <p:spPr>
          <a:xfrm>
            <a:off x="5921894" y="4918440"/>
            <a:ext cx="1449510" cy="12728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594287B3-9DE3-4965-B122-A69A4A6CA8D2}"/>
              </a:ext>
            </a:extLst>
          </p:cNvPr>
          <p:cNvCxnSpPr>
            <a:cxnSpLocks/>
          </p:cNvCxnSpPr>
          <p:nvPr/>
        </p:nvCxnSpPr>
        <p:spPr>
          <a:xfrm flipH="1">
            <a:off x="4757705" y="5721685"/>
            <a:ext cx="1161865" cy="26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E5939216-0CE0-4DC1-A1C6-C89F53737E28}"/>
              </a:ext>
            </a:extLst>
          </p:cNvPr>
          <p:cNvCxnSpPr>
            <a:cxnSpLocks/>
          </p:cNvCxnSpPr>
          <p:nvPr/>
        </p:nvCxnSpPr>
        <p:spPr>
          <a:xfrm flipH="1">
            <a:off x="4776043" y="6104360"/>
            <a:ext cx="1161865" cy="26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AFC2F40D-BDE8-4237-B879-E1A690A5444E}"/>
              </a:ext>
            </a:extLst>
          </p:cNvPr>
          <p:cNvCxnSpPr>
            <a:cxnSpLocks/>
          </p:cNvCxnSpPr>
          <p:nvPr/>
        </p:nvCxnSpPr>
        <p:spPr>
          <a:xfrm>
            <a:off x="4797937" y="6039026"/>
            <a:ext cx="11180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542F356-B189-464E-B35F-B3556CA72D47}"/>
              </a:ext>
            </a:extLst>
          </p:cNvPr>
          <p:cNvSpPr/>
          <p:nvPr/>
        </p:nvSpPr>
        <p:spPr>
          <a:xfrm>
            <a:off x="2158060" y="4730515"/>
            <a:ext cx="10918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ES" sz="2800" b="1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FSAT</a:t>
            </a:r>
            <a:endParaRPr lang="es-MX" sz="2800" b="1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3C908E8-EAB4-46EF-9654-43418C83D5BC}"/>
              </a:ext>
            </a:extLst>
          </p:cNvPr>
          <p:cNvSpPr/>
          <p:nvPr/>
        </p:nvSpPr>
        <p:spPr>
          <a:xfrm>
            <a:off x="5051718" y="5144295"/>
            <a:ext cx="5453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1200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(x</a:t>
            </a:r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MX" sz="120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B480292-A534-4680-A3F8-492E7C24F3A4}"/>
              </a:ext>
            </a:extLst>
          </p:cNvPr>
          <p:cNvSpPr/>
          <p:nvPr/>
        </p:nvSpPr>
        <p:spPr>
          <a:xfrm>
            <a:off x="4982620" y="5431992"/>
            <a:ext cx="7793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1200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(x</a:t>
            </a:r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, x</a:t>
            </a:r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MX" sz="1200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2213828-7E87-42DB-944A-11766B221244}"/>
              </a:ext>
            </a:extLst>
          </p:cNvPr>
          <p:cNvSpPr/>
          <p:nvPr/>
        </p:nvSpPr>
        <p:spPr>
          <a:xfrm>
            <a:off x="4816988" y="5821131"/>
            <a:ext cx="10342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1200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(x</a:t>
            </a:r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ES" sz="80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MX" sz="1200" dirty="0"/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A99703B9-BAE7-40C9-855C-08DFD5E239D2}"/>
              </a:ext>
            </a:extLst>
          </p:cNvPr>
          <p:cNvCxnSpPr>
            <a:cxnSpLocks/>
          </p:cNvCxnSpPr>
          <p:nvPr/>
        </p:nvCxnSpPr>
        <p:spPr>
          <a:xfrm flipH="1">
            <a:off x="3733179" y="6185485"/>
            <a:ext cx="410056" cy="3283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44F28A6A-1569-4754-91E3-A315015F6B69}"/>
              </a:ext>
            </a:extLst>
          </p:cNvPr>
          <p:cNvCxnSpPr>
            <a:cxnSpLocks/>
          </p:cNvCxnSpPr>
          <p:nvPr/>
        </p:nvCxnSpPr>
        <p:spPr>
          <a:xfrm>
            <a:off x="4139573" y="6194066"/>
            <a:ext cx="364956" cy="3354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A81BF57B-9D8C-428B-B54C-B8939755266E}"/>
              </a:ext>
            </a:extLst>
          </p:cNvPr>
          <p:cNvSpPr/>
          <p:nvPr/>
        </p:nvSpPr>
        <p:spPr>
          <a:xfrm>
            <a:off x="4332567" y="6488629"/>
            <a:ext cx="3545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200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F3E40F9-2F0E-4C32-81A4-73FA9417FFAD}"/>
              </a:ext>
            </a:extLst>
          </p:cNvPr>
          <p:cNvSpPr/>
          <p:nvPr/>
        </p:nvSpPr>
        <p:spPr>
          <a:xfrm>
            <a:off x="3624926" y="6488630"/>
            <a:ext cx="33534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>
                <a:latin typeface="Lucida Calligraphy" panose="03010101010101010101" pitchFamily="66" charset="0"/>
                <a:cs typeface="Arial" panose="020B0604020202020204" pitchFamily="34" charset="0"/>
              </a:rPr>
              <a:t>A</a:t>
            </a:r>
            <a:endParaRPr lang="es-MX" sz="1200" dirty="0">
              <a:latin typeface="Lucida Calligraphy" panose="03010101010101010101" pitchFamily="66" charset="0"/>
            </a:endParaRP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259E1E93-1EE6-47E8-8776-472DA205F79F}"/>
              </a:ext>
            </a:extLst>
          </p:cNvPr>
          <p:cNvCxnSpPr>
            <a:cxnSpLocks/>
          </p:cNvCxnSpPr>
          <p:nvPr/>
        </p:nvCxnSpPr>
        <p:spPr>
          <a:xfrm>
            <a:off x="4817032" y="5042529"/>
            <a:ext cx="11180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51232EF0-98CA-46A8-A53B-75BB01CA7896}"/>
              </a:ext>
            </a:extLst>
          </p:cNvPr>
          <p:cNvCxnSpPr>
            <a:cxnSpLocks/>
          </p:cNvCxnSpPr>
          <p:nvPr/>
        </p:nvCxnSpPr>
        <p:spPr>
          <a:xfrm flipH="1">
            <a:off x="4791580" y="5126591"/>
            <a:ext cx="1161865" cy="26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ángulo 27">
            <a:extLst>
              <a:ext uri="{FF2B5EF4-FFF2-40B4-BE49-F238E27FC236}">
                <a16:creationId xmlns:a16="http://schemas.microsoft.com/office/drawing/2014/main" id="{EBBCAFFD-FA23-4236-8340-C1949D6C5ACE}"/>
              </a:ext>
            </a:extLst>
          </p:cNvPr>
          <p:cNvSpPr/>
          <p:nvPr/>
        </p:nvSpPr>
        <p:spPr>
          <a:xfrm>
            <a:off x="5157127" y="4831930"/>
            <a:ext cx="3080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1200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sz="1200" dirty="0"/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AFA8832C-2A42-A59D-E726-B2EF934C7D9B}"/>
              </a:ext>
            </a:extLst>
          </p:cNvPr>
          <p:cNvCxnSpPr>
            <a:cxnSpLocks/>
          </p:cNvCxnSpPr>
          <p:nvPr/>
        </p:nvCxnSpPr>
        <p:spPr>
          <a:xfrm>
            <a:off x="2749465" y="5550316"/>
            <a:ext cx="7274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F30E7F5-D35C-9ABB-80FA-DB70EAFBDD50}"/>
              </a:ext>
            </a:extLst>
          </p:cNvPr>
          <p:cNvSpPr/>
          <p:nvPr/>
        </p:nvSpPr>
        <p:spPr>
          <a:xfrm>
            <a:off x="2971164" y="5304071"/>
            <a:ext cx="2840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sz="1200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A948C03E-5F26-0DAD-8010-DEB8E3363D82}"/>
              </a:ext>
            </a:extLst>
          </p:cNvPr>
          <p:cNvSpPr/>
          <p:nvPr/>
        </p:nvSpPr>
        <p:spPr>
          <a:xfrm>
            <a:off x="3288562" y="4725057"/>
            <a:ext cx="4239130" cy="16951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12BC5F3-ED7E-0F3E-6691-81C86145A375}"/>
              </a:ext>
            </a:extLst>
          </p:cNvPr>
          <p:cNvSpPr txBox="1"/>
          <p:nvPr/>
        </p:nvSpPr>
        <p:spPr>
          <a:xfrm>
            <a:off x="3142062" y="5186351"/>
            <a:ext cx="193246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cuerpo</a:t>
            </a:r>
          </a:p>
          <a:p>
            <a:pPr algn="ctr"/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principal</a:t>
            </a:r>
          </a:p>
          <a:p>
            <a:pPr algn="ctr"/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de M</a:t>
            </a:r>
            <a:r>
              <a:rPr lang="es-ES" sz="14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FSAT</a:t>
            </a:r>
            <a:endParaRPr lang="es-AR" sz="1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E4A42C7-2B66-3864-AE00-274B6A49E5CD}"/>
              </a:ext>
            </a:extLst>
          </p:cNvPr>
          <p:cNvSpPr txBox="1"/>
          <p:nvPr/>
        </p:nvSpPr>
        <p:spPr>
          <a:xfrm>
            <a:off x="4705760" y="6387385"/>
            <a:ext cx="48488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Por lo tanto, </a:t>
            </a:r>
            <a:r>
              <a:rPr lang="es-ES" sz="1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ES" sz="1400" baseline="-25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FSAT</a:t>
            </a:r>
            <a:r>
              <a:rPr lang="es-ES" sz="1400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AR" sz="1400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</a:t>
            </a:r>
            <a:r>
              <a:rPr lang="es-AR" sz="14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esuelve </a:t>
            </a:r>
            <a:r>
              <a:rPr lang="es-AR" sz="1400" dirty="0" err="1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FSAT</a:t>
            </a:r>
            <a:r>
              <a:rPr lang="es-AR" sz="14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en tiempo </a:t>
            </a:r>
            <a:r>
              <a:rPr lang="es-AR" sz="1400" dirty="0" err="1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poly</a:t>
            </a:r>
            <a:r>
              <a:rPr lang="es-AR" sz="14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(n)</a:t>
            </a:r>
            <a:endParaRPr lang="es-AR" sz="1400" dirty="0">
              <a:solidFill>
                <a:srgbClr val="0070C0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343398D-7F86-F521-C577-29BE1DA0F49D}"/>
              </a:ext>
            </a:extLst>
          </p:cNvPr>
          <p:cNvSpPr txBox="1"/>
          <p:nvPr/>
        </p:nvSpPr>
        <p:spPr>
          <a:xfrm>
            <a:off x="5986661" y="5683110"/>
            <a:ext cx="1571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</a:t>
            </a:r>
            <a:r>
              <a:rPr lang="es-AR" sz="14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ecide SAT en</a:t>
            </a:r>
          </a:p>
          <a:p>
            <a:r>
              <a:rPr lang="es-AR" sz="14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tiempo </a:t>
            </a:r>
            <a:r>
              <a:rPr lang="es-AR" sz="1400" dirty="0" err="1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poly</a:t>
            </a:r>
            <a:r>
              <a:rPr lang="es-AR" sz="14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(n)</a:t>
            </a:r>
            <a:endParaRPr lang="es-AR" sz="1400" dirty="0"/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DACB466C-FF67-ED3B-BFF3-730E8A505183}"/>
              </a:ext>
            </a:extLst>
          </p:cNvPr>
          <p:cNvCxnSpPr>
            <a:cxnSpLocks/>
          </p:cNvCxnSpPr>
          <p:nvPr/>
        </p:nvCxnSpPr>
        <p:spPr>
          <a:xfrm flipV="1">
            <a:off x="6827076" y="1557884"/>
            <a:ext cx="903857" cy="76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469D60B-5D5C-0B08-8DCD-4513FE274409}"/>
              </a:ext>
            </a:extLst>
          </p:cNvPr>
          <p:cNvSpPr/>
          <p:nvPr/>
        </p:nvSpPr>
        <p:spPr>
          <a:xfrm>
            <a:off x="7731086" y="1139199"/>
            <a:ext cx="1017142" cy="8527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7" name="Título 1">
            <a:extLst>
              <a:ext uri="{FF2B5EF4-FFF2-40B4-BE49-F238E27FC236}">
                <a16:creationId xmlns:a16="http://schemas.microsoft.com/office/drawing/2014/main" id="{69EC307A-F241-6E55-12A6-9D1DF64E9AC8}"/>
              </a:ext>
            </a:extLst>
          </p:cNvPr>
          <p:cNvSpPr txBox="1">
            <a:spLocks/>
          </p:cNvSpPr>
          <p:nvPr/>
        </p:nvSpPr>
        <p:spPr>
          <a:xfrm>
            <a:off x="7955736" y="1407364"/>
            <a:ext cx="567841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DCB839-073B-3AF1-D3B4-FA9A21F9C45E}"/>
              </a:ext>
            </a:extLst>
          </p:cNvPr>
          <p:cNvSpPr/>
          <p:nvPr/>
        </p:nvSpPr>
        <p:spPr>
          <a:xfrm>
            <a:off x="9512974" y="1153825"/>
            <a:ext cx="409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latin typeface="Lucida Calligraphy" panose="03010101010101010101" pitchFamily="66" charset="0"/>
                <a:cs typeface="Arial" panose="020B0604020202020204" pitchFamily="34" charset="0"/>
              </a:rPr>
              <a:t>A</a:t>
            </a:r>
            <a:endParaRPr lang="es-MX" dirty="0">
              <a:latin typeface="Lucida Calligraphy" panose="03010101010101010101" pitchFamily="66" charset="0"/>
            </a:endParaRPr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0469DF97-1E04-C64E-3086-E11D1BC75CDA}"/>
              </a:ext>
            </a:extLst>
          </p:cNvPr>
          <p:cNvCxnSpPr>
            <a:cxnSpLocks/>
          </p:cNvCxnSpPr>
          <p:nvPr/>
        </p:nvCxnSpPr>
        <p:spPr>
          <a:xfrm flipV="1">
            <a:off x="8748227" y="1331645"/>
            <a:ext cx="795531" cy="1514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ángulo 39">
            <a:extLst>
              <a:ext uri="{FF2B5EF4-FFF2-40B4-BE49-F238E27FC236}">
                <a16:creationId xmlns:a16="http://schemas.microsoft.com/office/drawing/2014/main" id="{EE99E6FE-7763-BBD2-1D2C-888F3AC1D742}"/>
              </a:ext>
            </a:extLst>
          </p:cNvPr>
          <p:cNvSpPr/>
          <p:nvPr/>
        </p:nvSpPr>
        <p:spPr>
          <a:xfrm>
            <a:off x="9536778" y="1539122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4DDDE0E9-0915-60FE-73F5-897DFBE6677B}"/>
              </a:ext>
            </a:extLst>
          </p:cNvPr>
          <p:cNvCxnSpPr>
            <a:cxnSpLocks/>
          </p:cNvCxnSpPr>
          <p:nvPr/>
        </p:nvCxnSpPr>
        <p:spPr>
          <a:xfrm>
            <a:off x="8759127" y="1532077"/>
            <a:ext cx="795531" cy="1601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ángulo 41">
            <a:extLst>
              <a:ext uri="{FF2B5EF4-FFF2-40B4-BE49-F238E27FC236}">
                <a16:creationId xmlns:a16="http://schemas.microsoft.com/office/drawing/2014/main" id="{DD2012D2-1DA6-3E0C-BE8E-CAA5FFE50036}"/>
              </a:ext>
            </a:extLst>
          </p:cNvPr>
          <p:cNvSpPr/>
          <p:nvPr/>
        </p:nvSpPr>
        <p:spPr>
          <a:xfrm>
            <a:off x="7082042" y="1222698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4A17D98C-3B9A-A7C3-D9A3-FE58050FD856}"/>
              </a:ext>
            </a:extLst>
          </p:cNvPr>
          <p:cNvSpPr txBox="1"/>
          <p:nvPr/>
        </p:nvSpPr>
        <p:spPr>
          <a:xfrm>
            <a:off x="6729650" y="2077111"/>
            <a:ext cx="46573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MT que resuelve </a:t>
            </a:r>
            <a:r>
              <a:rPr lang="es-ES" sz="16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FSAT</a:t>
            </a:r>
            <a:r>
              <a:rPr lang="es-E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tiempo </a:t>
            </a:r>
            <a:r>
              <a:rPr lang="es-ES" sz="16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E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(n)</a:t>
            </a:r>
            <a:endParaRPr lang="es-AR" sz="1600" dirty="0">
              <a:solidFill>
                <a:srgbClr val="0070C0"/>
              </a:solidFill>
            </a:endParaRPr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5FE79CBB-2D9C-B853-852F-E5350FAB749C}"/>
              </a:ext>
            </a:extLst>
          </p:cNvPr>
          <p:cNvCxnSpPr>
            <a:cxnSpLocks/>
          </p:cNvCxnSpPr>
          <p:nvPr/>
        </p:nvCxnSpPr>
        <p:spPr>
          <a:xfrm flipV="1">
            <a:off x="1410381" y="1589397"/>
            <a:ext cx="903857" cy="76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ángulo 44">
            <a:extLst>
              <a:ext uri="{FF2B5EF4-FFF2-40B4-BE49-F238E27FC236}">
                <a16:creationId xmlns:a16="http://schemas.microsoft.com/office/drawing/2014/main" id="{11115B2C-B297-37E5-D4A0-8BDC98981BDB}"/>
              </a:ext>
            </a:extLst>
          </p:cNvPr>
          <p:cNvSpPr/>
          <p:nvPr/>
        </p:nvSpPr>
        <p:spPr>
          <a:xfrm>
            <a:off x="2314391" y="1170712"/>
            <a:ext cx="1017142" cy="8527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Título 1">
            <a:extLst>
              <a:ext uri="{FF2B5EF4-FFF2-40B4-BE49-F238E27FC236}">
                <a16:creationId xmlns:a16="http://schemas.microsoft.com/office/drawing/2014/main" id="{E9F7CD44-D48A-4B35-BEED-C9ADF303DDC0}"/>
              </a:ext>
            </a:extLst>
          </p:cNvPr>
          <p:cNvSpPr txBox="1">
            <a:spLocks/>
          </p:cNvSpPr>
          <p:nvPr/>
        </p:nvSpPr>
        <p:spPr>
          <a:xfrm>
            <a:off x="2539041" y="1438877"/>
            <a:ext cx="567841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4910FBA3-0CB3-0F0A-ADBC-A70D5DE959EC}"/>
              </a:ext>
            </a:extLst>
          </p:cNvPr>
          <p:cNvSpPr/>
          <p:nvPr/>
        </p:nvSpPr>
        <p:spPr>
          <a:xfrm>
            <a:off x="4081975" y="1153825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A32A49DE-E9D4-4C76-F14F-7BCFB3CF6CDB}"/>
              </a:ext>
            </a:extLst>
          </p:cNvPr>
          <p:cNvCxnSpPr>
            <a:cxnSpLocks/>
          </p:cNvCxnSpPr>
          <p:nvPr/>
        </p:nvCxnSpPr>
        <p:spPr>
          <a:xfrm flipV="1">
            <a:off x="3331532" y="1363158"/>
            <a:ext cx="795531" cy="1514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ángulo 48">
            <a:extLst>
              <a:ext uri="{FF2B5EF4-FFF2-40B4-BE49-F238E27FC236}">
                <a16:creationId xmlns:a16="http://schemas.microsoft.com/office/drawing/2014/main" id="{1849551B-78A5-14B4-F457-E384EA36963A}"/>
              </a:ext>
            </a:extLst>
          </p:cNvPr>
          <p:cNvSpPr/>
          <p:nvPr/>
        </p:nvSpPr>
        <p:spPr>
          <a:xfrm>
            <a:off x="4105779" y="1539122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38C99F1-124D-6FCA-3DB0-37652480C337}"/>
              </a:ext>
            </a:extLst>
          </p:cNvPr>
          <p:cNvCxnSpPr>
            <a:cxnSpLocks/>
          </p:cNvCxnSpPr>
          <p:nvPr/>
        </p:nvCxnSpPr>
        <p:spPr>
          <a:xfrm>
            <a:off x="3342432" y="1563590"/>
            <a:ext cx="795531" cy="1601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ángulo 50">
            <a:extLst>
              <a:ext uri="{FF2B5EF4-FFF2-40B4-BE49-F238E27FC236}">
                <a16:creationId xmlns:a16="http://schemas.microsoft.com/office/drawing/2014/main" id="{ED0E113A-8852-CEFB-A70D-C0678DDCF885}"/>
              </a:ext>
            </a:extLst>
          </p:cNvPr>
          <p:cNvSpPr/>
          <p:nvPr/>
        </p:nvSpPr>
        <p:spPr>
          <a:xfrm>
            <a:off x="1665347" y="1254211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endParaRPr lang="es-MX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9EF056D2-2929-50FC-0766-C8F0C1BAEFAB}"/>
              </a:ext>
            </a:extLst>
          </p:cNvPr>
          <p:cNvSpPr txBox="1"/>
          <p:nvPr/>
        </p:nvSpPr>
        <p:spPr>
          <a:xfrm>
            <a:off x="1323210" y="2053699"/>
            <a:ext cx="42391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MT que decide SAT en tiempo </a:t>
            </a:r>
            <a:r>
              <a:rPr lang="es-ES" sz="16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E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(n)</a:t>
            </a:r>
            <a:endParaRPr lang="es-AR" sz="1600" dirty="0">
              <a:solidFill>
                <a:srgbClr val="0070C0"/>
              </a:solidFill>
            </a:endParaRPr>
          </a:p>
        </p:txBody>
      </p:sp>
      <p:sp>
        <p:nvSpPr>
          <p:cNvPr id="53" name="Slide Number Placeholder 2">
            <a:extLst>
              <a:ext uri="{FF2B5EF4-FFF2-40B4-BE49-F238E27FC236}">
                <a16:creationId xmlns:a16="http://schemas.microsoft.com/office/drawing/2014/main" id="{5F68A0C2-CC68-36E6-4761-881BDB4C78D2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0E4757F-C132-E041-54B2-1B242B4E016B}"/>
              </a:ext>
            </a:extLst>
          </p:cNvPr>
          <p:cNvSpPr txBox="1"/>
          <p:nvPr/>
        </p:nvSpPr>
        <p:spPr>
          <a:xfrm>
            <a:off x="532442" y="608017"/>
            <a:ext cx="112391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Veamos que: Si F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SAT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∉ FP, entonces SAT ∉ P. </a:t>
            </a:r>
            <a:r>
              <a:rPr lang="es-AR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 lo mismo: si SAT ∈ </a:t>
            </a:r>
            <a:r>
              <a:rPr lang="es-AR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P, entonces </a:t>
            </a:r>
            <a:r>
              <a:rPr lang="es-AR" sz="16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FSAT</a:t>
            </a:r>
            <a:r>
              <a:rPr lang="es-AR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∈ FP</a:t>
            </a:r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6C6AD3AA-538A-210C-2675-F34115E1CA78}"/>
              </a:ext>
            </a:extLst>
          </p:cNvPr>
          <p:cNvSpPr/>
          <p:nvPr/>
        </p:nvSpPr>
        <p:spPr>
          <a:xfrm>
            <a:off x="5371156" y="2004072"/>
            <a:ext cx="978408" cy="484632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A597DE4B-A187-146A-703A-20604C49AD4A}"/>
              </a:ext>
            </a:extLst>
          </p:cNvPr>
          <p:cNvSpPr txBox="1"/>
          <p:nvPr/>
        </p:nvSpPr>
        <p:spPr>
          <a:xfrm>
            <a:off x="7509027" y="5245378"/>
            <a:ext cx="30985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Todos los parámetros miden O(n)</a:t>
            </a:r>
          </a:p>
          <a:p>
            <a:endParaRPr lang="es-AR" sz="1400" dirty="0">
              <a:solidFill>
                <a:srgbClr val="0070C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s-AR" sz="1400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Hay O(n) envíos y devoluciones</a:t>
            </a:r>
            <a:endParaRPr lang="es-AR" sz="1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58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  <p:bldP spid="10" grpId="0"/>
      <p:bldP spid="11" grpId="0"/>
      <p:bldP spid="13" grpId="0" animBg="1"/>
      <p:bldP spid="18" grpId="0"/>
      <p:bldP spid="19" grpId="0"/>
      <p:bldP spid="20" grpId="0"/>
      <p:bldP spid="21" grpId="0"/>
      <p:bldP spid="24" grpId="0"/>
      <p:bldP spid="25" grpId="0"/>
      <p:bldP spid="28" grpId="0"/>
      <p:bldP spid="30" grpId="0"/>
      <p:bldP spid="32" grpId="0" animBg="1"/>
      <p:bldP spid="3" grpId="0"/>
      <p:bldP spid="2" grpId="0"/>
      <p:bldP spid="8" grpId="0"/>
      <p:bldP spid="3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D42916BD-8951-40D0-B959-52B6F269556B}"/>
              </a:ext>
            </a:extLst>
          </p:cNvPr>
          <p:cNvSpPr/>
          <p:nvPr/>
        </p:nvSpPr>
        <p:spPr>
          <a:xfrm>
            <a:off x="224196" y="759209"/>
            <a:ext cx="11812091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Cuando a un problema de búsqueda de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óptimo (máximo o mínimo)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no se le conoce resolución polinomial,</a:t>
            </a:r>
          </a:p>
          <a:p>
            <a:pPr algn="just">
              <a:spcAft>
                <a:spcPts val="0"/>
              </a:spcAft>
            </a:pP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se plantea resolverlo con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una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aproximación polinomial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(MT de tiempo polinomial con una solución “buena”). </a:t>
            </a:r>
          </a:p>
          <a:p>
            <a:pPr algn="just">
              <a:spcAft>
                <a:spcPts val="0"/>
              </a:spcAft>
            </a:pPr>
            <a:endParaRPr lang="es-A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Ejemplo 1. Mínimo cubrimiento de vértices de un grafo (no tendría resolución polinomial).</a:t>
            </a:r>
          </a:p>
          <a:p>
            <a:pPr algn="just">
              <a:spcAft>
                <a:spcPts val="0"/>
              </a:spcAft>
            </a:pP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 siguiente MT M, en el peor caso, encuentra un cubrimiento con el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doble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de vértices del mínimo:</a:t>
            </a:r>
          </a:p>
          <a:p>
            <a:pPr algn="just">
              <a:spcAft>
                <a:spcPts val="0"/>
              </a:spcAft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algn="just">
              <a:spcAft>
                <a:spcPts val="0"/>
              </a:spcAft>
            </a:pPr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0"/>
              </a:spcAft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Es decir, se toman arcos no adyacentes de E y se construye un cubrimiento de vértices con sus dos extremos. </a:t>
            </a:r>
          </a:p>
          <a:p>
            <a:pPr algn="just">
              <a:spcAft>
                <a:spcPts val="0"/>
              </a:spcAft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24000" algn="just">
              <a:spcAft>
                <a:spcPts val="0"/>
              </a:spcAft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El cubrimiento mínimo del grafo de arriba tiene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tamaño 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 La MT M puede generar, entre otros cubrimientos:</a:t>
            </a:r>
          </a:p>
          <a:p>
            <a:pPr marL="324000" algn="just">
              <a:spcAft>
                <a:spcPts val="0"/>
              </a:spcAft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V´ = {1, 2, 3, 5, 4, 6}, de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tamaño 6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y V´ = {1, 2, 4, 5}, de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tamaño 4 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(ejercicio: ¿cuáles otros?).</a:t>
            </a:r>
          </a:p>
          <a:p>
            <a:pPr marL="324000" algn="just">
              <a:spcAft>
                <a:spcPts val="0"/>
              </a:spcAft>
            </a:pPr>
            <a:endParaRPr lang="es-AR" sz="2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063A429-E403-4A1F-B534-2D2BA4131768}"/>
              </a:ext>
            </a:extLst>
          </p:cNvPr>
          <p:cNvSpPr/>
          <p:nvPr/>
        </p:nvSpPr>
        <p:spPr>
          <a:xfrm>
            <a:off x="10273091" y="3585117"/>
            <a:ext cx="641685" cy="3756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A1A4825C-B234-4198-824F-6EE8160C7514}"/>
              </a:ext>
            </a:extLst>
          </p:cNvPr>
          <p:cNvSpPr/>
          <p:nvPr/>
        </p:nvSpPr>
        <p:spPr>
          <a:xfrm>
            <a:off x="7894172" y="2527593"/>
            <a:ext cx="457200" cy="457200"/>
          </a:xfrm>
          <a:prstGeom prst="flowChartConnector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66415341-F878-4FFC-9EA4-398E3A98239C}"/>
              </a:ext>
            </a:extLst>
          </p:cNvPr>
          <p:cNvCxnSpPr>
            <a:stCxn id="9" idx="5"/>
            <a:endCxn id="10" idx="2"/>
          </p:cNvCxnSpPr>
          <p:nvPr/>
        </p:nvCxnSpPr>
        <p:spPr>
          <a:xfrm>
            <a:off x="7160517" y="3456316"/>
            <a:ext cx="878034" cy="441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grama de flujo: conector 8">
            <a:extLst>
              <a:ext uri="{FF2B5EF4-FFF2-40B4-BE49-F238E27FC236}">
                <a16:creationId xmlns:a16="http://schemas.microsoft.com/office/drawing/2014/main" id="{CEC2944E-6BA1-4BD4-AED6-DB6BA635D0DD}"/>
              </a:ext>
            </a:extLst>
          </p:cNvPr>
          <p:cNvSpPr/>
          <p:nvPr/>
        </p:nvSpPr>
        <p:spPr>
          <a:xfrm>
            <a:off x="6770272" y="3066071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Diagrama de flujo: conector 9">
            <a:extLst>
              <a:ext uri="{FF2B5EF4-FFF2-40B4-BE49-F238E27FC236}">
                <a16:creationId xmlns:a16="http://schemas.microsoft.com/office/drawing/2014/main" id="{E6BA4F89-79F4-429E-AE83-5ACDD7C87D08}"/>
              </a:ext>
            </a:extLst>
          </p:cNvPr>
          <p:cNvSpPr/>
          <p:nvPr/>
        </p:nvSpPr>
        <p:spPr>
          <a:xfrm>
            <a:off x="8038551" y="3669351"/>
            <a:ext cx="457200" cy="457200"/>
          </a:xfrm>
          <a:prstGeom prst="flowChartConnector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Diagrama de flujo: conector 10">
            <a:extLst>
              <a:ext uri="{FF2B5EF4-FFF2-40B4-BE49-F238E27FC236}">
                <a16:creationId xmlns:a16="http://schemas.microsoft.com/office/drawing/2014/main" id="{901433B6-10F1-4CA0-8F03-D28A1FF3A737}"/>
              </a:ext>
            </a:extLst>
          </p:cNvPr>
          <p:cNvSpPr/>
          <p:nvPr/>
        </p:nvSpPr>
        <p:spPr>
          <a:xfrm>
            <a:off x="9602385" y="3362045"/>
            <a:ext cx="457200" cy="457200"/>
          </a:xfrm>
          <a:prstGeom prst="flowChartConnector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E8CD74D-E6CA-4741-9494-2D8A4916A87B}"/>
              </a:ext>
            </a:extLst>
          </p:cNvPr>
          <p:cNvCxnSpPr>
            <a:endCxn id="10" idx="0"/>
          </p:cNvCxnSpPr>
          <p:nvPr/>
        </p:nvCxnSpPr>
        <p:spPr>
          <a:xfrm>
            <a:off x="8122772" y="3000991"/>
            <a:ext cx="144379" cy="6683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6E3912BF-0EB2-4406-A8A7-CB807956857A}"/>
              </a:ext>
            </a:extLst>
          </p:cNvPr>
          <p:cNvCxnSpPr>
            <a:cxnSpLocks/>
          </p:cNvCxnSpPr>
          <p:nvPr/>
        </p:nvCxnSpPr>
        <p:spPr>
          <a:xfrm flipV="1">
            <a:off x="7207581" y="2870870"/>
            <a:ext cx="708195" cy="3360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1E81706E-84BF-46DD-A30E-10E0768EDBB2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8300628" y="2855837"/>
            <a:ext cx="1368712" cy="573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48154F4-0090-49D8-A8DF-3B336ED39D7C}"/>
              </a:ext>
            </a:extLst>
          </p:cNvPr>
          <p:cNvSpPr/>
          <p:nvPr/>
        </p:nvSpPr>
        <p:spPr>
          <a:xfrm>
            <a:off x="6845568" y="3113086"/>
            <a:ext cx="2984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7F4EA8B-2888-40A5-A722-0E59A40D19F6}"/>
              </a:ext>
            </a:extLst>
          </p:cNvPr>
          <p:cNvSpPr/>
          <p:nvPr/>
        </p:nvSpPr>
        <p:spPr>
          <a:xfrm>
            <a:off x="7963054" y="2568138"/>
            <a:ext cx="2984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32746002-3319-42BC-BF1D-FFB7984CF91D}"/>
              </a:ext>
            </a:extLst>
          </p:cNvPr>
          <p:cNvCxnSpPr>
            <a:cxnSpLocks/>
            <a:stCxn id="11" idx="6"/>
          </p:cNvCxnSpPr>
          <p:nvPr/>
        </p:nvCxnSpPr>
        <p:spPr>
          <a:xfrm>
            <a:off x="10059585" y="3590645"/>
            <a:ext cx="1091290" cy="4613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7F1D730E-3F6A-4765-A582-ECE016EB6992}"/>
              </a:ext>
            </a:extLst>
          </p:cNvPr>
          <p:cNvSpPr/>
          <p:nvPr/>
        </p:nvSpPr>
        <p:spPr>
          <a:xfrm>
            <a:off x="11152828" y="3900293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1A6B8A6-8F8A-4C99-B0AC-CD601C18F12D}"/>
              </a:ext>
            </a:extLst>
          </p:cNvPr>
          <p:cNvSpPr/>
          <p:nvPr/>
        </p:nvSpPr>
        <p:spPr>
          <a:xfrm>
            <a:off x="11237049" y="3975168"/>
            <a:ext cx="298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39F06C42-35BB-4F50-8627-084E452EBE28}"/>
              </a:ext>
            </a:extLst>
          </p:cNvPr>
          <p:cNvCxnSpPr>
            <a:cxnSpLocks/>
            <a:stCxn id="11" idx="7"/>
          </p:cNvCxnSpPr>
          <p:nvPr/>
        </p:nvCxnSpPr>
        <p:spPr>
          <a:xfrm flipV="1">
            <a:off x="9992630" y="2937472"/>
            <a:ext cx="1208395" cy="4915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iagrama de flujo: conector 23">
            <a:extLst>
              <a:ext uri="{FF2B5EF4-FFF2-40B4-BE49-F238E27FC236}">
                <a16:creationId xmlns:a16="http://schemas.microsoft.com/office/drawing/2014/main" id="{D93A156A-3DAC-4017-BC8E-0F42B713BE15}"/>
              </a:ext>
            </a:extLst>
          </p:cNvPr>
          <p:cNvSpPr/>
          <p:nvPr/>
        </p:nvSpPr>
        <p:spPr>
          <a:xfrm>
            <a:off x="11217794" y="2683419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46BB12B-9F4D-4988-AF8D-1CE71D477565}"/>
              </a:ext>
            </a:extLst>
          </p:cNvPr>
          <p:cNvSpPr/>
          <p:nvPr/>
        </p:nvSpPr>
        <p:spPr>
          <a:xfrm>
            <a:off x="11302015" y="2758294"/>
            <a:ext cx="298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57E530D4-4928-404C-B195-A3247DAA3C20}"/>
              </a:ext>
            </a:extLst>
          </p:cNvPr>
          <p:cNvCxnSpPr>
            <a:cxnSpLocks/>
            <a:stCxn id="10" idx="6"/>
            <a:endCxn id="21" idx="2"/>
          </p:cNvCxnSpPr>
          <p:nvPr/>
        </p:nvCxnSpPr>
        <p:spPr>
          <a:xfrm>
            <a:off x="8495751" y="3897951"/>
            <a:ext cx="2657077" cy="2309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Slide Number Placeholder 2">
            <a:extLst>
              <a:ext uri="{FF2B5EF4-FFF2-40B4-BE49-F238E27FC236}">
                <a16:creationId xmlns:a16="http://schemas.microsoft.com/office/drawing/2014/main" id="{1C58185F-5F93-490C-9287-1D9D2613D4D3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2141E33-1016-95E0-360B-1EAB24092C3D}"/>
              </a:ext>
            </a:extLst>
          </p:cNvPr>
          <p:cNvSpPr/>
          <p:nvPr/>
        </p:nvSpPr>
        <p:spPr>
          <a:xfrm>
            <a:off x="180907" y="113693"/>
            <a:ext cx="79811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Aproximaciones polinomiales</a:t>
            </a:r>
            <a:endParaRPr lang="es-AR" sz="28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96FD8FE-ED33-1D73-80D1-96FBE50AA7AD}"/>
              </a:ext>
            </a:extLst>
          </p:cNvPr>
          <p:cNvSpPr txBox="1"/>
          <p:nvPr/>
        </p:nvSpPr>
        <p:spPr>
          <a:xfrm>
            <a:off x="597719" y="2526222"/>
            <a:ext cx="6191654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Dado G = (V, E), la MT M hace:</a:t>
            </a:r>
          </a:p>
          <a:p>
            <a:pPr algn="just"/>
            <a:endParaRPr lang="es-MX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0000" lvl="2" indent="-457200" algn="just">
              <a:buAutoNum type="arabicPeriod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V’ :=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∅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y  E’ := E  </a:t>
            </a:r>
          </a:p>
          <a:p>
            <a:pPr marL="720000" lvl="2" indent="-457200" algn="just">
              <a:buAutoNum type="arabicPeriod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E’ =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∅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acepta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0000" lvl="2" indent="-457200" algn="just">
              <a:buAutoNum type="arabicPeriod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E’ := E’ – {(v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v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)}, siendo (v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v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algún arco de E’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0000" lvl="2" indent="-457200" algn="just">
              <a:buAutoNum type="arabicPeriod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v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∉ V’ y v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∉ V’, entonces V’ := V’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⋃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{v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v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0000" lvl="2" indent="-457200" algn="just">
              <a:buAutoNum type="arabicPeriod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Vuelve al paso 2 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4746673A-09A2-E28E-2C8F-2820F66DFB97}"/>
              </a:ext>
            </a:extLst>
          </p:cNvPr>
          <p:cNvSpPr/>
          <p:nvPr/>
        </p:nvSpPr>
        <p:spPr>
          <a:xfrm>
            <a:off x="9681745" y="3431417"/>
            <a:ext cx="2984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E37D8088-DB3B-49F3-C22C-59C160876B53}"/>
              </a:ext>
            </a:extLst>
          </p:cNvPr>
          <p:cNvSpPr/>
          <p:nvPr/>
        </p:nvSpPr>
        <p:spPr>
          <a:xfrm>
            <a:off x="8117911" y="3743590"/>
            <a:ext cx="2984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77768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ipse 6">
            <a:extLst>
              <a:ext uri="{FF2B5EF4-FFF2-40B4-BE49-F238E27FC236}">
                <a16:creationId xmlns:a16="http://schemas.microsoft.com/office/drawing/2014/main" id="{3DF15832-601A-4595-8031-7293C0ADEA32}"/>
              </a:ext>
            </a:extLst>
          </p:cNvPr>
          <p:cNvSpPr/>
          <p:nvPr/>
        </p:nvSpPr>
        <p:spPr>
          <a:xfrm>
            <a:off x="7107817" y="5405166"/>
            <a:ext cx="641685" cy="3756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42916BD-8951-40D0-B959-52B6F269556B}"/>
              </a:ext>
            </a:extLst>
          </p:cNvPr>
          <p:cNvSpPr/>
          <p:nvPr/>
        </p:nvSpPr>
        <p:spPr>
          <a:xfrm>
            <a:off x="290302" y="326852"/>
            <a:ext cx="11611396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Ejemplo 2. Problema de búsqueda del máximo corte de un grafo (OMC). </a:t>
            </a:r>
          </a:p>
          <a:p>
            <a:pPr algn="just">
              <a:spcAft>
                <a:spcPts val="0"/>
              </a:spcAft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8000" algn="just">
              <a:spcAft>
                <a:spcPts val="0"/>
              </a:spcAft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-  Dado un grafo G = (V, E), un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corte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de G es una partición {S, T} de V. </a:t>
            </a:r>
          </a:p>
          <a:p>
            <a:pPr marL="285750" indent="-285750" algn="just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8000" algn="just">
              <a:spcAft>
                <a:spcPts val="0"/>
              </a:spcAft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-  Un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arco de corte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conecta un vértice de S con un vértice de T.</a:t>
            </a:r>
          </a:p>
          <a:p>
            <a:pPr marL="288000" algn="just">
              <a:spcAft>
                <a:spcPts val="0"/>
              </a:spcAft>
            </a:pPr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8000" algn="just">
              <a:spcAft>
                <a:spcPts val="0"/>
              </a:spcAft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-  El problema consiste en encontrar el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corte con el máximo número de arcos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Aft>
                <a:spcPts val="0"/>
              </a:spcAft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El lenguaje asociado es MC = {(G, K) | G tiene un corte de K arcos}. Se prueba que MC es NP-completo.</a:t>
            </a:r>
          </a:p>
          <a:p>
            <a:pPr marL="285750" indent="-285750" algn="just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 siguiente MT M es una aproximación polinomial para el problema. Dado G = (V, E), M hace:  </a:t>
            </a:r>
          </a:p>
          <a:p>
            <a:pPr algn="just">
              <a:spcAft>
                <a:spcPts val="0"/>
              </a:spcAft>
            </a:pPr>
            <a:endParaRPr lang="es-A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12000" indent="-342900" algn="just">
              <a:spcAft>
                <a:spcPts val="0"/>
              </a:spcAft>
              <a:buFont typeface="+mj-lt"/>
              <a:buAutoNum type="arabicPeriod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Hace S :=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∅ y T := V.</a:t>
            </a:r>
          </a:p>
          <a:p>
            <a:pPr marL="612000" indent="-342900" algn="just">
              <a:spcAft>
                <a:spcPts val="0"/>
              </a:spcAft>
              <a:buFont typeface="+mj-lt"/>
              <a:buAutoNum type="arabicPeriod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moviendo un vértice i de S a T o de T a S crece el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nro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de arcos de corte, entonces lo mueve.</a:t>
            </a:r>
          </a:p>
          <a:p>
            <a:pPr marL="612000" indent="-342900" algn="just">
              <a:spcAft>
                <a:spcPts val="0"/>
              </a:spcAft>
              <a:buFont typeface="+mj-lt"/>
              <a:buAutoNum type="arabicPeriod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Vuelve a (2). 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4B829B82-658B-4AEC-B933-08971ABCB6A6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712E09F-BF10-1ED7-F2F3-6F8ADE3DAA51}"/>
              </a:ext>
            </a:extLst>
          </p:cNvPr>
          <p:cNvSpPr txBox="1"/>
          <p:nvPr/>
        </p:nvSpPr>
        <p:spPr>
          <a:xfrm>
            <a:off x="9202995" y="1668200"/>
            <a:ext cx="20769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u="sng" dirty="0">
                <a:latin typeface="Arial" panose="020B0604020202020204" pitchFamily="34" charset="0"/>
                <a:cs typeface="Arial" panose="020B0604020202020204" pitchFamily="34" charset="0"/>
              </a:rPr>
              <a:t>Ej. Corte de 5 arcos</a:t>
            </a:r>
            <a:endParaRPr lang="es-AR" sz="1600" u="sng" dirty="0"/>
          </a:p>
        </p:txBody>
      </p:sp>
      <p:sp>
        <p:nvSpPr>
          <p:cNvPr id="30" name="Diagrama de flujo: conector 29">
            <a:extLst>
              <a:ext uri="{FF2B5EF4-FFF2-40B4-BE49-F238E27FC236}">
                <a16:creationId xmlns:a16="http://schemas.microsoft.com/office/drawing/2014/main" id="{5E65FBDE-E97D-58EA-1246-CB4D19408A5A}"/>
              </a:ext>
            </a:extLst>
          </p:cNvPr>
          <p:cNvSpPr/>
          <p:nvPr/>
        </p:nvSpPr>
        <p:spPr>
          <a:xfrm>
            <a:off x="545735" y="5742367"/>
            <a:ext cx="319551" cy="320807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1" name="Diagrama de flujo: conector 30">
            <a:extLst>
              <a:ext uri="{FF2B5EF4-FFF2-40B4-BE49-F238E27FC236}">
                <a16:creationId xmlns:a16="http://schemas.microsoft.com/office/drawing/2014/main" id="{BC97DE5D-F3F6-4466-5E75-563CA45DB9A0}"/>
              </a:ext>
            </a:extLst>
          </p:cNvPr>
          <p:cNvSpPr/>
          <p:nvPr/>
        </p:nvSpPr>
        <p:spPr>
          <a:xfrm>
            <a:off x="545736" y="5157021"/>
            <a:ext cx="319551" cy="320807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2" name="Diagrama de flujo: conector 31">
            <a:extLst>
              <a:ext uri="{FF2B5EF4-FFF2-40B4-BE49-F238E27FC236}">
                <a16:creationId xmlns:a16="http://schemas.microsoft.com/office/drawing/2014/main" id="{9E16E4B3-23D3-762F-475F-C463146E9B9F}"/>
              </a:ext>
            </a:extLst>
          </p:cNvPr>
          <p:cNvSpPr/>
          <p:nvPr/>
        </p:nvSpPr>
        <p:spPr>
          <a:xfrm>
            <a:off x="545735" y="4559067"/>
            <a:ext cx="319551" cy="320807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3" name="Diagrama de flujo: conector 32">
            <a:extLst>
              <a:ext uri="{FF2B5EF4-FFF2-40B4-BE49-F238E27FC236}">
                <a16:creationId xmlns:a16="http://schemas.microsoft.com/office/drawing/2014/main" id="{B30D8451-F001-7927-36DF-8EB8BDEDBEDE}"/>
              </a:ext>
            </a:extLst>
          </p:cNvPr>
          <p:cNvSpPr/>
          <p:nvPr/>
        </p:nvSpPr>
        <p:spPr>
          <a:xfrm>
            <a:off x="1284688" y="4859233"/>
            <a:ext cx="319551" cy="32080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4" name="Diagrama de flujo: conector 33">
            <a:extLst>
              <a:ext uri="{FF2B5EF4-FFF2-40B4-BE49-F238E27FC236}">
                <a16:creationId xmlns:a16="http://schemas.microsoft.com/office/drawing/2014/main" id="{CD097693-10A2-4BE0-11FF-9E4B49640F2E}"/>
              </a:ext>
            </a:extLst>
          </p:cNvPr>
          <p:cNvSpPr/>
          <p:nvPr/>
        </p:nvSpPr>
        <p:spPr>
          <a:xfrm>
            <a:off x="1305181" y="5522780"/>
            <a:ext cx="319551" cy="32080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DC51B856-EB8D-6860-F3EF-7A3BEE1E4388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865286" y="4797117"/>
            <a:ext cx="419402" cy="2225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E118F96E-E34D-5562-18A8-17C7E7DBA87C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705512" y="4901222"/>
            <a:ext cx="27826" cy="2557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20A25C1E-5D8F-4695-BFB3-B6942A4FE79C}"/>
              </a:ext>
            </a:extLst>
          </p:cNvPr>
          <p:cNvCxnSpPr>
            <a:cxnSpLocks/>
            <a:endCxn id="33" idx="3"/>
          </p:cNvCxnSpPr>
          <p:nvPr/>
        </p:nvCxnSpPr>
        <p:spPr>
          <a:xfrm flipV="1">
            <a:off x="870907" y="5133059"/>
            <a:ext cx="460578" cy="13668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40DC52B2-AE0D-34BE-795C-1E200A04FCBE}"/>
              </a:ext>
            </a:extLst>
          </p:cNvPr>
          <p:cNvCxnSpPr>
            <a:cxnSpLocks/>
            <a:endCxn id="34" idx="2"/>
          </p:cNvCxnSpPr>
          <p:nvPr/>
        </p:nvCxnSpPr>
        <p:spPr>
          <a:xfrm>
            <a:off x="828230" y="5406425"/>
            <a:ext cx="476951" cy="27675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B5F024A7-9CA8-6711-9A57-6CE7CCB145AA}"/>
              </a:ext>
            </a:extLst>
          </p:cNvPr>
          <p:cNvCxnSpPr>
            <a:cxnSpLocks/>
            <a:endCxn id="34" idx="3"/>
          </p:cNvCxnSpPr>
          <p:nvPr/>
        </p:nvCxnSpPr>
        <p:spPr>
          <a:xfrm flipV="1">
            <a:off x="891781" y="5796606"/>
            <a:ext cx="460197" cy="13457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BFA7D7F9-3F48-8DF5-5FDC-3BE888BFE793}"/>
              </a:ext>
            </a:extLst>
          </p:cNvPr>
          <p:cNvCxnSpPr>
            <a:cxnSpLocks/>
            <a:endCxn id="33" idx="3"/>
          </p:cNvCxnSpPr>
          <p:nvPr/>
        </p:nvCxnSpPr>
        <p:spPr>
          <a:xfrm flipV="1">
            <a:off x="797845" y="5133059"/>
            <a:ext cx="533640" cy="6096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Diagrama de flujo: conector 74">
            <a:extLst>
              <a:ext uri="{FF2B5EF4-FFF2-40B4-BE49-F238E27FC236}">
                <a16:creationId xmlns:a16="http://schemas.microsoft.com/office/drawing/2014/main" id="{C3E80466-A81E-D85B-FD47-E77642614B3F}"/>
              </a:ext>
            </a:extLst>
          </p:cNvPr>
          <p:cNvSpPr/>
          <p:nvPr/>
        </p:nvSpPr>
        <p:spPr>
          <a:xfrm>
            <a:off x="2245090" y="5762675"/>
            <a:ext cx="319551" cy="320807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6" name="Diagrama de flujo: conector 75">
            <a:extLst>
              <a:ext uri="{FF2B5EF4-FFF2-40B4-BE49-F238E27FC236}">
                <a16:creationId xmlns:a16="http://schemas.microsoft.com/office/drawing/2014/main" id="{3AB5327E-9EE8-2C5B-6500-3EE616192BEE}"/>
              </a:ext>
            </a:extLst>
          </p:cNvPr>
          <p:cNvSpPr/>
          <p:nvPr/>
        </p:nvSpPr>
        <p:spPr>
          <a:xfrm>
            <a:off x="2245091" y="5177329"/>
            <a:ext cx="319551" cy="320807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7" name="Diagrama de flujo: conector 76">
            <a:extLst>
              <a:ext uri="{FF2B5EF4-FFF2-40B4-BE49-F238E27FC236}">
                <a16:creationId xmlns:a16="http://schemas.microsoft.com/office/drawing/2014/main" id="{2DF6AED4-35D2-C9A9-AD46-D9D48087D936}"/>
              </a:ext>
            </a:extLst>
          </p:cNvPr>
          <p:cNvSpPr/>
          <p:nvPr/>
        </p:nvSpPr>
        <p:spPr>
          <a:xfrm>
            <a:off x="2245090" y="4579375"/>
            <a:ext cx="319551" cy="320807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8" name="Diagrama de flujo: conector 77">
            <a:extLst>
              <a:ext uri="{FF2B5EF4-FFF2-40B4-BE49-F238E27FC236}">
                <a16:creationId xmlns:a16="http://schemas.microsoft.com/office/drawing/2014/main" id="{5440AED3-A8AE-DFF8-03BC-DDEC76B5E8F2}"/>
              </a:ext>
            </a:extLst>
          </p:cNvPr>
          <p:cNvSpPr/>
          <p:nvPr/>
        </p:nvSpPr>
        <p:spPr>
          <a:xfrm>
            <a:off x="2984043" y="4879541"/>
            <a:ext cx="319551" cy="32080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9" name="Diagrama de flujo: conector 78">
            <a:extLst>
              <a:ext uri="{FF2B5EF4-FFF2-40B4-BE49-F238E27FC236}">
                <a16:creationId xmlns:a16="http://schemas.microsoft.com/office/drawing/2014/main" id="{5B143DD1-8029-4F3A-E798-5BA7F5F2F282}"/>
              </a:ext>
            </a:extLst>
          </p:cNvPr>
          <p:cNvSpPr/>
          <p:nvPr/>
        </p:nvSpPr>
        <p:spPr>
          <a:xfrm>
            <a:off x="3004536" y="5543088"/>
            <a:ext cx="319551" cy="32080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80" name="Conector recto 79">
            <a:extLst>
              <a:ext uri="{FF2B5EF4-FFF2-40B4-BE49-F238E27FC236}">
                <a16:creationId xmlns:a16="http://schemas.microsoft.com/office/drawing/2014/main" id="{D3368212-61EB-2B70-2FFF-369197BA11BA}"/>
              </a:ext>
            </a:extLst>
          </p:cNvPr>
          <p:cNvCxnSpPr>
            <a:cxnSpLocks/>
            <a:endCxn id="78" idx="2"/>
          </p:cNvCxnSpPr>
          <p:nvPr/>
        </p:nvCxnSpPr>
        <p:spPr>
          <a:xfrm>
            <a:off x="2564641" y="4817425"/>
            <a:ext cx="419402" cy="2225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cto 80">
            <a:extLst>
              <a:ext uri="{FF2B5EF4-FFF2-40B4-BE49-F238E27FC236}">
                <a16:creationId xmlns:a16="http://schemas.microsoft.com/office/drawing/2014/main" id="{5731B477-5785-9C8D-E84B-24D6529C6D77}"/>
              </a:ext>
            </a:extLst>
          </p:cNvPr>
          <p:cNvCxnSpPr>
            <a:cxnSpLocks/>
            <a:stCxn id="76" idx="0"/>
          </p:cNvCxnSpPr>
          <p:nvPr/>
        </p:nvCxnSpPr>
        <p:spPr>
          <a:xfrm flipV="1">
            <a:off x="2404867" y="4921530"/>
            <a:ext cx="27826" cy="2557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851C5D47-54A1-1DB5-9182-311FAF3630A7}"/>
              </a:ext>
            </a:extLst>
          </p:cNvPr>
          <p:cNvCxnSpPr>
            <a:cxnSpLocks/>
            <a:endCxn id="78" idx="3"/>
          </p:cNvCxnSpPr>
          <p:nvPr/>
        </p:nvCxnSpPr>
        <p:spPr>
          <a:xfrm flipV="1">
            <a:off x="2570262" y="5153367"/>
            <a:ext cx="460578" cy="13668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BACCE070-29C6-B4B9-B2CD-087C63923ADA}"/>
              </a:ext>
            </a:extLst>
          </p:cNvPr>
          <p:cNvCxnSpPr>
            <a:cxnSpLocks/>
            <a:endCxn id="79" idx="2"/>
          </p:cNvCxnSpPr>
          <p:nvPr/>
        </p:nvCxnSpPr>
        <p:spPr>
          <a:xfrm>
            <a:off x="2527585" y="5426733"/>
            <a:ext cx="476951" cy="27675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99444CD7-B37E-5F28-A9DE-393F9374FD26}"/>
              </a:ext>
            </a:extLst>
          </p:cNvPr>
          <p:cNvCxnSpPr>
            <a:cxnSpLocks/>
            <a:endCxn id="79" idx="3"/>
          </p:cNvCxnSpPr>
          <p:nvPr/>
        </p:nvCxnSpPr>
        <p:spPr>
          <a:xfrm flipV="1">
            <a:off x="2591136" y="5816914"/>
            <a:ext cx="460197" cy="13457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3BE4071A-B417-5386-A0DB-9DD15335EE82}"/>
              </a:ext>
            </a:extLst>
          </p:cNvPr>
          <p:cNvCxnSpPr>
            <a:cxnSpLocks/>
            <a:endCxn id="78" idx="3"/>
          </p:cNvCxnSpPr>
          <p:nvPr/>
        </p:nvCxnSpPr>
        <p:spPr>
          <a:xfrm flipV="1">
            <a:off x="2497200" y="5153367"/>
            <a:ext cx="533640" cy="60964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Diagrama de flujo: conector 85">
            <a:extLst>
              <a:ext uri="{FF2B5EF4-FFF2-40B4-BE49-F238E27FC236}">
                <a16:creationId xmlns:a16="http://schemas.microsoft.com/office/drawing/2014/main" id="{F7319652-6979-2B36-AB02-D589EDF5C3A5}"/>
              </a:ext>
            </a:extLst>
          </p:cNvPr>
          <p:cNvSpPr/>
          <p:nvPr/>
        </p:nvSpPr>
        <p:spPr>
          <a:xfrm>
            <a:off x="3932670" y="5762675"/>
            <a:ext cx="319551" cy="320807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7" name="Diagrama de flujo: conector 86">
            <a:extLst>
              <a:ext uri="{FF2B5EF4-FFF2-40B4-BE49-F238E27FC236}">
                <a16:creationId xmlns:a16="http://schemas.microsoft.com/office/drawing/2014/main" id="{45B65FFB-A961-E5D0-88C5-51DB27C63840}"/>
              </a:ext>
            </a:extLst>
          </p:cNvPr>
          <p:cNvSpPr/>
          <p:nvPr/>
        </p:nvSpPr>
        <p:spPr>
          <a:xfrm>
            <a:off x="3932671" y="5177329"/>
            <a:ext cx="319551" cy="320807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8" name="Diagrama de flujo: conector 87">
            <a:extLst>
              <a:ext uri="{FF2B5EF4-FFF2-40B4-BE49-F238E27FC236}">
                <a16:creationId xmlns:a16="http://schemas.microsoft.com/office/drawing/2014/main" id="{A2D19DDB-70FF-4985-19BB-EA3FB226500E}"/>
              </a:ext>
            </a:extLst>
          </p:cNvPr>
          <p:cNvSpPr/>
          <p:nvPr/>
        </p:nvSpPr>
        <p:spPr>
          <a:xfrm>
            <a:off x="3932670" y="4579375"/>
            <a:ext cx="319551" cy="320807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9" name="Diagrama de flujo: conector 88">
            <a:extLst>
              <a:ext uri="{FF2B5EF4-FFF2-40B4-BE49-F238E27FC236}">
                <a16:creationId xmlns:a16="http://schemas.microsoft.com/office/drawing/2014/main" id="{31819806-76B9-A333-DB86-3B3221435620}"/>
              </a:ext>
            </a:extLst>
          </p:cNvPr>
          <p:cNvSpPr/>
          <p:nvPr/>
        </p:nvSpPr>
        <p:spPr>
          <a:xfrm>
            <a:off x="4671623" y="4879541"/>
            <a:ext cx="319551" cy="32080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0" name="Diagrama de flujo: conector 89">
            <a:extLst>
              <a:ext uri="{FF2B5EF4-FFF2-40B4-BE49-F238E27FC236}">
                <a16:creationId xmlns:a16="http://schemas.microsoft.com/office/drawing/2014/main" id="{CCD1E440-C86A-EEF7-5C62-12415C767652}"/>
              </a:ext>
            </a:extLst>
          </p:cNvPr>
          <p:cNvSpPr/>
          <p:nvPr/>
        </p:nvSpPr>
        <p:spPr>
          <a:xfrm>
            <a:off x="4692116" y="5543088"/>
            <a:ext cx="319551" cy="32080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91" name="Conector recto 90">
            <a:extLst>
              <a:ext uri="{FF2B5EF4-FFF2-40B4-BE49-F238E27FC236}">
                <a16:creationId xmlns:a16="http://schemas.microsoft.com/office/drawing/2014/main" id="{9A5CADB1-0B28-9359-0200-38848105979D}"/>
              </a:ext>
            </a:extLst>
          </p:cNvPr>
          <p:cNvCxnSpPr>
            <a:cxnSpLocks/>
            <a:endCxn id="89" idx="2"/>
          </p:cNvCxnSpPr>
          <p:nvPr/>
        </p:nvCxnSpPr>
        <p:spPr>
          <a:xfrm>
            <a:off x="4252221" y="4817425"/>
            <a:ext cx="419402" cy="2225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91">
            <a:extLst>
              <a:ext uri="{FF2B5EF4-FFF2-40B4-BE49-F238E27FC236}">
                <a16:creationId xmlns:a16="http://schemas.microsoft.com/office/drawing/2014/main" id="{3A320EA3-39D3-F1EF-D6B6-8D65C295E52C}"/>
              </a:ext>
            </a:extLst>
          </p:cNvPr>
          <p:cNvCxnSpPr>
            <a:cxnSpLocks/>
            <a:stCxn id="87" idx="0"/>
          </p:cNvCxnSpPr>
          <p:nvPr/>
        </p:nvCxnSpPr>
        <p:spPr>
          <a:xfrm flipV="1">
            <a:off x="4092447" y="4921530"/>
            <a:ext cx="27826" cy="255799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71AEAF19-39BA-0305-C050-CE87ED19F1D0}"/>
              </a:ext>
            </a:extLst>
          </p:cNvPr>
          <p:cNvCxnSpPr>
            <a:cxnSpLocks/>
            <a:endCxn id="89" idx="3"/>
          </p:cNvCxnSpPr>
          <p:nvPr/>
        </p:nvCxnSpPr>
        <p:spPr>
          <a:xfrm flipV="1">
            <a:off x="4257842" y="5153367"/>
            <a:ext cx="460578" cy="136683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cto 93">
            <a:extLst>
              <a:ext uri="{FF2B5EF4-FFF2-40B4-BE49-F238E27FC236}">
                <a16:creationId xmlns:a16="http://schemas.microsoft.com/office/drawing/2014/main" id="{D826B120-0ACA-0245-1F29-C3EE5C334C2F}"/>
              </a:ext>
            </a:extLst>
          </p:cNvPr>
          <p:cNvCxnSpPr>
            <a:cxnSpLocks/>
            <a:endCxn id="90" idx="2"/>
          </p:cNvCxnSpPr>
          <p:nvPr/>
        </p:nvCxnSpPr>
        <p:spPr>
          <a:xfrm>
            <a:off x="4215165" y="5426733"/>
            <a:ext cx="476951" cy="276759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EBC1FC2B-F109-B797-22B5-48C58897E606}"/>
              </a:ext>
            </a:extLst>
          </p:cNvPr>
          <p:cNvCxnSpPr>
            <a:cxnSpLocks/>
            <a:endCxn id="90" idx="3"/>
          </p:cNvCxnSpPr>
          <p:nvPr/>
        </p:nvCxnSpPr>
        <p:spPr>
          <a:xfrm flipV="1">
            <a:off x="4278716" y="5816914"/>
            <a:ext cx="460197" cy="13457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AA0FEC17-D77D-53C1-94F3-82C21BF76C49}"/>
              </a:ext>
            </a:extLst>
          </p:cNvPr>
          <p:cNvCxnSpPr>
            <a:cxnSpLocks/>
            <a:endCxn id="89" idx="3"/>
          </p:cNvCxnSpPr>
          <p:nvPr/>
        </p:nvCxnSpPr>
        <p:spPr>
          <a:xfrm flipV="1">
            <a:off x="4184780" y="5153367"/>
            <a:ext cx="533640" cy="60964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Diagrama de flujo: conector 96">
            <a:extLst>
              <a:ext uri="{FF2B5EF4-FFF2-40B4-BE49-F238E27FC236}">
                <a16:creationId xmlns:a16="http://schemas.microsoft.com/office/drawing/2014/main" id="{A71C6E37-A125-CC6F-C580-C91D5984AFC5}"/>
              </a:ext>
            </a:extLst>
          </p:cNvPr>
          <p:cNvSpPr/>
          <p:nvPr/>
        </p:nvSpPr>
        <p:spPr>
          <a:xfrm>
            <a:off x="9502518" y="1368354"/>
            <a:ext cx="319551" cy="320807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8" name="Diagrama de flujo: conector 97">
            <a:extLst>
              <a:ext uri="{FF2B5EF4-FFF2-40B4-BE49-F238E27FC236}">
                <a16:creationId xmlns:a16="http://schemas.microsoft.com/office/drawing/2014/main" id="{CFAFBFBD-D80F-A253-A713-26EA8A59A9B9}"/>
              </a:ext>
            </a:extLst>
          </p:cNvPr>
          <p:cNvSpPr/>
          <p:nvPr/>
        </p:nvSpPr>
        <p:spPr>
          <a:xfrm>
            <a:off x="9502519" y="783008"/>
            <a:ext cx="319551" cy="320807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9" name="Diagrama de flujo: conector 98">
            <a:extLst>
              <a:ext uri="{FF2B5EF4-FFF2-40B4-BE49-F238E27FC236}">
                <a16:creationId xmlns:a16="http://schemas.microsoft.com/office/drawing/2014/main" id="{8C2E9EAA-AC9F-6884-9E15-C22841027358}"/>
              </a:ext>
            </a:extLst>
          </p:cNvPr>
          <p:cNvSpPr/>
          <p:nvPr/>
        </p:nvSpPr>
        <p:spPr>
          <a:xfrm>
            <a:off x="9502518" y="185054"/>
            <a:ext cx="319551" cy="320807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0" name="Diagrama de flujo: conector 99">
            <a:extLst>
              <a:ext uri="{FF2B5EF4-FFF2-40B4-BE49-F238E27FC236}">
                <a16:creationId xmlns:a16="http://schemas.microsoft.com/office/drawing/2014/main" id="{971D67A2-BF27-BA88-03DE-DEC50E53E049}"/>
              </a:ext>
            </a:extLst>
          </p:cNvPr>
          <p:cNvSpPr/>
          <p:nvPr/>
        </p:nvSpPr>
        <p:spPr>
          <a:xfrm>
            <a:off x="10241471" y="485220"/>
            <a:ext cx="319551" cy="32080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1" name="Diagrama de flujo: conector 100">
            <a:extLst>
              <a:ext uri="{FF2B5EF4-FFF2-40B4-BE49-F238E27FC236}">
                <a16:creationId xmlns:a16="http://schemas.microsoft.com/office/drawing/2014/main" id="{3B9D39EC-FB34-AB2A-4DB3-9CD9EE265B9A}"/>
              </a:ext>
            </a:extLst>
          </p:cNvPr>
          <p:cNvSpPr/>
          <p:nvPr/>
        </p:nvSpPr>
        <p:spPr>
          <a:xfrm>
            <a:off x="10261964" y="1148767"/>
            <a:ext cx="319551" cy="32080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02" name="Conector recto 101">
            <a:extLst>
              <a:ext uri="{FF2B5EF4-FFF2-40B4-BE49-F238E27FC236}">
                <a16:creationId xmlns:a16="http://schemas.microsoft.com/office/drawing/2014/main" id="{6D389745-43AA-4940-594C-316203FDC5FC}"/>
              </a:ext>
            </a:extLst>
          </p:cNvPr>
          <p:cNvCxnSpPr>
            <a:cxnSpLocks/>
            <a:endCxn id="100" idx="2"/>
          </p:cNvCxnSpPr>
          <p:nvPr/>
        </p:nvCxnSpPr>
        <p:spPr>
          <a:xfrm>
            <a:off x="9822069" y="423104"/>
            <a:ext cx="419402" cy="2225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recto 102">
            <a:extLst>
              <a:ext uri="{FF2B5EF4-FFF2-40B4-BE49-F238E27FC236}">
                <a16:creationId xmlns:a16="http://schemas.microsoft.com/office/drawing/2014/main" id="{0CBF6891-65F1-D569-48F1-8405F9BC7745}"/>
              </a:ext>
            </a:extLst>
          </p:cNvPr>
          <p:cNvCxnSpPr>
            <a:cxnSpLocks/>
            <a:stCxn id="98" idx="0"/>
          </p:cNvCxnSpPr>
          <p:nvPr/>
        </p:nvCxnSpPr>
        <p:spPr>
          <a:xfrm flipV="1">
            <a:off x="9662295" y="527209"/>
            <a:ext cx="27826" cy="255799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4DE8F8E6-4537-2888-682A-9A796774751D}"/>
              </a:ext>
            </a:extLst>
          </p:cNvPr>
          <p:cNvCxnSpPr>
            <a:cxnSpLocks/>
            <a:endCxn id="100" idx="3"/>
          </p:cNvCxnSpPr>
          <p:nvPr/>
        </p:nvCxnSpPr>
        <p:spPr>
          <a:xfrm flipV="1">
            <a:off x="9827690" y="759046"/>
            <a:ext cx="460578" cy="136683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recto 104">
            <a:extLst>
              <a:ext uri="{FF2B5EF4-FFF2-40B4-BE49-F238E27FC236}">
                <a16:creationId xmlns:a16="http://schemas.microsoft.com/office/drawing/2014/main" id="{7226F350-0493-0D6B-A7C3-E62E111CD9D5}"/>
              </a:ext>
            </a:extLst>
          </p:cNvPr>
          <p:cNvCxnSpPr>
            <a:cxnSpLocks/>
            <a:endCxn id="101" idx="2"/>
          </p:cNvCxnSpPr>
          <p:nvPr/>
        </p:nvCxnSpPr>
        <p:spPr>
          <a:xfrm>
            <a:off x="9785013" y="1032412"/>
            <a:ext cx="476951" cy="276759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recto 105">
            <a:extLst>
              <a:ext uri="{FF2B5EF4-FFF2-40B4-BE49-F238E27FC236}">
                <a16:creationId xmlns:a16="http://schemas.microsoft.com/office/drawing/2014/main" id="{22359B41-5B9E-6415-1458-A358CF869708}"/>
              </a:ext>
            </a:extLst>
          </p:cNvPr>
          <p:cNvCxnSpPr>
            <a:cxnSpLocks/>
          </p:cNvCxnSpPr>
          <p:nvPr/>
        </p:nvCxnSpPr>
        <p:spPr>
          <a:xfrm flipV="1">
            <a:off x="9837230" y="1378565"/>
            <a:ext cx="460197" cy="13457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recto 106">
            <a:extLst>
              <a:ext uri="{FF2B5EF4-FFF2-40B4-BE49-F238E27FC236}">
                <a16:creationId xmlns:a16="http://schemas.microsoft.com/office/drawing/2014/main" id="{65CA45AE-2157-AADA-06BA-4CD76DC62CAB}"/>
              </a:ext>
            </a:extLst>
          </p:cNvPr>
          <p:cNvCxnSpPr>
            <a:cxnSpLocks/>
            <a:endCxn id="100" idx="3"/>
          </p:cNvCxnSpPr>
          <p:nvPr/>
        </p:nvCxnSpPr>
        <p:spPr>
          <a:xfrm flipV="1">
            <a:off x="9754628" y="759046"/>
            <a:ext cx="533640" cy="60964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E411A615-766F-1637-48D9-38BCA4D69AB4}"/>
              </a:ext>
            </a:extLst>
          </p:cNvPr>
          <p:cNvSpPr txBox="1"/>
          <p:nvPr/>
        </p:nvSpPr>
        <p:spPr>
          <a:xfrm>
            <a:off x="5392496" y="4252212"/>
            <a:ext cx="594702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El tiempo de M es 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polinomial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porque en cada paso (2) a lo sumo se agregan |E| arcos al corte, y hay |V| vértices.</a:t>
            </a:r>
          </a:p>
          <a:p>
            <a:pPr algn="just"/>
            <a:endParaRPr lang="es-A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El corte obtenido mide </a:t>
            </a:r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 menos la mitad del máximo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8000"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Todo vértice i cumple que sus arcos de corte suman al menos como sus arcos no de corte (si no, el vértice i estaría en el otro conjunto). A partir de esto no es difícil llegar al umbral 1/2.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AFB58E-C362-8962-4817-AC19A42C656D}"/>
              </a:ext>
            </a:extLst>
          </p:cNvPr>
          <p:cNvSpPr txBox="1"/>
          <p:nvPr/>
        </p:nvSpPr>
        <p:spPr>
          <a:xfrm>
            <a:off x="9214073" y="1007909"/>
            <a:ext cx="4478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lang="es-AR" sz="24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AA34CF-4616-98DB-10D2-CA5D27116E8D}"/>
              </a:ext>
            </a:extLst>
          </p:cNvPr>
          <p:cNvSpPr txBox="1"/>
          <p:nvPr/>
        </p:nvSpPr>
        <p:spPr>
          <a:xfrm>
            <a:off x="10400945" y="746711"/>
            <a:ext cx="4478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/>
              <a:t>T</a:t>
            </a:r>
            <a:endParaRPr lang="es-AR" sz="24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F97D631-0196-BF01-5BE5-394ED93252CF}"/>
              </a:ext>
            </a:extLst>
          </p:cNvPr>
          <p:cNvSpPr txBox="1"/>
          <p:nvPr/>
        </p:nvSpPr>
        <p:spPr>
          <a:xfrm>
            <a:off x="1427233" y="5103447"/>
            <a:ext cx="4478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/>
              <a:t>T</a:t>
            </a:r>
            <a:endParaRPr lang="es-AR" sz="2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A9A4ECE-E047-C922-F01F-06F15FA61CAB}"/>
              </a:ext>
            </a:extLst>
          </p:cNvPr>
          <p:cNvSpPr txBox="1"/>
          <p:nvPr/>
        </p:nvSpPr>
        <p:spPr>
          <a:xfrm>
            <a:off x="3175138" y="5122831"/>
            <a:ext cx="4478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/>
              <a:t>T</a:t>
            </a:r>
            <a:endParaRPr lang="es-AR" sz="2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01F3A06-1ACB-1046-EA90-A3E7D50BA1AB}"/>
              </a:ext>
            </a:extLst>
          </p:cNvPr>
          <p:cNvSpPr txBox="1"/>
          <p:nvPr/>
        </p:nvSpPr>
        <p:spPr>
          <a:xfrm>
            <a:off x="1970905" y="5409101"/>
            <a:ext cx="4478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lang="es-AR" sz="2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A542DB0-B34F-79CB-88AA-C4CA2EAEB7FF}"/>
              </a:ext>
            </a:extLst>
          </p:cNvPr>
          <p:cNvSpPr txBox="1"/>
          <p:nvPr/>
        </p:nvSpPr>
        <p:spPr>
          <a:xfrm>
            <a:off x="3663882" y="5397408"/>
            <a:ext cx="4478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lang="es-AR" sz="24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F023A1E-76C4-6F6C-CE06-021535B24DC0}"/>
              </a:ext>
            </a:extLst>
          </p:cNvPr>
          <p:cNvSpPr txBox="1"/>
          <p:nvPr/>
        </p:nvSpPr>
        <p:spPr>
          <a:xfrm>
            <a:off x="4808122" y="5133059"/>
            <a:ext cx="4478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/>
              <a:t>T</a:t>
            </a:r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302334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89536C-33C9-DE4C-B37A-EE9DD7989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ítulo 1">
            <a:extLst>
              <a:ext uri="{FF2B5EF4-FFF2-40B4-BE49-F238E27FC236}">
                <a16:creationId xmlns:a16="http://schemas.microsoft.com/office/drawing/2014/main" id="{8E25E51E-8AD3-3D0A-09F6-59A48F9A5C7C}"/>
              </a:ext>
            </a:extLst>
          </p:cNvPr>
          <p:cNvSpPr txBox="1">
            <a:spLocks/>
          </p:cNvSpPr>
          <p:nvPr/>
        </p:nvSpPr>
        <p:spPr>
          <a:xfrm>
            <a:off x="-110836" y="2510734"/>
            <a:ext cx="12302836" cy="650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3200" b="1">
                <a:latin typeface="Arial" panose="020B0604020202020204" pitchFamily="34" charset="0"/>
                <a:cs typeface="Arial" panose="020B0604020202020204" pitchFamily="34" charset="0"/>
              </a:rPr>
              <a:t>Clase práctica 7</a:t>
            </a:r>
            <a:endParaRPr lang="es-MX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0007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1354A-611A-DA39-3BDB-1FF4B87A3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">
            <a:extLst>
              <a:ext uri="{FF2B5EF4-FFF2-40B4-BE49-F238E27FC236}">
                <a16:creationId xmlns:a16="http://schemas.microsoft.com/office/drawing/2014/main" id="{3B08DF4A-F28B-31D7-A866-61F907F612DD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71B12E2-D087-9D06-79DA-8E3A53CEC1BD}"/>
              </a:ext>
            </a:extLst>
          </p:cNvPr>
          <p:cNvSpPr/>
          <p:nvPr/>
        </p:nvSpPr>
        <p:spPr>
          <a:xfrm>
            <a:off x="249172" y="143605"/>
            <a:ext cx="119428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Ejemplo. Prueba de la NP-completitud del problema del cubrimiento de vértices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D4FAE4-6BFA-0DE2-E9B1-6169C1DBA78E}"/>
              </a:ext>
            </a:extLst>
          </p:cNvPr>
          <p:cNvSpPr txBox="1"/>
          <p:nvPr/>
        </p:nvSpPr>
        <p:spPr>
          <a:xfrm>
            <a:off x="249171" y="845201"/>
            <a:ext cx="11697664" cy="5709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Probaremos que </a:t>
            </a:r>
            <a:r>
              <a:rPr lang="es-AR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CV = {(G, K) | G es un grafo no dirigido que tiene un cubrimiento de vértices de tamaño K} es NP-completo.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Proponemos la siguiente reducción polinomial de 3-SAT (NP-completo) a CV (se prueba fácil que está en NP):</a:t>
            </a:r>
          </a:p>
          <a:p>
            <a:pPr indent="180340" algn="just"/>
            <a:r>
              <a:rPr lang="es-ES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s-AR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/>
            <a:r>
              <a:rPr lang="es-ES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f(</a:t>
            </a:r>
            <a:r>
              <a:rPr lang="es-ES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φ) = (G, 2K)</a:t>
            </a:r>
          </a:p>
          <a:p>
            <a:pPr algn="ctr"/>
            <a:endParaRPr lang="es-ES" sz="16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8000"/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tal que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φ es 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una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fórmula booleana 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en FNC con tres literales por cláusula,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 es la cantidad de cláusulas de 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φ,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 G es un grafo que se construye de la siguiente forma:</a:t>
            </a:r>
          </a:p>
          <a:p>
            <a:pPr marL="288000"/>
            <a:endParaRPr lang="es-AR" sz="25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720000" lvl="0" indent="-360000" algn="just">
              <a:buFont typeface="+mj-lt"/>
              <a:buAutoNum type="arabicPeriod"/>
            </a:pP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Por cada literal de cada cláusula de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φ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 crea un vértice en G.  </a:t>
            </a:r>
          </a:p>
          <a:p>
            <a:pPr marL="720000" lvl="0" indent="-360000" algn="just">
              <a:buFont typeface="+mj-lt"/>
              <a:buAutoNum type="arabicPeriod"/>
            </a:pPr>
            <a:endParaRPr lang="es-A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20000" lvl="0" indent="-360000" algn="just">
              <a:buFont typeface="+mj-lt"/>
              <a:buAutoNum type="arabicPeriod"/>
            </a:pP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Todo par de vértices creados a partir de dos literales de una misma cláusula se unen por un arco (identificado como </a:t>
            </a:r>
            <a:r>
              <a:rPr lang="es-AR" sz="1800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enlace de tipo 1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). De esta manera, toda cláusula 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determina un triángulo con enlaces de tipo 1. 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</a:p>
          <a:p>
            <a:pPr marL="720000" lvl="0" indent="-360000" algn="just">
              <a:buFont typeface="+mj-lt"/>
              <a:buAutoNum type="arabicPeriod"/>
            </a:pPr>
            <a:endParaRPr lang="es-A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20000" lvl="0" indent="-360000" algn="just">
              <a:buFont typeface="+mj-lt"/>
              <a:buAutoNum type="arabicPeriod"/>
            </a:pP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Todo par de vértices creados a partir de dos literales x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 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¬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x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de distintas cláusulas también se unen por un arco (identificado como </a:t>
            </a:r>
            <a:r>
              <a:rPr lang="es-AR" sz="1800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enlace de tipo 2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).  </a:t>
            </a:r>
          </a:p>
          <a:p>
            <a:pPr marL="720000" lvl="0" indent="-360000" algn="just">
              <a:buFont typeface="+mj-lt"/>
              <a:buAutoNum type="arabicPeriod"/>
            </a:pPr>
            <a:endParaRPr lang="es-AR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720000" lvl="0" indent="-360000" algn="just">
              <a:buFont typeface="+mj-lt"/>
              <a:buAutoNum type="arabicPeriod"/>
            </a:pPr>
            <a:endParaRPr lang="es-A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8DC8C94-8766-E952-EFF3-847C58DEDECE}"/>
              </a:ext>
            </a:extLst>
          </p:cNvPr>
          <p:cNvSpPr txBox="1"/>
          <p:nvPr/>
        </p:nvSpPr>
        <p:spPr>
          <a:xfrm>
            <a:off x="5551004" y="6191023"/>
            <a:ext cx="2161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8000"/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(sigue)</a:t>
            </a:r>
          </a:p>
        </p:txBody>
      </p:sp>
    </p:spTree>
    <p:extLst>
      <p:ext uri="{BB962C8B-B14F-4D97-AF65-F5344CB8AC3E}">
        <p14:creationId xmlns:p14="http://schemas.microsoft.com/office/powerpoint/2010/main" val="2666250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346B9-A9A4-AB1C-ADA7-7BD259AF8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">
            <a:extLst>
              <a:ext uri="{FF2B5EF4-FFF2-40B4-BE49-F238E27FC236}">
                <a16:creationId xmlns:a16="http://schemas.microsoft.com/office/drawing/2014/main" id="{5A068853-6C41-74A5-11F3-3371C36ED72D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1B32871-F8B4-54B9-4E27-19770D454963}"/>
              </a:ext>
            </a:extLst>
          </p:cNvPr>
          <p:cNvSpPr txBox="1"/>
          <p:nvPr/>
        </p:nvSpPr>
        <p:spPr>
          <a:xfrm>
            <a:off x="273324" y="241549"/>
            <a:ext cx="11918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4400" algn="just">
              <a:buFont typeface="Arial" panose="020B0604020202020204" pitchFamily="34" charset="0"/>
              <a:buChar char="•"/>
            </a:pPr>
            <a:r>
              <a:rPr lang="es-E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Por ejemplo, el grafo G siguiente se obtiene a partir de la fórmula booleana </a:t>
            </a:r>
            <a:r>
              <a:rPr lang="es-ES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φ = (x</a:t>
            </a:r>
            <a:r>
              <a:rPr lang="es-ES" b="1" baseline="-25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ES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ES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x</a:t>
            </a:r>
            <a:r>
              <a:rPr lang="es-ES" b="1" baseline="-25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 </a:t>
            </a:r>
            <a:r>
              <a:rPr lang="es-ES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ES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x</a:t>
            </a:r>
            <a:r>
              <a:rPr lang="es-ES" b="1" baseline="-25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es-ES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s-ES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(x</a:t>
            </a:r>
            <a:r>
              <a:rPr lang="es-ES" b="1" baseline="-25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ES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ES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¬x</a:t>
            </a:r>
            <a:r>
              <a:rPr lang="es-ES" b="1" baseline="-25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 </a:t>
            </a:r>
            <a:r>
              <a:rPr lang="es-ES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ES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¬x</a:t>
            </a:r>
            <a:r>
              <a:rPr lang="es-ES" b="1" baseline="-25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es-ES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): </a:t>
            </a:r>
            <a:endParaRPr lang="es-AR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8085540-93FB-7560-684D-5A23CB051D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5933" y="968690"/>
            <a:ext cx="3313455" cy="2106963"/>
          </a:xfrm>
          <a:prstGeom prst="rect">
            <a:avLst/>
          </a:prstGeom>
          <a:noFill/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B6978A01-0663-BDEA-979E-407D95254AC2}"/>
              </a:ext>
            </a:extLst>
          </p:cNvPr>
          <p:cNvSpPr txBox="1"/>
          <p:nvPr/>
        </p:nvSpPr>
        <p:spPr>
          <a:xfrm>
            <a:off x="313911" y="3784578"/>
            <a:ext cx="1156417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Notar que 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{x</a:t>
            </a:r>
            <a:r>
              <a:rPr lang="es-ES" sz="1800" b="1" baseline="-25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x</a:t>
            </a:r>
            <a:r>
              <a:rPr lang="es-ES" sz="1800" b="1" baseline="-25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¬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es-AR" sz="1800" b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¬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es-AR" sz="1800" b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}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es un 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cubrimiento de vértices de tamaño 4 de G,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el doble de la cantidad de cláusulas de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φ, tal como se requiere.</a:t>
            </a:r>
            <a:endParaRPr lang="es-ES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 función f es efectivamente una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reducción polinomial de 3-SAT a CV. 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 tiempo polinomial, por cada una de las K cláusulas 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 puede crear un triángulo, y por cada literal de cada cláusula se pueden crear O(K) arcos.</a:t>
            </a:r>
            <a:endParaRPr lang="es-ES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 se 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cumple 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φ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∈ 3-SAT </a:t>
            </a:r>
            <a:r>
              <a:rPr lang="es-ES" sz="1800" b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sii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(G, 2K) ∈ CV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AR" b="1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9AD8B61-A2C4-208D-714D-8F77B27F22D0}"/>
              </a:ext>
            </a:extLst>
          </p:cNvPr>
          <p:cNvSpPr txBox="1"/>
          <p:nvPr/>
        </p:nvSpPr>
        <p:spPr>
          <a:xfrm>
            <a:off x="5551004" y="6191023"/>
            <a:ext cx="2161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8000"/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(sigue)</a:t>
            </a:r>
          </a:p>
        </p:txBody>
      </p:sp>
    </p:spTree>
    <p:extLst>
      <p:ext uri="{BB962C8B-B14F-4D97-AF65-F5344CB8AC3E}">
        <p14:creationId xmlns:p14="http://schemas.microsoft.com/office/powerpoint/2010/main" val="18845942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6F347-485C-5049-1719-2ED445DF4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">
            <a:extLst>
              <a:ext uri="{FF2B5EF4-FFF2-40B4-BE49-F238E27FC236}">
                <a16:creationId xmlns:a16="http://schemas.microsoft.com/office/drawing/2014/main" id="{C9F8863C-E8BA-04EA-F677-67205341F332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E5BA823-FE1C-3FF2-2B7D-0AEF6BBCA247}"/>
              </a:ext>
            </a:extLst>
          </p:cNvPr>
          <p:cNvSpPr txBox="1"/>
          <p:nvPr/>
        </p:nvSpPr>
        <p:spPr>
          <a:xfrm>
            <a:off x="234398" y="222414"/>
            <a:ext cx="11553411" cy="604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Sean φ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∈ 3-SAT, </a:t>
            </a:r>
            <a:r>
              <a:rPr lang="es-ES" sz="1800" b="1" dirty="0">
                <a:effectLst/>
                <a:latin typeface="Lucida Calligraphy" panose="03010101010101010101" pitchFamily="66" charset="0"/>
                <a:ea typeface="Times New Roman" panose="02020603050405020304" pitchFamily="18" charset="0"/>
                <a:cs typeface="Arial" panose="020B0604020202020204" pitchFamily="34" charset="0"/>
              </a:rPr>
              <a:t>A 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una asignación que satisface φ, y el siguiente conjunto C de 2K vértices de G: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sz="9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8000" algn="just"/>
            <a:r>
              <a:rPr lang="es-E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ncluye a todos los vértices asociados a los literales falsos de φ según </a:t>
            </a:r>
            <a:r>
              <a:rPr lang="es-ES" sz="1800" dirty="0">
                <a:effectLst/>
                <a:latin typeface="Lucida Calligraphy" panose="03010101010101010101" pitchFamily="66" charset="0"/>
                <a:ea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y si con esto no es suficiente para que tenga dos vértices de cada triángulo (por existir cláusulas de φ con dos o tres literales verdaderos según </a:t>
            </a:r>
            <a:r>
              <a:rPr lang="es-ES" sz="1800" dirty="0">
                <a:effectLst/>
                <a:latin typeface="Lucida Calligraphy" panose="03010101010101010101" pitchFamily="66" charset="0"/>
                <a:ea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), incluye más vértices hasta completar el par.</a:t>
            </a:r>
          </a:p>
          <a:p>
            <a:pPr marL="288000" algn="just"/>
            <a:endParaRPr lang="es-ES" sz="9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8000" algn="just"/>
            <a:r>
              <a:rPr lang="es-ES" sz="1800" u="sng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 cumple que C es un cubrimiento de vértices de G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todo enlace de tipo 1 está cubierto porque C tiene dos vértices de cada triángulo formado con dichos enlaces, y todo enlace de tipo 2 también está cubierto porque uno de sus vértices está asociado a un literal falso según </a:t>
            </a:r>
            <a:r>
              <a:rPr lang="es-ES" sz="1800" dirty="0">
                <a:effectLst/>
                <a:latin typeface="Lucida Calligraphy" panose="03010101010101010101" pitchFamily="66" charset="0"/>
                <a:ea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el cual está en C.</a:t>
            </a:r>
          </a:p>
          <a:p>
            <a:pPr marL="288000" algn="just"/>
            <a:endParaRPr lang="es-ES" sz="9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8000" algn="just"/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Así, (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G, 2K) ∈ CV.</a:t>
            </a:r>
            <a:endParaRPr lang="es-ES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8000"/>
            <a:endParaRPr lang="es-ES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8000"/>
            <a:endParaRPr lang="es-AR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4400" lvl="0" indent="-284400" algn="just">
              <a:buFont typeface="Symbol" panose="05050102010706020507" pitchFamily="18" charset="2"/>
              <a:buChar char=""/>
            </a:pP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Sean (G, 2K)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∈ 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CV, C un cubrimiento de vértices de tamaño 2K de G, y la siguiente asignación </a:t>
            </a:r>
            <a:r>
              <a:rPr lang="es-ES" sz="1800" b="1" dirty="0">
                <a:effectLst/>
                <a:latin typeface="Lucida Calligraphy" panose="03010101010101010101" pitchFamily="66" charset="0"/>
                <a:ea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φ: </a:t>
            </a:r>
          </a:p>
          <a:p>
            <a:pPr marL="360000" lvl="0"/>
            <a:endParaRPr lang="es-ES" sz="900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8000" lvl="0" algn="just"/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los literales asociados a los vértices que no están en C les asigna el valor </a:t>
            </a:r>
            <a:r>
              <a:rPr lang="es-E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verdadero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y al resto de los literales les asigna valores consistentes cualesquiera.</a:t>
            </a:r>
          </a:p>
          <a:p>
            <a:pPr marL="288000" lvl="0" algn="just"/>
            <a:endParaRPr lang="es-ES" sz="9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8000" lvl="0" algn="just"/>
            <a:r>
              <a:rPr lang="es-ES" sz="1800" u="sng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 cumple que </a:t>
            </a:r>
            <a:r>
              <a:rPr lang="es-ES" sz="1800" u="sng" dirty="0">
                <a:effectLst/>
                <a:latin typeface="Lucida Calligraphy" panose="03010101010101010101" pitchFamily="66" charset="0"/>
                <a:ea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s-ES" sz="1800" u="sng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satisface φ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C está compuesto necesariamente por dos vértices de cada uno de los triángulos, y por lo tanto en toda cláusula hay un literal verdadero según </a:t>
            </a:r>
            <a:r>
              <a:rPr lang="es-ES" sz="1800" dirty="0">
                <a:effectLst/>
                <a:latin typeface="Lucida Calligraphy" panose="03010101010101010101" pitchFamily="66" charset="0"/>
                <a:ea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Además, </a:t>
            </a:r>
            <a:r>
              <a:rPr lang="es-ES" sz="1800" dirty="0">
                <a:effectLst/>
                <a:latin typeface="Lucida Calligraphy" panose="03010101010101010101" pitchFamily="66" charset="0"/>
                <a:ea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no tiene inconsistencias, porque si dos literales x</a:t>
            </a:r>
            <a:r>
              <a:rPr lang="es-ES" sz="1800" baseline="-25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 ¬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 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dos cláusulas distintas son verdaderos según </a:t>
            </a:r>
            <a:r>
              <a:rPr lang="es-ES" sz="1800" dirty="0">
                <a:effectLst/>
                <a:latin typeface="Lucida Calligraphy" panose="03010101010101010101" pitchFamily="66" charset="0"/>
                <a:ea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significa que el enlace de tipo 2 asociado no está cubierto por C (contradicción).</a:t>
            </a:r>
          </a:p>
          <a:p>
            <a:pPr marL="288000" lvl="0" algn="just"/>
            <a:endParaRPr lang="es-ES" sz="9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8000" lvl="0" algn="just"/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Así, φ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∈ 3-SAT.</a:t>
            </a:r>
            <a:endParaRPr lang="es-AR" sz="1800" b="1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7857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ipse 6">
            <a:extLst>
              <a:ext uri="{FF2B5EF4-FFF2-40B4-BE49-F238E27FC236}">
                <a16:creationId xmlns:a16="http://schemas.microsoft.com/office/drawing/2014/main" id="{3DF15832-601A-4595-8031-7293C0ADEA32}"/>
              </a:ext>
            </a:extLst>
          </p:cNvPr>
          <p:cNvSpPr/>
          <p:nvPr/>
        </p:nvSpPr>
        <p:spPr>
          <a:xfrm>
            <a:off x="7356988" y="5171816"/>
            <a:ext cx="641685" cy="3756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42916BD-8951-40D0-B959-52B6F269556B}"/>
              </a:ext>
            </a:extLst>
          </p:cNvPr>
          <p:cNvSpPr/>
          <p:nvPr/>
        </p:nvSpPr>
        <p:spPr>
          <a:xfrm>
            <a:off x="140305" y="192014"/>
            <a:ext cx="11658117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400" b="1" dirty="0">
                <a:latin typeface="Arial" panose="020B0604020202020204" pitchFamily="34" charset="0"/>
                <a:cs typeface="Arial" panose="020B0604020202020204" pitchFamily="34" charset="0"/>
              </a:rPr>
              <a:t>Ejemplo. El viajante de comercio revisitado.</a:t>
            </a:r>
          </a:p>
          <a:p>
            <a:pPr algn="just"/>
            <a:endParaRPr lang="es-A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TSP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{(G, B) | G es un grafo completo ponderado (arcos con números)</a:t>
            </a:r>
          </a:p>
          <a:p>
            <a:pPr marL="36000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y tiene un circuito de Hamilton (CH) cuyos arcos suman ≤ B}.</a:t>
            </a:r>
          </a:p>
          <a:p>
            <a:pPr marL="360000"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OTSP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 “Hallar un CH mínimo de un grafo completo ponderado G”.</a:t>
            </a:r>
          </a:p>
          <a:p>
            <a:pPr marL="360000"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Se cumple que OTSP es tan o más difícil que TSP (intuitivo): </a:t>
            </a:r>
          </a:p>
          <a:p>
            <a:pPr marL="360000" algn="just"/>
            <a:endParaRPr lang="es-AR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Es decir, si se puede encontrar en tiempo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(n) un CH mínimo de un grafo completo ponderado G, entonces también se puede decidir en tiempo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(n) si G tiene un CH cuyos arcos suman ≤ B 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(ejercicio).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60000"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r>
              <a:rPr lang="es-AR" u="sng" dirty="0">
                <a:latin typeface="Arial" panose="020B0604020202020204" pitchFamily="34" charset="0"/>
                <a:cs typeface="Arial" panose="020B0604020202020204" pitchFamily="34" charset="0"/>
              </a:rPr>
              <a:t>También se cumple que TSP es tan o más difícil que OTSP (menos intuitivo):</a:t>
            </a:r>
          </a:p>
          <a:p>
            <a:pPr marL="360000" algn="just"/>
            <a:endParaRPr lang="es-AR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Es decir, si se puede decidir en tiempo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(n) si un grafo completo ponderado G tiene un CH cuyos arcos suman ≤ B (MT M</a:t>
            </a:r>
            <a:r>
              <a:rPr lang="es-ES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TSP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), también se puede encontrar en tiempo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(n) un CH mínimo de G (MT M</a:t>
            </a:r>
            <a:r>
              <a:rPr lang="es-ES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OTSP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  <a:p>
            <a:pPr marL="360000" algn="just"/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 MT M</a:t>
            </a:r>
            <a:r>
              <a:rPr lang="es-ES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OTSP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referida se comporta de la siguiente manera. Dado un grafo completo ponderado G, hace:</a:t>
            </a:r>
          </a:p>
          <a:p>
            <a:pPr marL="360000" lvl="1" algn="just"/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lvl="2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Paso 1.   Obtiene, invocando a la MT M</a:t>
            </a:r>
            <a:r>
              <a:rPr lang="es-ES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TSP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, la suma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de los arcos de un CH mínimo de G.</a:t>
            </a:r>
          </a:p>
          <a:p>
            <a:pPr marL="360000" lvl="2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Paso 2.   Utilizando N, encuentra un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CH mínimo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de G.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6111277C-5524-4293-A87C-9D2EE8EFCBDE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Diagrama de flujo: conector 1">
            <a:extLst>
              <a:ext uri="{FF2B5EF4-FFF2-40B4-BE49-F238E27FC236}">
                <a16:creationId xmlns:a16="http://schemas.microsoft.com/office/drawing/2014/main" id="{67D1BF4A-6579-2CED-9077-4D9D647EFE18}"/>
              </a:ext>
            </a:extLst>
          </p:cNvPr>
          <p:cNvSpPr/>
          <p:nvPr/>
        </p:nvSpPr>
        <p:spPr>
          <a:xfrm>
            <a:off x="8842371" y="1360359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Diagrama de flujo: conector 2">
            <a:extLst>
              <a:ext uri="{FF2B5EF4-FFF2-40B4-BE49-F238E27FC236}">
                <a16:creationId xmlns:a16="http://schemas.microsoft.com/office/drawing/2014/main" id="{177807F0-A3E0-F371-BDEA-981A9416D796}"/>
              </a:ext>
            </a:extLst>
          </p:cNvPr>
          <p:cNvSpPr/>
          <p:nvPr/>
        </p:nvSpPr>
        <p:spPr>
          <a:xfrm>
            <a:off x="8012192" y="386731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F1FF990F-8657-B194-5F2D-10E1CD03C749}"/>
              </a:ext>
            </a:extLst>
          </p:cNvPr>
          <p:cNvSpPr/>
          <p:nvPr/>
        </p:nvSpPr>
        <p:spPr>
          <a:xfrm>
            <a:off x="10339250" y="1588959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EC2775FA-1DF4-6445-B614-F042941C130C}"/>
              </a:ext>
            </a:extLst>
          </p:cNvPr>
          <p:cNvSpPr/>
          <p:nvPr/>
        </p:nvSpPr>
        <p:spPr>
          <a:xfrm>
            <a:off x="9704228" y="342941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Diagrama de flujo: conector 7">
            <a:extLst>
              <a:ext uri="{FF2B5EF4-FFF2-40B4-BE49-F238E27FC236}">
                <a16:creationId xmlns:a16="http://schemas.microsoft.com/office/drawing/2014/main" id="{E1E1CD95-18B4-27D9-B54E-EAFA70393C99}"/>
              </a:ext>
            </a:extLst>
          </p:cNvPr>
          <p:cNvSpPr/>
          <p:nvPr/>
        </p:nvSpPr>
        <p:spPr>
          <a:xfrm>
            <a:off x="11341222" y="777016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3E87A7F-75F5-F9D8-EAA5-F5F99EA42EDD}"/>
              </a:ext>
            </a:extLst>
          </p:cNvPr>
          <p:cNvCxnSpPr>
            <a:cxnSpLocks/>
            <a:stCxn id="3" idx="6"/>
            <a:endCxn id="6" idx="2"/>
          </p:cNvCxnSpPr>
          <p:nvPr/>
        </p:nvCxnSpPr>
        <p:spPr>
          <a:xfrm flipV="1">
            <a:off x="8469392" y="571541"/>
            <a:ext cx="1234836" cy="437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AA5AF511-1F77-F9E5-38D6-5B23BBFB6001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9299571" y="1592970"/>
            <a:ext cx="1106634" cy="6294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ED0C9AD7-BFBE-4457-DCCA-8DFD476E477A}"/>
              </a:ext>
            </a:extLst>
          </p:cNvPr>
          <p:cNvCxnSpPr>
            <a:cxnSpLocks/>
            <a:endCxn id="6" idx="3"/>
          </p:cNvCxnSpPr>
          <p:nvPr/>
        </p:nvCxnSpPr>
        <p:spPr>
          <a:xfrm flipV="1">
            <a:off x="9190823" y="733186"/>
            <a:ext cx="580360" cy="6376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6198CE8F-7A71-11BD-DB1B-9EC5EE4B8623}"/>
              </a:ext>
            </a:extLst>
          </p:cNvPr>
          <p:cNvCxnSpPr>
            <a:cxnSpLocks/>
            <a:stCxn id="3" idx="6"/>
            <a:endCxn id="2" idx="1"/>
          </p:cNvCxnSpPr>
          <p:nvPr/>
        </p:nvCxnSpPr>
        <p:spPr>
          <a:xfrm>
            <a:off x="8469392" y="615331"/>
            <a:ext cx="439934" cy="81198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8A5DC525-9848-F0A5-B424-65C0BBCD4074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0030260" y="797490"/>
            <a:ext cx="375945" cy="85842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B3D11A3-3894-18E3-0B85-EC01B82CB2B0}"/>
              </a:ext>
            </a:extLst>
          </p:cNvPr>
          <p:cNvSpPr/>
          <p:nvPr/>
        </p:nvSpPr>
        <p:spPr>
          <a:xfrm>
            <a:off x="9757639" y="401260"/>
            <a:ext cx="35137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98CA4029-66F2-6655-7A8D-744B56353716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10143001" y="564680"/>
            <a:ext cx="1198221" cy="44093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2158BC1-537B-F067-22FF-80E3506DC733}"/>
              </a:ext>
            </a:extLst>
          </p:cNvPr>
          <p:cNvSpPr/>
          <p:nvPr/>
        </p:nvSpPr>
        <p:spPr>
          <a:xfrm>
            <a:off x="8083950" y="415816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F1C497B-1878-B3AD-248C-1DA799677582}"/>
              </a:ext>
            </a:extLst>
          </p:cNvPr>
          <p:cNvSpPr/>
          <p:nvPr/>
        </p:nvSpPr>
        <p:spPr>
          <a:xfrm>
            <a:off x="11400545" y="845211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F649B49-D850-6B7A-81D3-3C433EBCDE8F}"/>
              </a:ext>
            </a:extLst>
          </p:cNvPr>
          <p:cNvSpPr/>
          <p:nvPr/>
        </p:nvSpPr>
        <p:spPr>
          <a:xfrm>
            <a:off x="10425638" y="1655914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4001C14-E82E-BD83-A6E0-6154B07E271A}"/>
              </a:ext>
            </a:extLst>
          </p:cNvPr>
          <p:cNvSpPr/>
          <p:nvPr/>
        </p:nvSpPr>
        <p:spPr>
          <a:xfrm>
            <a:off x="8901023" y="1445524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1AAFCA91-07AC-2E51-8B79-02E65CA2A1F9}"/>
              </a:ext>
            </a:extLst>
          </p:cNvPr>
          <p:cNvCxnSpPr>
            <a:cxnSpLocks/>
            <a:stCxn id="3" idx="6"/>
            <a:endCxn id="5" idx="1"/>
          </p:cNvCxnSpPr>
          <p:nvPr/>
        </p:nvCxnSpPr>
        <p:spPr>
          <a:xfrm>
            <a:off x="8469392" y="615331"/>
            <a:ext cx="1936813" cy="10405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B9D7C9B4-87CF-00AD-C7FA-C31690589AF4}"/>
              </a:ext>
            </a:extLst>
          </p:cNvPr>
          <p:cNvCxnSpPr>
            <a:cxnSpLocks/>
            <a:stCxn id="3" idx="6"/>
            <a:endCxn id="8" idx="2"/>
          </p:cNvCxnSpPr>
          <p:nvPr/>
        </p:nvCxnSpPr>
        <p:spPr>
          <a:xfrm>
            <a:off x="8469392" y="615331"/>
            <a:ext cx="2871830" cy="39028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CACAE97A-12FC-94BC-CD60-EFA6D81AC443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9266794" y="1005616"/>
            <a:ext cx="2074428" cy="4678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C685D8BD-60C8-10C9-F790-3DAD3C4FDB66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10710365" y="1005616"/>
            <a:ext cx="630857" cy="6378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489303C-8400-D771-9652-FDDEB3A16E2D}"/>
              </a:ext>
            </a:extLst>
          </p:cNvPr>
          <p:cNvSpPr txBox="1"/>
          <p:nvPr/>
        </p:nvSpPr>
        <p:spPr>
          <a:xfrm>
            <a:off x="8326550" y="982221"/>
            <a:ext cx="4727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2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100</a:t>
            </a:r>
            <a:endParaRPr lang="es-AR" sz="12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A87F328-50FC-6ADC-7D76-290618B3E06C}"/>
              </a:ext>
            </a:extLst>
          </p:cNvPr>
          <p:cNvSpPr txBox="1"/>
          <p:nvPr/>
        </p:nvSpPr>
        <p:spPr>
          <a:xfrm>
            <a:off x="9573060" y="1596886"/>
            <a:ext cx="4727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2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150</a:t>
            </a:r>
            <a:endParaRPr lang="es-AR" sz="12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61792C1-5A02-AA94-C8A6-28A2DE910C4E}"/>
              </a:ext>
            </a:extLst>
          </p:cNvPr>
          <p:cNvSpPr txBox="1"/>
          <p:nvPr/>
        </p:nvSpPr>
        <p:spPr>
          <a:xfrm>
            <a:off x="9868648" y="990919"/>
            <a:ext cx="4727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2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30</a:t>
            </a:r>
            <a:endParaRPr lang="es-AR" sz="1200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0526AA9-7355-B6A1-7992-A298F54CF085}"/>
              </a:ext>
            </a:extLst>
          </p:cNvPr>
          <p:cNvSpPr txBox="1"/>
          <p:nvPr/>
        </p:nvSpPr>
        <p:spPr>
          <a:xfrm>
            <a:off x="9063203" y="669956"/>
            <a:ext cx="4727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2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50</a:t>
            </a:r>
            <a:endParaRPr lang="es-AR" sz="12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8FA76BC-0756-80BC-FC44-D5161676B856}"/>
              </a:ext>
            </a:extLst>
          </p:cNvPr>
          <p:cNvSpPr txBox="1"/>
          <p:nvPr/>
        </p:nvSpPr>
        <p:spPr>
          <a:xfrm>
            <a:off x="10523366" y="524528"/>
            <a:ext cx="4727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2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70</a:t>
            </a:r>
            <a:endParaRPr lang="es-AR" sz="1200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1BC3098-C6CB-BAF4-E5F0-9A8DC010A8DD}"/>
              </a:ext>
            </a:extLst>
          </p:cNvPr>
          <p:cNvSpPr txBox="1"/>
          <p:nvPr/>
        </p:nvSpPr>
        <p:spPr>
          <a:xfrm>
            <a:off x="8145180" y="1837009"/>
            <a:ext cx="25112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(G, 500) pertenece a TSP</a:t>
            </a:r>
            <a:endParaRPr lang="es-AR" sz="1400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B7AD9F4-CABA-339D-5960-F4F8F51CD5BE}"/>
              </a:ext>
            </a:extLst>
          </p:cNvPr>
          <p:cNvSpPr txBox="1"/>
          <p:nvPr/>
        </p:nvSpPr>
        <p:spPr>
          <a:xfrm>
            <a:off x="4832329" y="6205552"/>
            <a:ext cx="6193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Sigue en la hoja siguiente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4158364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ipse 6">
            <a:extLst>
              <a:ext uri="{FF2B5EF4-FFF2-40B4-BE49-F238E27FC236}">
                <a16:creationId xmlns:a16="http://schemas.microsoft.com/office/drawing/2014/main" id="{3DF15832-601A-4595-8031-7293C0ADEA32}"/>
              </a:ext>
            </a:extLst>
          </p:cNvPr>
          <p:cNvSpPr/>
          <p:nvPr/>
        </p:nvSpPr>
        <p:spPr>
          <a:xfrm>
            <a:off x="7356988" y="5171816"/>
            <a:ext cx="641685" cy="3756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42916BD-8951-40D0-B959-52B6F269556B}"/>
              </a:ext>
            </a:extLst>
          </p:cNvPr>
          <p:cNvSpPr/>
          <p:nvPr/>
        </p:nvSpPr>
        <p:spPr>
          <a:xfrm>
            <a:off x="153493" y="153171"/>
            <a:ext cx="1164493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Paso 1. Obtención de la suma N de los arcos de un CH mínimo de G:</a:t>
            </a: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Tx/>
              <a:buChar char="-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ES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OTSP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invoca a M</a:t>
            </a:r>
            <a:r>
              <a:rPr lang="es-ES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TSP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con cadenas (G, N) varias veces,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sin modificar G pero modificando N: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Tx/>
              <a:buChar char="-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Como el valor de N, codificado en binario, es a lo sumo 2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n 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siendo n = |G| 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(¿por qué?), 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entonces por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búsqueda binaria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arrancando por ejemplo con la cadena (G, 2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/2), 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N se puede obtener luego de O(log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=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O(n) invocaciones 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(¿qué hace M</a:t>
            </a:r>
            <a:r>
              <a:rPr lang="es-ES" baseline="-25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OTSP</a:t>
            </a:r>
            <a:r>
              <a:rPr lang="es-E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cada iteración?) </a:t>
            </a:r>
            <a:endParaRPr lang="es-MX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/>
            <a:endParaRPr lang="es-AR" sz="2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Paso 2. Obtención de un CH mínimo de G utilizando N:</a:t>
            </a:r>
          </a:p>
          <a:p>
            <a:pPr lvl="0" algn="just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Tx/>
              <a:buChar char="-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ES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OTSP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invoca a M</a:t>
            </a:r>
            <a:r>
              <a:rPr lang="es-ES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TSP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con cadenas (G, N) varias veces, ahora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sin modificar N pero modificando G: </a:t>
            </a:r>
          </a:p>
          <a:p>
            <a:pPr lvl="0" algn="just"/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Tx/>
              <a:buChar char="-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En cada invocación,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modifica el número de un arco distinto de G, asignándole el valor N + 1: </a:t>
            </a:r>
          </a:p>
          <a:p>
            <a:pPr lvl="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Si M</a:t>
            </a:r>
            <a:r>
              <a:rPr lang="es-ES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TSP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acepta, significa que dicho arco no forma parte de un CH mínimo, y por lo tanto no hace nada. </a:t>
            </a:r>
          </a:p>
          <a:p>
            <a:pPr lvl="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Si M</a:t>
            </a:r>
            <a:r>
              <a:rPr lang="es-ES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TSP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rechaza, significa que dicho arco forma parte de un CH mínimo, así que en este caso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marca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el arco  </a:t>
            </a:r>
          </a:p>
          <a:p>
            <a:pPr lvl="0"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(compondrá el CH mínimo que va a devolver)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y le restituye su número original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algn="just"/>
            <a:endParaRPr lang="es-MX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Tx/>
              <a:buChar char="-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ES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OTSP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procesa de esta manera todos los arcos, y por lo tanto efectúa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|E| =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O(n) invocaciones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AR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En verdad, si G tiene más de un CH mínimo, M</a:t>
            </a:r>
            <a:r>
              <a:rPr lang="es-ES" baseline="-250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TSP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el paso 2 puede aceptar aún cuando el arco modificado   </a:t>
            </a:r>
          </a:p>
          <a:p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forme parte de un CH mínimo. ¿Por qué de todos modos el algoritmo es correcto?  </a:t>
            </a:r>
          </a:p>
          <a:p>
            <a:endParaRPr lang="es-AR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9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Claramente, M</a:t>
            </a:r>
            <a:r>
              <a:rPr lang="es-ES" b="1" baseline="-250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OTSP</a:t>
            </a:r>
            <a:r>
              <a:rPr lang="es-AR" b="1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resuelve OTSP y lo hace en tiempo </a:t>
            </a:r>
            <a:r>
              <a:rPr lang="es-AR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poly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(n) 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A63E4854-4EF0-4524-AD1C-65D8015D5FF2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3633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8755</TotalTime>
  <Words>4944</Words>
  <Application>Microsoft Office PowerPoint</Application>
  <PresentationFormat>Panorámica</PresentationFormat>
  <Paragraphs>1003</Paragraphs>
  <Slides>27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5" baseType="lpstr">
      <vt:lpstr>Arial</vt:lpstr>
      <vt:lpstr>Calibri</vt:lpstr>
      <vt:lpstr>Calibri Light</vt:lpstr>
      <vt:lpstr>Lucida Calligraphy</vt:lpstr>
      <vt:lpstr>Roboto</vt:lpstr>
      <vt:lpstr>Symbol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Aaa bbb    vbvvnn   vfffff aaa ddddd gggggggg</dc:title>
  <dc:creator>Ricardo Rosenfeld</dc:creator>
  <cp:lastModifiedBy>Ricardo Rosenfeld</cp:lastModifiedBy>
  <cp:revision>946</cp:revision>
  <dcterms:created xsi:type="dcterms:W3CDTF">2017-11-26T15:39:57Z</dcterms:created>
  <dcterms:modified xsi:type="dcterms:W3CDTF">2026-04-20T12:47:02Z</dcterms:modified>
</cp:coreProperties>
</file>