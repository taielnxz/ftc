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420" r:id="rId2"/>
    <p:sldId id="490" r:id="rId3"/>
    <p:sldId id="449" r:id="rId4"/>
    <p:sldId id="411" r:id="rId5"/>
    <p:sldId id="412" r:id="rId6"/>
    <p:sldId id="415" r:id="rId7"/>
    <p:sldId id="488" r:id="rId8"/>
    <p:sldId id="450" r:id="rId9"/>
    <p:sldId id="482" r:id="rId10"/>
    <p:sldId id="395" r:id="rId11"/>
    <p:sldId id="483" r:id="rId12"/>
    <p:sldId id="485" r:id="rId13"/>
    <p:sldId id="396" r:id="rId14"/>
    <p:sldId id="489" r:id="rId15"/>
    <p:sldId id="486" r:id="rId16"/>
    <p:sldId id="487" r:id="rId17"/>
    <p:sldId id="407" r:id="rId18"/>
    <p:sldId id="474" r:id="rId19"/>
    <p:sldId id="492" r:id="rId20"/>
    <p:sldId id="461" r:id="rId21"/>
    <p:sldId id="477" r:id="rId22"/>
    <p:sldId id="493" r:id="rId23"/>
    <p:sldId id="495" r:id="rId24"/>
    <p:sldId id="494" r:id="rId25"/>
    <p:sldId id="491" r:id="rId26"/>
    <p:sldId id="398" r:id="rId27"/>
    <p:sldId id="399" r:id="rId28"/>
    <p:sldId id="475" r:id="rId29"/>
    <p:sldId id="419" r:id="rId3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ardo Rosenfeld" initials="RR" lastIdx="1" clrIdx="0">
    <p:extLst>
      <p:ext uri="{19B8F6BF-5375-455C-9EA6-DF929625EA0E}">
        <p15:presenceInfo xmlns:p15="http://schemas.microsoft.com/office/powerpoint/2012/main" userId="S::rrosenfeld@pragmaconsultores.net::60a3a891-5940-4f3e-8fcb-08ad60f8a1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592339-C2C5-47C0-B508-42C830659C0C}" v="830" dt="2025-02-15T14:06:05.8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799" autoAdjust="0"/>
    <p:restoredTop sz="95226" autoAdjust="0"/>
  </p:normalViewPr>
  <p:slideViewPr>
    <p:cSldViewPr snapToGrid="0">
      <p:cViewPr varScale="1">
        <p:scale>
          <a:sx n="55" d="100"/>
          <a:sy n="55" d="100"/>
        </p:scale>
        <p:origin x="1556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Rosenfeld" userId="29ed646a-75fb-4451-a67b-85738f90665c" providerId="ADAL" clId="{A1592339-C2C5-47C0-B508-42C830659C0C}"/>
    <pc:docChg chg="undo custSel addSld delSld modSld sldOrd">
      <pc:chgData name="Ricardo Rosenfeld" userId="29ed646a-75fb-4451-a67b-85738f90665c" providerId="ADAL" clId="{A1592339-C2C5-47C0-B508-42C830659C0C}" dt="2025-02-15T14:46:22.195" v="14145" actId="255"/>
      <pc:docMkLst>
        <pc:docMk/>
      </pc:docMkLst>
      <pc:sldChg chg="modSp mod">
        <pc:chgData name="Ricardo Rosenfeld" userId="29ed646a-75fb-4451-a67b-85738f90665c" providerId="ADAL" clId="{A1592339-C2C5-47C0-B508-42C830659C0C}" dt="2025-02-15T12:31:38.630" v="10871" actId="20577"/>
        <pc:sldMkLst>
          <pc:docMk/>
          <pc:sldMk cId="884467273" sldId="395"/>
        </pc:sldMkLst>
        <pc:spChg chg="mod">
          <ac:chgData name="Ricardo Rosenfeld" userId="29ed646a-75fb-4451-a67b-85738f90665c" providerId="ADAL" clId="{A1592339-C2C5-47C0-B508-42C830659C0C}" dt="2025-02-15T12:31:38.630" v="10871" actId="20577"/>
          <ac:spMkLst>
            <pc:docMk/>
            <pc:sldMk cId="884467273" sldId="395"/>
            <ac:spMk id="20" creationId="{C4F8E59B-11D3-410E-ACB8-4411D6F0278B}"/>
          </ac:spMkLst>
        </pc:spChg>
        <pc:spChg chg="mod">
          <ac:chgData name="Ricardo Rosenfeld" userId="29ed646a-75fb-4451-a67b-85738f90665c" providerId="ADAL" clId="{A1592339-C2C5-47C0-B508-42C830659C0C}" dt="2025-02-15T12:29:49.732" v="10858" actId="20577"/>
          <ac:spMkLst>
            <pc:docMk/>
            <pc:sldMk cId="884467273" sldId="395"/>
            <ac:spMk id="77" creationId="{0BC790D8-5FDA-C7EB-F731-3AE2571CA258}"/>
          </ac:spMkLst>
        </pc:spChg>
      </pc:sldChg>
      <pc:sldChg chg="addSp modSp mod modAnim">
        <pc:chgData name="Ricardo Rosenfeld" userId="29ed646a-75fb-4451-a67b-85738f90665c" providerId="ADAL" clId="{A1592339-C2C5-47C0-B508-42C830659C0C}" dt="2025-02-15T12:47:45.942" v="11035" actId="1076"/>
        <pc:sldMkLst>
          <pc:docMk/>
          <pc:sldMk cId="1870162663" sldId="396"/>
        </pc:sldMkLst>
        <pc:spChg chg="add mod">
          <ac:chgData name="Ricardo Rosenfeld" userId="29ed646a-75fb-4451-a67b-85738f90665c" providerId="ADAL" clId="{A1592339-C2C5-47C0-B508-42C830659C0C}" dt="2025-02-14T15:41:15.501" v="1443" actId="14100"/>
          <ac:spMkLst>
            <pc:docMk/>
            <pc:sldMk cId="1870162663" sldId="396"/>
            <ac:spMk id="9" creationId="{E5459158-2A9C-3EE9-8012-8C67EE55BAA2}"/>
          </ac:spMkLst>
        </pc:spChg>
        <pc:spChg chg="mod">
          <ac:chgData name="Ricardo Rosenfeld" userId="29ed646a-75fb-4451-a67b-85738f90665c" providerId="ADAL" clId="{A1592339-C2C5-47C0-B508-42C830659C0C}" dt="2025-02-14T15:40:35.670" v="1414" actId="1076"/>
          <ac:spMkLst>
            <pc:docMk/>
            <pc:sldMk cId="1870162663" sldId="396"/>
            <ac:spMk id="13" creationId="{81275E90-9ED2-5488-063B-20FF0CBEBD8C}"/>
          </ac:spMkLst>
        </pc:spChg>
        <pc:spChg chg="mod">
          <ac:chgData name="Ricardo Rosenfeld" userId="29ed646a-75fb-4451-a67b-85738f90665c" providerId="ADAL" clId="{A1592339-C2C5-47C0-B508-42C830659C0C}" dt="2025-02-15T12:41:48.755" v="10981" actId="1076"/>
          <ac:spMkLst>
            <pc:docMk/>
            <pc:sldMk cId="1870162663" sldId="396"/>
            <ac:spMk id="15" creationId="{F54554B2-7DC1-2C67-10D4-25972E4C01D1}"/>
          </ac:spMkLst>
        </pc:spChg>
        <pc:spChg chg="mod">
          <ac:chgData name="Ricardo Rosenfeld" userId="29ed646a-75fb-4451-a67b-85738f90665c" providerId="ADAL" clId="{A1592339-C2C5-47C0-B508-42C830659C0C}" dt="2025-02-15T12:44:48.835" v="11011" actId="1076"/>
          <ac:spMkLst>
            <pc:docMk/>
            <pc:sldMk cId="1870162663" sldId="396"/>
            <ac:spMk id="17" creationId="{AA1D2AB6-88FA-605D-3A93-D057B4578B7A}"/>
          </ac:spMkLst>
        </pc:spChg>
        <pc:spChg chg="mod">
          <ac:chgData name="Ricardo Rosenfeld" userId="29ed646a-75fb-4451-a67b-85738f90665c" providerId="ADAL" clId="{A1592339-C2C5-47C0-B508-42C830659C0C}" dt="2025-02-15T12:46:44.143" v="11027" actId="1076"/>
          <ac:spMkLst>
            <pc:docMk/>
            <pc:sldMk cId="1870162663" sldId="396"/>
            <ac:spMk id="18" creationId="{8D21D8CE-5C25-7C7A-CF16-93C4C46B6DE3}"/>
          </ac:spMkLst>
        </pc:spChg>
        <pc:spChg chg="mod">
          <ac:chgData name="Ricardo Rosenfeld" userId="29ed646a-75fb-4451-a67b-85738f90665c" providerId="ADAL" clId="{A1592339-C2C5-47C0-B508-42C830659C0C}" dt="2025-02-15T12:46:12.713" v="11023" actId="1076"/>
          <ac:spMkLst>
            <pc:docMk/>
            <pc:sldMk cId="1870162663" sldId="396"/>
            <ac:spMk id="19" creationId="{086F7F73-EB9E-4FB2-A479-848A16FE76BE}"/>
          </ac:spMkLst>
        </pc:spChg>
        <pc:spChg chg="mod">
          <ac:chgData name="Ricardo Rosenfeld" userId="29ed646a-75fb-4451-a67b-85738f90665c" providerId="ADAL" clId="{A1592339-C2C5-47C0-B508-42C830659C0C}" dt="2025-02-15T12:37:36.340" v="10962" actId="6549"/>
          <ac:spMkLst>
            <pc:docMk/>
            <pc:sldMk cId="1870162663" sldId="396"/>
            <ac:spMk id="20" creationId="{C4F8E59B-11D3-410E-ACB8-4411D6F0278B}"/>
          </ac:spMkLst>
        </pc:spChg>
        <pc:spChg chg="mod">
          <ac:chgData name="Ricardo Rosenfeld" userId="29ed646a-75fb-4451-a67b-85738f90665c" providerId="ADAL" clId="{A1592339-C2C5-47C0-B508-42C830659C0C}" dt="2025-02-15T12:47:41.232" v="11034" actId="1076"/>
          <ac:spMkLst>
            <pc:docMk/>
            <pc:sldMk cId="1870162663" sldId="396"/>
            <ac:spMk id="21" creationId="{3BAFD919-395E-5A0E-43D8-1BCE2102E821}"/>
          </ac:spMkLst>
        </pc:spChg>
        <pc:spChg chg="mod">
          <ac:chgData name="Ricardo Rosenfeld" userId="29ed646a-75fb-4451-a67b-85738f90665c" providerId="ADAL" clId="{A1592339-C2C5-47C0-B508-42C830659C0C}" dt="2025-02-15T12:44:40.968" v="11010" actId="1076"/>
          <ac:spMkLst>
            <pc:docMk/>
            <pc:sldMk cId="1870162663" sldId="396"/>
            <ac:spMk id="22" creationId="{DC525EDC-AD39-FFE9-DC83-32BF3C5A03CD}"/>
          </ac:spMkLst>
        </pc:spChg>
        <pc:spChg chg="mod">
          <ac:chgData name="Ricardo Rosenfeld" userId="29ed646a-75fb-4451-a67b-85738f90665c" providerId="ADAL" clId="{A1592339-C2C5-47C0-B508-42C830659C0C}" dt="2025-02-15T12:42:48.928" v="10990" actId="1076"/>
          <ac:spMkLst>
            <pc:docMk/>
            <pc:sldMk cId="1870162663" sldId="396"/>
            <ac:spMk id="23" creationId="{32E1D738-C9F0-63C7-AA28-4D7D4E2AB30B}"/>
          </ac:spMkLst>
        </pc:spChg>
        <pc:spChg chg="mod">
          <ac:chgData name="Ricardo Rosenfeld" userId="29ed646a-75fb-4451-a67b-85738f90665c" providerId="ADAL" clId="{A1592339-C2C5-47C0-B508-42C830659C0C}" dt="2025-02-15T12:47:45.942" v="11035" actId="1076"/>
          <ac:spMkLst>
            <pc:docMk/>
            <pc:sldMk cId="1870162663" sldId="396"/>
            <ac:spMk id="24" creationId="{94362E46-4301-8567-E6CA-52B5536E7767}"/>
          </ac:spMkLst>
        </pc:spChg>
        <pc:spChg chg="mod">
          <ac:chgData name="Ricardo Rosenfeld" userId="29ed646a-75fb-4451-a67b-85738f90665c" providerId="ADAL" clId="{A1592339-C2C5-47C0-B508-42C830659C0C}" dt="2025-02-15T12:46:24.573" v="11024" actId="1076"/>
          <ac:spMkLst>
            <pc:docMk/>
            <pc:sldMk cId="1870162663" sldId="396"/>
            <ac:spMk id="25" creationId="{23B37ACB-51AC-DD2F-E004-85859863C9DC}"/>
          </ac:spMkLst>
        </pc:spChg>
        <pc:spChg chg="mod">
          <ac:chgData name="Ricardo Rosenfeld" userId="29ed646a-75fb-4451-a67b-85738f90665c" providerId="ADAL" clId="{A1592339-C2C5-47C0-B508-42C830659C0C}" dt="2025-02-15T12:45:25.849" v="11016" actId="1076"/>
          <ac:spMkLst>
            <pc:docMk/>
            <pc:sldMk cId="1870162663" sldId="396"/>
            <ac:spMk id="26" creationId="{85CC0D59-EA2F-0053-2374-120C5A8AA50A}"/>
          </ac:spMkLst>
        </pc:spChg>
        <pc:spChg chg="mod">
          <ac:chgData name="Ricardo Rosenfeld" userId="29ed646a-75fb-4451-a67b-85738f90665c" providerId="ADAL" clId="{A1592339-C2C5-47C0-B508-42C830659C0C}" dt="2025-02-15T12:45:58.807" v="11021" actId="1076"/>
          <ac:spMkLst>
            <pc:docMk/>
            <pc:sldMk cId="1870162663" sldId="396"/>
            <ac:spMk id="27" creationId="{2AC68778-4DC4-C3B5-F98D-581FE4EDDAEA}"/>
          </ac:spMkLst>
        </pc:spChg>
        <pc:spChg chg="mod">
          <ac:chgData name="Ricardo Rosenfeld" userId="29ed646a-75fb-4451-a67b-85738f90665c" providerId="ADAL" clId="{A1592339-C2C5-47C0-B508-42C830659C0C}" dt="2025-02-15T12:44:54.069" v="11012" actId="1076"/>
          <ac:spMkLst>
            <pc:docMk/>
            <pc:sldMk cId="1870162663" sldId="396"/>
            <ac:spMk id="28" creationId="{10B9D511-EBA6-8148-C77A-F732905EDBA9}"/>
          </ac:spMkLst>
        </pc:spChg>
        <pc:spChg chg="mod">
          <ac:chgData name="Ricardo Rosenfeld" userId="29ed646a-75fb-4451-a67b-85738f90665c" providerId="ADAL" clId="{A1592339-C2C5-47C0-B508-42C830659C0C}" dt="2025-02-15T12:43:19.222" v="10996" actId="1076"/>
          <ac:spMkLst>
            <pc:docMk/>
            <pc:sldMk cId="1870162663" sldId="396"/>
            <ac:spMk id="29" creationId="{001379E8-ADE8-3F1B-E247-C1B7F190603A}"/>
          </ac:spMkLst>
        </pc:spChg>
        <pc:spChg chg="mod">
          <ac:chgData name="Ricardo Rosenfeld" userId="29ed646a-75fb-4451-a67b-85738f90665c" providerId="ADAL" clId="{A1592339-C2C5-47C0-B508-42C830659C0C}" dt="2025-02-15T12:47:24.532" v="11031" actId="1076"/>
          <ac:spMkLst>
            <pc:docMk/>
            <pc:sldMk cId="1870162663" sldId="396"/>
            <ac:spMk id="30" creationId="{26B1D0CD-9F79-E680-899A-718488531310}"/>
          </ac:spMkLst>
        </pc:spChg>
        <pc:spChg chg="mod">
          <ac:chgData name="Ricardo Rosenfeld" userId="29ed646a-75fb-4451-a67b-85738f90665c" providerId="ADAL" clId="{A1592339-C2C5-47C0-B508-42C830659C0C}" dt="2025-02-15T12:43:11.610" v="10995" actId="1076"/>
          <ac:spMkLst>
            <pc:docMk/>
            <pc:sldMk cId="1870162663" sldId="396"/>
            <ac:spMk id="31" creationId="{D0770B31-3EC9-B862-C091-5C31A3D6E0CC}"/>
          </ac:spMkLst>
        </pc:spChg>
        <pc:spChg chg="mod">
          <ac:chgData name="Ricardo Rosenfeld" userId="29ed646a-75fb-4451-a67b-85738f90665c" providerId="ADAL" clId="{A1592339-C2C5-47C0-B508-42C830659C0C}" dt="2025-02-14T15:45:47.081" v="1487" actId="14100"/>
          <ac:spMkLst>
            <pc:docMk/>
            <pc:sldMk cId="1870162663" sldId="396"/>
            <ac:spMk id="34" creationId="{ADEB9537-7E61-BD23-A333-B59C5834C88E}"/>
          </ac:spMkLst>
        </pc:spChg>
      </pc:sldChg>
      <pc:sldChg chg="modSp mod">
        <pc:chgData name="Ricardo Rosenfeld" userId="29ed646a-75fb-4451-a67b-85738f90665c" providerId="ADAL" clId="{A1592339-C2C5-47C0-B508-42C830659C0C}" dt="2025-02-15T14:18:19.175" v="13072" actId="113"/>
        <pc:sldMkLst>
          <pc:docMk/>
          <pc:sldMk cId="1597010780" sldId="398"/>
        </pc:sldMkLst>
        <pc:spChg chg="mod">
          <ac:chgData name="Ricardo Rosenfeld" userId="29ed646a-75fb-4451-a67b-85738f90665c" providerId="ADAL" clId="{A1592339-C2C5-47C0-B508-42C830659C0C}" dt="2025-02-15T14:12:20.324" v="13011" actId="6549"/>
          <ac:spMkLst>
            <pc:docMk/>
            <pc:sldMk cId="1597010780" sldId="398"/>
            <ac:spMk id="11" creationId="{0A310070-751A-4F12-A86C-017DD171BFD3}"/>
          </ac:spMkLst>
        </pc:spChg>
        <pc:spChg chg="mod">
          <ac:chgData name="Ricardo Rosenfeld" userId="29ed646a-75fb-4451-a67b-85738f90665c" providerId="ADAL" clId="{A1592339-C2C5-47C0-B508-42C830659C0C}" dt="2025-02-15T14:18:19.175" v="13072" actId="113"/>
          <ac:spMkLst>
            <pc:docMk/>
            <pc:sldMk cId="1597010780" sldId="398"/>
            <ac:spMk id="15" creationId="{451758CA-F9CB-41C5-AA28-2F404877D02C}"/>
          </ac:spMkLst>
        </pc:spChg>
      </pc:sldChg>
      <pc:sldChg chg="modSp mod">
        <pc:chgData name="Ricardo Rosenfeld" userId="29ed646a-75fb-4451-a67b-85738f90665c" providerId="ADAL" clId="{A1592339-C2C5-47C0-B508-42C830659C0C}" dt="2025-02-15T14:20:51.533" v="13103" actId="20577"/>
        <pc:sldMkLst>
          <pc:docMk/>
          <pc:sldMk cId="2666961717" sldId="399"/>
        </pc:sldMkLst>
        <pc:spChg chg="mod">
          <ac:chgData name="Ricardo Rosenfeld" userId="29ed646a-75fb-4451-a67b-85738f90665c" providerId="ADAL" clId="{A1592339-C2C5-47C0-B508-42C830659C0C}" dt="2025-02-15T14:20:51.533" v="13103" actId="20577"/>
          <ac:spMkLst>
            <pc:docMk/>
            <pc:sldMk cId="2666961717" sldId="399"/>
            <ac:spMk id="15" creationId="{451758CA-F9CB-41C5-AA28-2F404877D02C}"/>
          </ac:spMkLst>
        </pc:spChg>
      </pc:sldChg>
      <pc:sldChg chg="del">
        <pc:chgData name="Ricardo Rosenfeld" userId="29ed646a-75fb-4451-a67b-85738f90665c" providerId="ADAL" clId="{A1592339-C2C5-47C0-B508-42C830659C0C}" dt="2025-02-14T16:17:57.633" v="2282" actId="47"/>
        <pc:sldMkLst>
          <pc:docMk/>
          <pc:sldMk cId="2042788275" sldId="402"/>
        </pc:sldMkLst>
      </pc:sldChg>
      <pc:sldChg chg="addSp modSp mod">
        <pc:chgData name="Ricardo Rosenfeld" userId="29ed646a-75fb-4451-a67b-85738f90665c" providerId="ADAL" clId="{A1592339-C2C5-47C0-B508-42C830659C0C}" dt="2025-02-14T16:03:22.215" v="1994" actId="113"/>
        <pc:sldMkLst>
          <pc:docMk/>
          <pc:sldMk cId="1003041695" sldId="407"/>
        </pc:sldMkLst>
        <pc:spChg chg="mod">
          <ac:chgData name="Ricardo Rosenfeld" userId="29ed646a-75fb-4451-a67b-85738f90665c" providerId="ADAL" clId="{A1592339-C2C5-47C0-B508-42C830659C0C}" dt="2025-02-14T16:02:49.292" v="1993" actId="6549"/>
          <ac:spMkLst>
            <pc:docMk/>
            <pc:sldMk cId="1003041695" sldId="407"/>
            <ac:spMk id="2" creationId="{C2823CBE-5E8E-4CBD-A07D-6112B0E8B381}"/>
          </ac:spMkLst>
        </pc:spChg>
        <pc:spChg chg="add mod">
          <ac:chgData name="Ricardo Rosenfeld" userId="29ed646a-75fb-4451-a67b-85738f90665c" providerId="ADAL" clId="{A1592339-C2C5-47C0-B508-42C830659C0C}" dt="2025-02-14T16:00:14.373" v="1877" actId="113"/>
          <ac:spMkLst>
            <pc:docMk/>
            <pc:sldMk cId="1003041695" sldId="407"/>
            <ac:spMk id="7" creationId="{F498E784-ADD7-3B68-F3DB-3FEF9E1991DB}"/>
          </ac:spMkLst>
        </pc:spChg>
        <pc:spChg chg="mod">
          <ac:chgData name="Ricardo Rosenfeld" userId="29ed646a-75fb-4451-a67b-85738f90665c" providerId="ADAL" clId="{A1592339-C2C5-47C0-B508-42C830659C0C}" dt="2025-02-14T16:03:22.215" v="1994" actId="113"/>
          <ac:spMkLst>
            <pc:docMk/>
            <pc:sldMk cId="1003041695" sldId="407"/>
            <ac:spMk id="53" creationId="{83DAE092-E56B-5827-EE5D-F279467AA37F}"/>
          </ac:spMkLst>
        </pc:spChg>
      </pc:sldChg>
      <pc:sldChg chg="addSp delSp modSp mod delAnim modAnim">
        <pc:chgData name="Ricardo Rosenfeld" userId="29ed646a-75fb-4451-a67b-85738f90665c" providerId="ADAL" clId="{A1592339-C2C5-47C0-B508-42C830659C0C}" dt="2025-02-15T11:27:31.154" v="9893" actId="20577"/>
        <pc:sldMkLst>
          <pc:docMk/>
          <pc:sldMk cId="3539972421" sldId="411"/>
        </pc:sldMkLst>
        <pc:spChg chg="mod">
          <ac:chgData name="Ricardo Rosenfeld" userId="29ed646a-75fb-4451-a67b-85738f90665c" providerId="ADAL" clId="{A1592339-C2C5-47C0-B508-42C830659C0C}" dt="2025-02-14T15:06:01.727" v="288" actId="1076"/>
          <ac:spMkLst>
            <pc:docMk/>
            <pc:sldMk cId="3539972421" sldId="411"/>
            <ac:spMk id="4" creationId="{CA132DD2-0356-2593-8543-D1DEF2642E5F}"/>
          </ac:spMkLst>
        </pc:spChg>
        <pc:spChg chg="add mod">
          <ac:chgData name="Ricardo Rosenfeld" userId="29ed646a-75fb-4451-a67b-85738f90665c" providerId="ADAL" clId="{A1592339-C2C5-47C0-B508-42C830659C0C}" dt="2025-02-15T11:23:59.449" v="9880" actId="1076"/>
          <ac:spMkLst>
            <pc:docMk/>
            <pc:sldMk cId="3539972421" sldId="411"/>
            <ac:spMk id="6" creationId="{115E2E0C-8643-2748-F3AB-F85F1D945B64}"/>
          </ac:spMkLst>
        </pc:spChg>
        <pc:spChg chg="mod">
          <ac:chgData name="Ricardo Rosenfeld" userId="29ed646a-75fb-4451-a67b-85738f90665c" providerId="ADAL" clId="{A1592339-C2C5-47C0-B508-42C830659C0C}" dt="2025-02-15T11:24:36.609" v="9885" actId="1076"/>
          <ac:spMkLst>
            <pc:docMk/>
            <pc:sldMk cId="3539972421" sldId="411"/>
            <ac:spMk id="7" creationId="{7AECDD66-EE39-AF85-6EA8-F18DC2502371}"/>
          </ac:spMkLst>
        </pc:spChg>
        <pc:spChg chg="mod">
          <ac:chgData name="Ricardo Rosenfeld" userId="29ed646a-75fb-4451-a67b-85738f90665c" providerId="ADAL" clId="{A1592339-C2C5-47C0-B508-42C830659C0C}" dt="2025-02-14T15:06:01.727" v="288" actId="1076"/>
          <ac:spMkLst>
            <pc:docMk/>
            <pc:sldMk cId="3539972421" sldId="411"/>
            <ac:spMk id="11" creationId="{C46CFEED-8308-A381-6CD4-0409093F1847}"/>
          </ac:spMkLst>
        </pc:spChg>
        <pc:spChg chg="mod">
          <ac:chgData name="Ricardo Rosenfeld" userId="29ed646a-75fb-4451-a67b-85738f90665c" providerId="ADAL" clId="{A1592339-C2C5-47C0-B508-42C830659C0C}" dt="2025-02-14T15:06:01.727" v="288" actId="1076"/>
          <ac:spMkLst>
            <pc:docMk/>
            <pc:sldMk cId="3539972421" sldId="411"/>
            <ac:spMk id="13" creationId="{51B93455-A8C0-C685-1F24-02DF947A59B0}"/>
          </ac:spMkLst>
        </pc:spChg>
        <pc:spChg chg="mod">
          <ac:chgData name="Ricardo Rosenfeld" userId="29ed646a-75fb-4451-a67b-85738f90665c" providerId="ADAL" clId="{A1592339-C2C5-47C0-B508-42C830659C0C}" dt="2025-02-14T15:06:01.727" v="288" actId="1076"/>
          <ac:spMkLst>
            <pc:docMk/>
            <pc:sldMk cId="3539972421" sldId="411"/>
            <ac:spMk id="14" creationId="{E493CAFC-59AD-557A-1EEA-6378520A68AD}"/>
          </ac:spMkLst>
        </pc:spChg>
        <pc:spChg chg="mod">
          <ac:chgData name="Ricardo Rosenfeld" userId="29ed646a-75fb-4451-a67b-85738f90665c" providerId="ADAL" clId="{A1592339-C2C5-47C0-B508-42C830659C0C}" dt="2025-02-14T15:06:01.727" v="288" actId="1076"/>
          <ac:spMkLst>
            <pc:docMk/>
            <pc:sldMk cId="3539972421" sldId="411"/>
            <ac:spMk id="15" creationId="{B7045929-A464-FED5-065D-82C04BEE815B}"/>
          </ac:spMkLst>
        </pc:spChg>
        <pc:spChg chg="mod">
          <ac:chgData name="Ricardo Rosenfeld" userId="29ed646a-75fb-4451-a67b-85738f90665c" providerId="ADAL" clId="{A1592339-C2C5-47C0-B508-42C830659C0C}" dt="2025-02-14T15:06:01.727" v="288" actId="1076"/>
          <ac:spMkLst>
            <pc:docMk/>
            <pc:sldMk cId="3539972421" sldId="411"/>
            <ac:spMk id="16" creationId="{61B403C3-42EC-F1AD-3E0E-C1587D39CCA9}"/>
          </ac:spMkLst>
        </pc:spChg>
        <pc:spChg chg="mod">
          <ac:chgData name="Ricardo Rosenfeld" userId="29ed646a-75fb-4451-a67b-85738f90665c" providerId="ADAL" clId="{A1592339-C2C5-47C0-B508-42C830659C0C}" dt="2025-02-15T11:23:59.449" v="9880" actId="1076"/>
          <ac:spMkLst>
            <pc:docMk/>
            <pc:sldMk cId="3539972421" sldId="411"/>
            <ac:spMk id="17" creationId="{086BACF6-3407-435B-B352-1EEAB40F95BB}"/>
          </ac:spMkLst>
        </pc:spChg>
        <pc:spChg chg="mod">
          <ac:chgData name="Ricardo Rosenfeld" userId="29ed646a-75fb-4451-a67b-85738f90665c" providerId="ADAL" clId="{A1592339-C2C5-47C0-B508-42C830659C0C}" dt="2025-02-15T11:23:59.449" v="9880" actId="1076"/>
          <ac:spMkLst>
            <pc:docMk/>
            <pc:sldMk cId="3539972421" sldId="411"/>
            <ac:spMk id="18" creationId="{4324D2DD-91F9-4350-B114-673D0D4D75C4}"/>
          </ac:spMkLst>
        </pc:spChg>
        <pc:spChg chg="mod">
          <ac:chgData name="Ricardo Rosenfeld" userId="29ed646a-75fb-4451-a67b-85738f90665c" providerId="ADAL" clId="{A1592339-C2C5-47C0-B508-42C830659C0C}" dt="2025-02-15T11:23:59.449" v="9880" actId="1076"/>
          <ac:spMkLst>
            <pc:docMk/>
            <pc:sldMk cId="3539972421" sldId="411"/>
            <ac:spMk id="19" creationId="{65768BE7-CD28-44E1-85FD-20C867072B0D}"/>
          </ac:spMkLst>
        </pc:spChg>
        <pc:spChg chg="mod">
          <ac:chgData name="Ricardo Rosenfeld" userId="29ed646a-75fb-4451-a67b-85738f90665c" providerId="ADAL" clId="{A1592339-C2C5-47C0-B508-42C830659C0C}" dt="2025-02-15T11:14:23.007" v="9680" actId="113"/>
          <ac:spMkLst>
            <pc:docMk/>
            <pc:sldMk cId="3539972421" sldId="411"/>
            <ac:spMk id="20" creationId="{C4F8E59B-11D3-410E-ACB8-4411D6F0278B}"/>
          </ac:spMkLst>
        </pc:spChg>
        <pc:spChg chg="mod">
          <ac:chgData name="Ricardo Rosenfeld" userId="29ed646a-75fb-4451-a67b-85738f90665c" providerId="ADAL" clId="{A1592339-C2C5-47C0-B508-42C830659C0C}" dt="2025-02-14T15:09:02.517" v="316" actId="1076"/>
          <ac:spMkLst>
            <pc:docMk/>
            <pc:sldMk cId="3539972421" sldId="411"/>
            <ac:spMk id="21" creationId="{DB3603F0-8112-45F8-AB71-6C91E4316922}"/>
          </ac:spMkLst>
        </pc:spChg>
        <pc:spChg chg="mod">
          <ac:chgData name="Ricardo Rosenfeld" userId="29ed646a-75fb-4451-a67b-85738f90665c" providerId="ADAL" clId="{A1592339-C2C5-47C0-B508-42C830659C0C}" dt="2025-02-15T11:23:59.449" v="9880" actId="1076"/>
          <ac:spMkLst>
            <pc:docMk/>
            <pc:sldMk cId="3539972421" sldId="411"/>
            <ac:spMk id="22" creationId="{068C133C-90A7-435A-A6CD-9475A0E09E59}"/>
          </ac:spMkLst>
        </pc:spChg>
        <pc:spChg chg="mod">
          <ac:chgData name="Ricardo Rosenfeld" userId="29ed646a-75fb-4451-a67b-85738f90665c" providerId="ADAL" clId="{A1592339-C2C5-47C0-B508-42C830659C0C}" dt="2025-02-14T15:09:02.517" v="316" actId="1076"/>
          <ac:spMkLst>
            <pc:docMk/>
            <pc:sldMk cId="3539972421" sldId="411"/>
            <ac:spMk id="23" creationId="{2CCB2763-8D59-41AA-A362-DCC9A00D6E81}"/>
          </ac:spMkLst>
        </pc:spChg>
        <pc:spChg chg="mod">
          <ac:chgData name="Ricardo Rosenfeld" userId="29ed646a-75fb-4451-a67b-85738f90665c" providerId="ADAL" clId="{A1592339-C2C5-47C0-B508-42C830659C0C}" dt="2025-02-14T15:06:01.727" v="288" actId="1076"/>
          <ac:spMkLst>
            <pc:docMk/>
            <pc:sldMk cId="3539972421" sldId="411"/>
            <ac:spMk id="25" creationId="{3653D4CE-71CD-30B0-38BA-694CDE3BC60D}"/>
          </ac:spMkLst>
        </pc:spChg>
        <pc:spChg chg="mod">
          <ac:chgData name="Ricardo Rosenfeld" userId="29ed646a-75fb-4451-a67b-85738f90665c" providerId="ADAL" clId="{A1592339-C2C5-47C0-B508-42C830659C0C}" dt="2025-02-14T15:06:01.727" v="288" actId="1076"/>
          <ac:spMkLst>
            <pc:docMk/>
            <pc:sldMk cId="3539972421" sldId="411"/>
            <ac:spMk id="26" creationId="{89630C56-6089-C2B1-E169-8937FEC359CE}"/>
          </ac:spMkLst>
        </pc:spChg>
        <pc:spChg chg="mod">
          <ac:chgData name="Ricardo Rosenfeld" userId="29ed646a-75fb-4451-a67b-85738f90665c" providerId="ADAL" clId="{A1592339-C2C5-47C0-B508-42C830659C0C}" dt="2025-02-14T15:09:02.517" v="316" actId="1076"/>
          <ac:spMkLst>
            <pc:docMk/>
            <pc:sldMk cId="3539972421" sldId="411"/>
            <ac:spMk id="28" creationId="{7747B9F9-D06D-4ECC-8298-B5C8975BDE03}"/>
          </ac:spMkLst>
        </pc:spChg>
        <pc:spChg chg="mod">
          <ac:chgData name="Ricardo Rosenfeld" userId="29ed646a-75fb-4451-a67b-85738f90665c" providerId="ADAL" clId="{A1592339-C2C5-47C0-B508-42C830659C0C}" dt="2025-02-15T11:23:59.449" v="9880" actId="1076"/>
          <ac:spMkLst>
            <pc:docMk/>
            <pc:sldMk cId="3539972421" sldId="411"/>
            <ac:spMk id="33" creationId="{C391E881-B921-4C11-9F01-7484C6039284}"/>
          </ac:spMkLst>
        </pc:spChg>
        <pc:spChg chg="mod">
          <ac:chgData name="Ricardo Rosenfeld" userId="29ed646a-75fb-4451-a67b-85738f90665c" providerId="ADAL" clId="{A1592339-C2C5-47C0-B508-42C830659C0C}" dt="2025-02-14T15:06:01.727" v="288" actId="1076"/>
          <ac:spMkLst>
            <pc:docMk/>
            <pc:sldMk cId="3539972421" sldId="411"/>
            <ac:spMk id="35" creationId="{C2DF26F2-3E47-2EA6-5F6B-DA221B8EAB9E}"/>
          </ac:spMkLst>
        </pc:spChg>
        <pc:spChg chg="mod">
          <ac:chgData name="Ricardo Rosenfeld" userId="29ed646a-75fb-4451-a67b-85738f90665c" providerId="ADAL" clId="{A1592339-C2C5-47C0-B508-42C830659C0C}" dt="2025-02-15T11:23:59.449" v="9880" actId="1076"/>
          <ac:spMkLst>
            <pc:docMk/>
            <pc:sldMk cId="3539972421" sldId="411"/>
            <ac:spMk id="41" creationId="{E4B6FD5C-ED3D-45C6-9DFE-A3B4DE76B3E9}"/>
          </ac:spMkLst>
        </pc:spChg>
        <pc:spChg chg="mod">
          <ac:chgData name="Ricardo Rosenfeld" userId="29ed646a-75fb-4451-a67b-85738f90665c" providerId="ADAL" clId="{A1592339-C2C5-47C0-B508-42C830659C0C}" dt="2025-02-15T11:23:59.449" v="9880" actId="1076"/>
          <ac:spMkLst>
            <pc:docMk/>
            <pc:sldMk cId="3539972421" sldId="411"/>
            <ac:spMk id="42" creationId="{7AC8E2F5-176D-456F-93DD-2D84049625B3}"/>
          </ac:spMkLst>
        </pc:spChg>
        <pc:spChg chg="mod">
          <ac:chgData name="Ricardo Rosenfeld" userId="29ed646a-75fb-4451-a67b-85738f90665c" providerId="ADAL" clId="{A1592339-C2C5-47C0-B508-42C830659C0C}" dt="2025-02-15T11:23:59.449" v="9880" actId="1076"/>
          <ac:spMkLst>
            <pc:docMk/>
            <pc:sldMk cId="3539972421" sldId="411"/>
            <ac:spMk id="43" creationId="{D01C3FC3-53CA-49AA-99CA-46FDC5FB184D}"/>
          </ac:spMkLst>
        </pc:spChg>
        <pc:spChg chg="mod">
          <ac:chgData name="Ricardo Rosenfeld" userId="29ed646a-75fb-4451-a67b-85738f90665c" providerId="ADAL" clId="{A1592339-C2C5-47C0-B508-42C830659C0C}" dt="2025-02-15T11:23:59.449" v="9880" actId="1076"/>
          <ac:spMkLst>
            <pc:docMk/>
            <pc:sldMk cId="3539972421" sldId="411"/>
            <ac:spMk id="44" creationId="{5D6938B4-36B5-4AFC-A88B-264F29CDB98E}"/>
          </ac:spMkLst>
        </pc:spChg>
        <pc:spChg chg="mod">
          <ac:chgData name="Ricardo Rosenfeld" userId="29ed646a-75fb-4451-a67b-85738f90665c" providerId="ADAL" clId="{A1592339-C2C5-47C0-B508-42C830659C0C}" dt="2025-02-14T15:09:02.517" v="316" actId="1076"/>
          <ac:spMkLst>
            <pc:docMk/>
            <pc:sldMk cId="3539972421" sldId="411"/>
            <ac:spMk id="45" creationId="{DCF449B3-8085-4451-8C8B-D12BEF4238A1}"/>
          </ac:spMkLst>
        </pc:spChg>
        <pc:spChg chg="mod">
          <ac:chgData name="Ricardo Rosenfeld" userId="29ed646a-75fb-4451-a67b-85738f90665c" providerId="ADAL" clId="{A1592339-C2C5-47C0-B508-42C830659C0C}" dt="2025-02-14T15:06:01.727" v="288" actId="1076"/>
          <ac:spMkLst>
            <pc:docMk/>
            <pc:sldMk cId="3539972421" sldId="411"/>
            <ac:spMk id="52" creationId="{6B04516D-96D8-F399-C4C0-7D0A6DDB0B28}"/>
          </ac:spMkLst>
        </pc:spChg>
        <pc:spChg chg="mod">
          <ac:chgData name="Ricardo Rosenfeld" userId="29ed646a-75fb-4451-a67b-85738f90665c" providerId="ADAL" clId="{A1592339-C2C5-47C0-B508-42C830659C0C}" dt="2025-02-15T11:24:36.609" v="9885" actId="1076"/>
          <ac:spMkLst>
            <pc:docMk/>
            <pc:sldMk cId="3539972421" sldId="411"/>
            <ac:spMk id="62" creationId="{FED949D2-12D1-3D55-1A8A-53DC973A2D95}"/>
          </ac:spMkLst>
        </pc:spChg>
        <pc:spChg chg="mod">
          <ac:chgData name="Ricardo Rosenfeld" userId="29ed646a-75fb-4451-a67b-85738f90665c" providerId="ADAL" clId="{A1592339-C2C5-47C0-B508-42C830659C0C}" dt="2025-02-15T11:24:36.609" v="9885" actId="1076"/>
          <ac:spMkLst>
            <pc:docMk/>
            <pc:sldMk cId="3539972421" sldId="411"/>
            <ac:spMk id="63" creationId="{706D16EB-4F2D-D04F-78F3-B8D7302846A4}"/>
          </ac:spMkLst>
        </pc:spChg>
        <pc:spChg chg="mod">
          <ac:chgData name="Ricardo Rosenfeld" userId="29ed646a-75fb-4451-a67b-85738f90665c" providerId="ADAL" clId="{A1592339-C2C5-47C0-B508-42C830659C0C}" dt="2025-02-15T11:24:36.609" v="9885" actId="1076"/>
          <ac:spMkLst>
            <pc:docMk/>
            <pc:sldMk cId="3539972421" sldId="411"/>
            <ac:spMk id="66" creationId="{1D9743AC-8094-F651-1140-70FAC04AC357}"/>
          </ac:spMkLst>
        </pc:spChg>
        <pc:spChg chg="mod">
          <ac:chgData name="Ricardo Rosenfeld" userId="29ed646a-75fb-4451-a67b-85738f90665c" providerId="ADAL" clId="{A1592339-C2C5-47C0-B508-42C830659C0C}" dt="2025-02-15T11:24:36.609" v="9885" actId="1076"/>
          <ac:spMkLst>
            <pc:docMk/>
            <pc:sldMk cId="3539972421" sldId="411"/>
            <ac:spMk id="73" creationId="{DF7DB2EE-A8C4-46CA-5E65-7B61A63D6778}"/>
          </ac:spMkLst>
        </pc:spChg>
        <pc:spChg chg="mod">
          <ac:chgData name="Ricardo Rosenfeld" userId="29ed646a-75fb-4451-a67b-85738f90665c" providerId="ADAL" clId="{A1592339-C2C5-47C0-B508-42C830659C0C}" dt="2025-02-15T11:24:36.609" v="9885" actId="1076"/>
          <ac:spMkLst>
            <pc:docMk/>
            <pc:sldMk cId="3539972421" sldId="411"/>
            <ac:spMk id="74" creationId="{7248E7B4-B418-A393-576F-EDD69C9CDCBB}"/>
          </ac:spMkLst>
        </pc:spChg>
        <pc:spChg chg="mod">
          <ac:chgData name="Ricardo Rosenfeld" userId="29ed646a-75fb-4451-a67b-85738f90665c" providerId="ADAL" clId="{A1592339-C2C5-47C0-B508-42C830659C0C}" dt="2025-02-15T11:24:21.507" v="9884" actId="1076"/>
          <ac:spMkLst>
            <pc:docMk/>
            <pc:sldMk cId="3539972421" sldId="411"/>
            <ac:spMk id="76" creationId="{4EA78584-F55D-8909-2572-CC4F8A049647}"/>
          </ac:spMkLst>
        </pc:spChg>
        <pc:spChg chg="mod">
          <ac:chgData name="Ricardo Rosenfeld" userId="29ed646a-75fb-4451-a67b-85738f90665c" providerId="ADAL" clId="{A1592339-C2C5-47C0-B508-42C830659C0C}" dt="2025-02-15T11:24:36.609" v="9885" actId="1076"/>
          <ac:spMkLst>
            <pc:docMk/>
            <pc:sldMk cId="3539972421" sldId="411"/>
            <ac:spMk id="78" creationId="{C2E1ABFF-D518-8A28-AC11-A3BDAFD92DEE}"/>
          </ac:spMkLst>
        </pc:spChg>
        <pc:spChg chg="mod">
          <ac:chgData name="Ricardo Rosenfeld" userId="29ed646a-75fb-4451-a67b-85738f90665c" providerId="ADAL" clId="{A1592339-C2C5-47C0-B508-42C830659C0C}" dt="2025-02-15T11:24:36.609" v="9885" actId="1076"/>
          <ac:spMkLst>
            <pc:docMk/>
            <pc:sldMk cId="3539972421" sldId="411"/>
            <ac:spMk id="80" creationId="{7B6F072C-6871-1BF0-C5D7-E2CD838472D7}"/>
          </ac:spMkLst>
        </pc:spChg>
        <pc:spChg chg="mod">
          <ac:chgData name="Ricardo Rosenfeld" userId="29ed646a-75fb-4451-a67b-85738f90665c" providerId="ADAL" clId="{A1592339-C2C5-47C0-B508-42C830659C0C}" dt="2025-02-15T11:24:36.609" v="9885" actId="1076"/>
          <ac:spMkLst>
            <pc:docMk/>
            <pc:sldMk cId="3539972421" sldId="411"/>
            <ac:spMk id="85" creationId="{3811C1EC-98D4-2C65-33E3-3C28A5CD5A23}"/>
          </ac:spMkLst>
        </pc:spChg>
        <pc:spChg chg="del">
          <ac:chgData name="Ricardo Rosenfeld" userId="29ed646a-75fb-4451-a67b-85738f90665c" providerId="ADAL" clId="{A1592339-C2C5-47C0-B508-42C830659C0C}" dt="2025-02-15T11:20:44.388" v="9741" actId="478"/>
          <ac:spMkLst>
            <pc:docMk/>
            <pc:sldMk cId="3539972421" sldId="411"/>
            <ac:spMk id="86" creationId="{E9F3F44D-CAFD-B915-1B03-926E330C9DC6}"/>
          </ac:spMkLst>
        </pc:spChg>
        <pc:spChg chg="mod">
          <ac:chgData name="Ricardo Rosenfeld" userId="29ed646a-75fb-4451-a67b-85738f90665c" providerId="ADAL" clId="{A1592339-C2C5-47C0-B508-42C830659C0C}" dt="2025-02-15T11:27:31.154" v="9893" actId="20577"/>
          <ac:spMkLst>
            <pc:docMk/>
            <pc:sldMk cId="3539972421" sldId="411"/>
            <ac:spMk id="89" creationId="{FEA100F7-99EA-D1FB-7817-3533D0B5A904}"/>
          </ac:spMkLst>
        </pc:spChg>
        <pc:spChg chg="mod">
          <ac:chgData name="Ricardo Rosenfeld" userId="29ed646a-75fb-4451-a67b-85738f90665c" providerId="ADAL" clId="{A1592339-C2C5-47C0-B508-42C830659C0C}" dt="2025-02-15T11:24:36.609" v="9885" actId="1076"/>
          <ac:spMkLst>
            <pc:docMk/>
            <pc:sldMk cId="3539972421" sldId="411"/>
            <ac:spMk id="92" creationId="{B33615F0-7AE3-D884-A196-25B0678E9DDC}"/>
          </ac:spMkLst>
        </pc:spChg>
        <pc:spChg chg="mod">
          <ac:chgData name="Ricardo Rosenfeld" userId="29ed646a-75fb-4451-a67b-85738f90665c" providerId="ADAL" clId="{A1592339-C2C5-47C0-B508-42C830659C0C}" dt="2025-02-15T11:20:35.556" v="9740" actId="1076"/>
          <ac:spMkLst>
            <pc:docMk/>
            <pc:sldMk cId="3539972421" sldId="411"/>
            <ac:spMk id="108" creationId="{E7E26E1C-0E75-0E64-AB56-E09D91A39945}"/>
          </ac:spMkLst>
        </pc:spChg>
        <pc:cxnChg chg="mod">
          <ac:chgData name="Ricardo Rosenfeld" userId="29ed646a-75fb-4451-a67b-85738f90665c" providerId="ADAL" clId="{A1592339-C2C5-47C0-B508-42C830659C0C}" dt="2025-02-14T15:02:21.651" v="233" actId="14100"/>
          <ac:cxnSpMkLst>
            <pc:docMk/>
            <pc:sldMk cId="3539972421" sldId="411"/>
            <ac:cxnSpMk id="38" creationId="{0D4FD3E4-CF60-49F4-BFA3-EF7DD904705A}"/>
          </ac:cxnSpMkLst>
        </pc:cxnChg>
        <pc:cxnChg chg="mod">
          <ac:chgData name="Ricardo Rosenfeld" userId="29ed646a-75fb-4451-a67b-85738f90665c" providerId="ADAL" clId="{A1592339-C2C5-47C0-B508-42C830659C0C}" dt="2025-02-14T15:07:23.463" v="301" actId="14100"/>
          <ac:cxnSpMkLst>
            <pc:docMk/>
            <pc:sldMk cId="3539972421" sldId="411"/>
            <ac:cxnSpMk id="46" creationId="{16BA34CF-0C08-1609-41E6-D78CBE2726F5}"/>
          </ac:cxnSpMkLst>
        </pc:cxnChg>
        <pc:cxnChg chg="mod">
          <ac:chgData name="Ricardo Rosenfeld" userId="29ed646a-75fb-4451-a67b-85738f90665c" providerId="ADAL" clId="{A1592339-C2C5-47C0-B508-42C830659C0C}" dt="2025-02-14T15:07:31.881" v="303" actId="14100"/>
          <ac:cxnSpMkLst>
            <pc:docMk/>
            <pc:sldMk cId="3539972421" sldId="411"/>
            <ac:cxnSpMk id="53" creationId="{6DA46FC2-8229-F2BB-7355-FBBFA34F8C5B}"/>
          </ac:cxnSpMkLst>
        </pc:cxnChg>
        <pc:cxnChg chg="mod">
          <ac:chgData name="Ricardo Rosenfeld" userId="29ed646a-75fb-4451-a67b-85738f90665c" providerId="ADAL" clId="{A1592339-C2C5-47C0-B508-42C830659C0C}" dt="2025-02-15T11:24:53.003" v="9887" actId="14100"/>
          <ac:cxnSpMkLst>
            <pc:docMk/>
            <pc:sldMk cId="3539972421" sldId="411"/>
            <ac:cxnSpMk id="56" creationId="{03D92AEE-0AD5-DE68-DFF6-A8A726A18B1A}"/>
          </ac:cxnSpMkLst>
        </pc:cxnChg>
      </pc:sldChg>
      <pc:sldChg chg="addSp modSp mod">
        <pc:chgData name="Ricardo Rosenfeld" userId="29ed646a-75fb-4451-a67b-85738f90665c" providerId="ADAL" clId="{A1592339-C2C5-47C0-B508-42C830659C0C}" dt="2025-02-15T11:33:36.186" v="10184" actId="6549"/>
        <pc:sldMkLst>
          <pc:docMk/>
          <pc:sldMk cId="4280401287" sldId="412"/>
        </pc:sldMkLst>
        <pc:spChg chg="mod">
          <ac:chgData name="Ricardo Rosenfeld" userId="29ed646a-75fb-4451-a67b-85738f90665c" providerId="ADAL" clId="{A1592339-C2C5-47C0-B508-42C830659C0C}" dt="2025-02-15T11:30:47.850" v="9896" actId="1076"/>
          <ac:spMkLst>
            <pc:docMk/>
            <pc:sldMk cId="4280401287" sldId="412"/>
            <ac:spMk id="2" creationId="{CE349238-BF53-C81F-B94E-BBED89A5E1F9}"/>
          </ac:spMkLst>
        </pc:spChg>
        <pc:spChg chg="add mod">
          <ac:chgData name="Ricardo Rosenfeld" userId="29ed646a-75fb-4451-a67b-85738f90665c" providerId="ADAL" clId="{A1592339-C2C5-47C0-B508-42C830659C0C}" dt="2025-02-15T11:33:36.186" v="10184" actId="6549"/>
          <ac:spMkLst>
            <pc:docMk/>
            <pc:sldMk cId="4280401287" sldId="412"/>
            <ac:spMk id="5" creationId="{C163D62A-D5BD-EE09-DC92-46721E68F919}"/>
          </ac:spMkLst>
        </pc:spChg>
        <pc:spChg chg="mod">
          <ac:chgData name="Ricardo Rosenfeld" userId="29ed646a-75fb-4451-a67b-85738f90665c" providerId="ADAL" clId="{A1592339-C2C5-47C0-B508-42C830659C0C}" dt="2025-02-14T15:12:48.941" v="342" actId="20577"/>
          <ac:spMkLst>
            <pc:docMk/>
            <pc:sldMk cId="4280401287" sldId="412"/>
            <ac:spMk id="20" creationId="{C4F8E59B-11D3-410E-ACB8-4411D6F0278B}"/>
          </ac:spMkLst>
        </pc:spChg>
        <pc:spChg chg="mod">
          <ac:chgData name="Ricardo Rosenfeld" userId="29ed646a-75fb-4451-a67b-85738f90665c" providerId="ADAL" clId="{A1592339-C2C5-47C0-B508-42C830659C0C}" dt="2025-02-15T11:30:52.599" v="9897" actId="20577"/>
          <ac:spMkLst>
            <pc:docMk/>
            <pc:sldMk cId="4280401287" sldId="412"/>
            <ac:spMk id="34" creationId="{D213BEF5-2AE2-43A5-ADCE-E5D4196AAA39}"/>
          </ac:spMkLst>
        </pc:spChg>
        <pc:spChg chg="mod">
          <ac:chgData name="Ricardo Rosenfeld" userId="29ed646a-75fb-4451-a67b-85738f90665c" providerId="ADAL" clId="{A1592339-C2C5-47C0-B508-42C830659C0C}" dt="2025-02-15T11:30:47.850" v="9896" actId="1076"/>
          <ac:spMkLst>
            <pc:docMk/>
            <pc:sldMk cId="4280401287" sldId="412"/>
            <ac:spMk id="35" creationId="{E4B07426-4C67-4821-B1E4-07EC3F274ED1}"/>
          </ac:spMkLst>
        </pc:spChg>
        <pc:spChg chg="mod">
          <ac:chgData name="Ricardo Rosenfeld" userId="29ed646a-75fb-4451-a67b-85738f90665c" providerId="ADAL" clId="{A1592339-C2C5-47C0-B508-42C830659C0C}" dt="2025-02-15T11:30:47.850" v="9896" actId="1076"/>
          <ac:spMkLst>
            <pc:docMk/>
            <pc:sldMk cId="4280401287" sldId="412"/>
            <ac:spMk id="36" creationId="{18157074-2F77-4959-B3B2-CDB0600B8198}"/>
          </ac:spMkLst>
        </pc:spChg>
        <pc:spChg chg="mod">
          <ac:chgData name="Ricardo Rosenfeld" userId="29ed646a-75fb-4451-a67b-85738f90665c" providerId="ADAL" clId="{A1592339-C2C5-47C0-B508-42C830659C0C}" dt="2025-02-15T11:30:47.850" v="9896" actId="1076"/>
          <ac:spMkLst>
            <pc:docMk/>
            <pc:sldMk cId="4280401287" sldId="412"/>
            <ac:spMk id="37" creationId="{77113DB0-7C4B-4B28-B5C5-7F37D589CF19}"/>
          </ac:spMkLst>
        </pc:spChg>
        <pc:spChg chg="mod">
          <ac:chgData name="Ricardo Rosenfeld" userId="29ed646a-75fb-4451-a67b-85738f90665c" providerId="ADAL" clId="{A1592339-C2C5-47C0-B508-42C830659C0C}" dt="2025-02-15T11:30:47.850" v="9896" actId="1076"/>
          <ac:spMkLst>
            <pc:docMk/>
            <pc:sldMk cId="4280401287" sldId="412"/>
            <ac:spMk id="38" creationId="{43E4AD20-2D97-434D-A231-27ECB0ED80B0}"/>
          </ac:spMkLst>
        </pc:spChg>
        <pc:spChg chg="mod">
          <ac:chgData name="Ricardo Rosenfeld" userId="29ed646a-75fb-4451-a67b-85738f90665c" providerId="ADAL" clId="{A1592339-C2C5-47C0-B508-42C830659C0C}" dt="2025-02-15T11:30:47.850" v="9896" actId="1076"/>
          <ac:spMkLst>
            <pc:docMk/>
            <pc:sldMk cId="4280401287" sldId="412"/>
            <ac:spMk id="39" creationId="{BCD1C202-F5F8-4025-B99B-38A30BBCA2EC}"/>
          </ac:spMkLst>
        </pc:spChg>
        <pc:spChg chg="mod">
          <ac:chgData name="Ricardo Rosenfeld" userId="29ed646a-75fb-4451-a67b-85738f90665c" providerId="ADAL" clId="{A1592339-C2C5-47C0-B508-42C830659C0C}" dt="2025-02-15T11:30:47.850" v="9896" actId="1076"/>
          <ac:spMkLst>
            <pc:docMk/>
            <pc:sldMk cId="4280401287" sldId="412"/>
            <ac:spMk id="44" creationId="{F1C55235-C3B3-4A4A-BF9F-42311E1E8076}"/>
          </ac:spMkLst>
        </pc:spChg>
        <pc:spChg chg="mod">
          <ac:chgData name="Ricardo Rosenfeld" userId="29ed646a-75fb-4451-a67b-85738f90665c" providerId="ADAL" clId="{A1592339-C2C5-47C0-B508-42C830659C0C}" dt="2025-02-14T20:17:26.097" v="7396" actId="207"/>
          <ac:spMkLst>
            <pc:docMk/>
            <pc:sldMk cId="4280401287" sldId="412"/>
            <ac:spMk id="45" creationId="{34868C51-5036-4722-A6E3-99D274BD701C}"/>
          </ac:spMkLst>
        </pc:spChg>
        <pc:spChg chg="mod">
          <ac:chgData name="Ricardo Rosenfeld" userId="29ed646a-75fb-4451-a67b-85738f90665c" providerId="ADAL" clId="{A1592339-C2C5-47C0-B508-42C830659C0C}" dt="2025-02-15T11:30:47.850" v="9896" actId="1076"/>
          <ac:spMkLst>
            <pc:docMk/>
            <pc:sldMk cId="4280401287" sldId="412"/>
            <ac:spMk id="49" creationId="{2AAA70EE-C33E-4188-A630-4B995613CE33}"/>
          </ac:spMkLst>
        </pc:spChg>
        <pc:spChg chg="mod">
          <ac:chgData name="Ricardo Rosenfeld" userId="29ed646a-75fb-4451-a67b-85738f90665c" providerId="ADAL" clId="{A1592339-C2C5-47C0-B508-42C830659C0C}" dt="2025-02-15T11:30:47.850" v="9896" actId="1076"/>
          <ac:spMkLst>
            <pc:docMk/>
            <pc:sldMk cId="4280401287" sldId="412"/>
            <ac:spMk id="50" creationId="{3669BC87-9148-49B4-8483-01E59CF4AB0B}"/>
          </ac:spMkLst>
        </pc:spChg>
        <pc:spChg chg="mod">
          <ac:chgData name="Ricardo Rosenfeld" userId="29ed646a-75fb-4451-a67b-85738f90665c" providerId="ADAL" clId="{A1592339-C2C5-47C0-B508-42C830659C0C}" dt="2025-02-15T11:30:29.728" v="9894" actId="1076"/>
          <ac:spMkLst>
            <pc:docMk/>
            <pc:sldMk cId="4280401287" sldId="412"/>
            <ac:spMk id="61" creationId="{351AE640-912D-4A15-BD12-638F32BD74DF}"/>
          </ac:spMkLst>
        </pc:spChg>
        <pc:spChg chg="mod">
          <ac:chgData name="Ricardo Rosenfeld" userId="29ed646a-75fb-4451-a67b-85738f90665c" providerId="ADAL" clId="{A1592339-C2C5-47C0-B508-42C830659C0C}" dt="2025-02-15T11:30:47.850" v="9896" actId="1076"/>
          <ac:spMkLst>
            <pc:docMk/>
            <pc:sldMk cId="4280401287" sldId="412"/>
            <ac:spMk id="62" creationId="{4B355F81-0F0E-45D4-BA2F-5B9C3362156B}"/>
          </ac:spMkLst>
        </pc:spChg>
      </pc:sldChg>
      <pc:sldChg chg="modSp mod modAnim">
        <pc:chgData name="Ricardo Rosenfeld" userId="29ed646a-75fb-4451-a67b-85738f90665c" providerId="ADAL" clId="{A1592339-C2C5-47C0-B508-42C830659C0C}" dt="2025-02-15T12:18:14.835" v="10478" actId="20577"/>
        <pc:sldMkLst>
          <pc:docMk/>
          <pc:sldMk cId="368494640" sldId="415"/>
        </pc:sldMkLst>
        <pc:spChg chg="mod">
          <ac:chgData name="Ricardo Rosenfeld" userId="29ed646a-75fb-4451-a67b-85738f90665c" providerId="ADAL" clId="{A1592339-C2C5-47C0-B508-42C830659C0C}" dt="2025-02-15T12:07:01.083" v="10194" actId="20577"/>
          <ac:spMkLst>
            <pc:docMk/>
            <pc:sldMk cId="368494640" sldId="415"/>
            <ac:spMk id="6" creationId="{37AED055-F231-6FC4-C6EF-2725BE2CD76E}"/>
          </ac:spMkLst>
        </pc:spChg>
        <pc:spChg chg="mod">
          <ac:chgData name="Ricardo Rosenfeld" userId="29ed646a-75fb-4451-a67b-85738f90665c" providerId="ADAL" clId="{A1592339-C2C5-47C0-B508-42C830659C0C}" dt="2025-02-15T12:18:14.835" v="10478" actId="20577"/>
          <ac:spMkLst>
            <pc:docMk/>
            <pc:sldMk cId="368494640" sldId="415"/>
            <ac:spMk id="21" creationId="{CF48C1F8-0478-4CF4-A2B7-DBE8FA7A159E}"/>
          </ac:spMkLst>
        </pc:spChg>
        <pc:spChg chg="mod">
          <ac:chgData name="Ricardo Rosenfeld" userId="29ed646a-75fb-4451-a67b-85738f90665c" providerId="ADAL" clId="{A1592339-C2C5-47C0-B508-42C830659C0C}" dt="2025-02-15T12:16:32.599" v="10466" actId="20577"/>
          <ac:spMkLst>
            <pc:docMk/>
            <pc:sldMk cId="368494640" sldId="415"/>
            <ac:spMk id="22" creationId="{33785A3C-F05E-4F21-B1E1-450090183A74}"/>
          </ac:spMkLst>
        </pc:spChg>
        <pc:cxnChg chg="mod">
          <ac:chgData name="Ricardo Rosenfeld" userId="29ed646a-75fb-4451-a67b-85738f90665c" providerId="ADAL" clId="{A1592339-C2C5-47C0-B508-42C830659C0C}" dt="2025-02-14T15:14:11.594" v="344" actId="14100"/>
          <ac:cxnSpMkLst>
            <pc:docMk/>
            <pc:sldMk cId="368494640" sldId="415"/>
            <ac:cxnSpMk id="3" creationId="{28B89C6D-0FC3-8C84-D7FA-2D7DDB56D7F7}"/>
          </ac:cxnSpMkLst>
        </pc:cxnChg>
      </pc:sldChg>
      <pc:sldChg chg="del">
        <pc:chgData name="Ricardo Rosenfeld" userId="29ed646a-75fb-4451-a67b-85738f90665c" providerId="ADAL" clId="{A1592339-C2C5-47C0-B508-42C830659C0C}" dt="2025-02-14T16:19:21.056" v="2289" actId="47"/>
        <pc:sldMkLst>
          <pc:docMk/>
          <pc:sldMk cId="856789689" sldId="418"/>
        </pc:sldMkLst>
      </pc:sldChg>
      <pc:sldChg chg="addSp delSp modSp mod">
        <pc:chgData name="Ricardo Rosenfeld" userId="29ed646a-75fb-4451-a67b-85738f90665c" providerId="ADAL" clId="{A1592339-C2C5-47C0-B508-42C830659C0C}" dt="2025-02-15T14:46:22.195" v="14145" actId="255"/>
        <pc:sldMkLst>
          <pc:docMk/>
          <pc:sldMk cId="3096803057" sldId="419"/>
        </pc:sldMkLst>
        <pc:spChg chg="mod">
          <ac:chgData name="Ricardo Rosenfeld" userId="29ed646a-75fb-4451-a67b-85738f90665c" providerId="ADAL" clId="{A1592339-C2C5-47C0-B508-42C830659C0C}" dt="2025-02-15T14:42:25.133" v="13960" actId="1076"/>
          <ac:spMkLst>
            <pc:docMk/>
            <pc:sldMk cId="3096803057" sldId="419"/>
            <ac:spMk id="2" creationId="{93A73571-66AD-4C20-ABDD-39B5EA50715A}"/>
          </ac:spMkLst>
        </pc:spChg>
        <pc:spChg chg="mod">
          <ac:chgData name="Ricardo Rosenfeld" userId="29ed646a-75fb-4451-a67b-85738f90665c" providerId="ADAL" clId="{A1592339-C2C5-47C0-B508-42C830659C0C}" dt="2025-02-15T14:42:25.133" v="13960" actId="1076"/>
          <ac:spMkLst>
            <pc:docMk/>
            <pc:sldMk cId="3096803057" sldId="419"/>
            <ac:spMk id="3" creationId="{905DB0AC-2A01-433E-A50F-880DC2DDEE46}"/>
          </ac:spMkLst>
        </pc:spChg>
        <pc:spChg chg="del mod">
          <ac:chgData name="Ricardo Rosenfeld" userId="29ed646a-75fb-4451-a67b-85738f90665c" providerId="ADAL" clId="{A1592339-C2C5-47C0-B508-42C830659C0C}" dt="2025-02-14T16:48:04.940" v="3184" actId="478"/>
          <ac:spMkLst>
            <pc:docMk/>
            <pc:sldMk cId="3096803057" sldId="419"/>
            <ac:spMk id="4" creationId="{7742BCFC-4FDD-D79F-1465-6E0DA101909C}"/>
          </ac:spMkLst>
        </pc:spChg>
        <pc:spChg chg="mod">
          <ac:chgData name="Ricardo Rosenfeld" userId="29ed646a-75fb-4451-a67b-85738f90665c" providerId="ADAL" clId="{A1592339-C2C5-47C0-B508-42C830659C0C}" dt="2025-02-15T14:42:25.133" v="13960" actId="1076"/>
          <ac:spMkLst>
            <pc:docMk/>
            <pc:sldMk cId="3096803057" sldId="419"/>
            <ac:spMk id="5" creationId="{D6AF854F-18EF-4C22-A96A-4840E3F4AB05}"/>
          </ac:spMkLst>
        </pc:spChg>
        <pc:spChg chg="mod">
          <ac:chgData name="Ricardo Rosenfeld" userId="29ed646a-75fb-4451-a67b-85738f90665c" providerId="ADAL" clId="{A1592339-C2C5-47C0-B508-42C830659C0C}" dt="2025-02-15T14:42:25.133" v="13960" actId="1076"/>
          <ac:spMkLst>
            <pc:docMk/>
            <pc:sldMk cId="3096803057" sldId="419"/>
            <ac:spMk id="6" creationId="{A5FA4527-0224-45FE-ADA6-3C050434B859}"/>
          </ac:spMkLst>
        </pc:spChg>
        <pc:spChg chg="add mod">
          <ac:chgData name="Ricardo Rosenfeld" userId="29ed646a-75fb-4451-a67b-85738f90665c" providerId="ADAL" clId="{A1592339-C2C5-47C0-B508-42C830659C0C}" dt="2025-02-15T14:42:25.133" v="13960" actId="1076"/>
          <ac:spMkLst>
            <pc:docMk/>
            <pc:sldMk cId="3096803057" sldId="419"/>
            <ac:spMk id="8" creationId="{5D2493C9-7191-61C2-837C-9C3742F244BB}"/>
          </ac:spMkLst>
        </pc:spChg>
        <pc:spChg chg="add mod">
          <ac:chgData name="Ricardo Rosenfeld" userId="29ed646a-75fb-4451-a67b-85738f90665c" providerId="ADAL" clId="{A1592339-C2C5-47C0-B508-42C830659C0C}" dt="2025-02-15T14:42:25.133" v="13960" actId="1076"/>
          <ac:spMkLst>
            <pc:docMk/>
            <pc:sldMk cId="3096803057" sldId="419"/>
            <ac:spMk id="9" creationId="{F70116DF-ED5B-88C9-B9BA-F32342D19EF2}"/>
          </ac:spMkLst>
        </pc:spChg>
        <pc:spChg chg="del">
          <ac:chgData name="Ricardo Rosenfeld" userId="29ed646a-75fb-4451-a67b-85738f90665c" providerId="ADAL" clId="{A1592339-C2C5-47C0-B508-42C830659C0C}" dt="2025-02-14T16:48:06.884" v="3185" actId="478"/>
          <ac:spMkLst>
            <pc:docMk/>
            <pc:sldMk cId="3096803057" sldId="419"/>
            <ac:spMk id="14" creationId="{65E02CF5-7400-4428-8FB2-B6C848B42062}"/>
          </ac:spMkLst>
        </pc:spChg>
        <pc:spChg chg="mod">
          <ac:chgData name="Ricardo Rosenfeld" userId="29ed646a-75fb-4451-a67b-85738f90665c" providerId="ADAL" clId="{A1592339-C2C5-47C0-B508-42C830659C0C}" dt="2025-02-15T14:46:22.195" v="14145" actId="255"/>
          <ac:spMkLst>
            <pc:docMk/>
            <pc:sldMk cId="3096803057" sldId="419"/>
            <ac:spMk id="15" creationId="{451758CA-F9CB-41C5-AA28-2F404877D02C}"/>
          </ac:spMkLst>
        </pc:spChg>
        <pc:spChg chg="mod">
          <ac:chgData name="Ricardo Rosenfeld" userId="29ed646a-75fb-4451-a67b-85738f90665c" providerId="ADAL" clId="{A1592339-C2C5-47C0-B508-42C830659C0C}" dt="2025-02-15T14:42:25.133" v="13960" actId="1076"/>
          <ac:spMkLst>
            <pc:docMk/>
            <pc:sldMk cId="3096803057" sldId="419"/>
            <ac:spMk id="16" creationId="{A4B3D49D-CF14-4828-A052-C406E7CA53DC}"/>
          </ac:spMkLst>
        </pc:spChg>
        <pc:spChg chg="mod">
          <ac:chgData name="Ricardo Rosenfeld" userId="29ed646a-75fb-4451-a67b-85738f90665c" providerId="ADAL" clId="{A1592339-C2C5-47C0-B508-42C830659C0C}" dt="2025-02-15T14:42:25.133" v="13960" actId="1076"/>
          <ac:spMkLst>
            <pc:docMk/>
            <pc:sldMk cId="3096803057" sldId="419"/>
            <ac:spMk id="17" creationId="{A265D7B7-3D50-4A96-9165-5892341EC9BC}"/>
          </ac:spMkLst>
        </pc:spChg>
        <pc:cxnChg chg="mod">
          <ac:chgData name="Ricardo Rosenfeld" userId="29ed646a-75fb-4451-a67b-85738f90665c" providerId="ADAL" clId="{A1592339-C2C5-47C0-B508-42C830659C0C}" dt="2025-02-15T14:42:25.133" v="13960" actId="1076"/>
          <ac:cxnSpMkLst>
            <pc:docMk/>
            <pc:sldMk cId="3096803057" sldId="419"/>
            <ac:cxnSpMk id="18" creationId="{811BE3A8-1676-4918-A08A-86D0A686304C}"/>
          </ac:cxnSpMkLst>
        </pc:cxnChg>
        <pc:cxnChg chg="mod">
          <ac:chgData name="Ricardo Rosenfeld" userId="29ed646a-75fb-4451-a67b-85738f90665c" providerId="ADAL" clId="{A1592339-C2C5-47C0-B508-42C830659C0C}" dt="2025-02-15T14:42:25.133" v="13960" actId="1076"/>
          <ac:cxnSpMkLst>
            <pc:docMk/>
            <pc:sldMk cId="3096803057" sldId="419"/>
            <ac:cxnSpMk id="24" creationId="{793F484B-697D-42B3-9601-EF10369B2A99}"/>
          </ac:cxnSpMkLst>
        </pc:cxnChg>
      </pc:sldChg>
      <pc:sldChg chg="modSp mod">
        <pc:chgData name="Ricardo Rosenfeld" userId="29ed646a-75fb-4451-a67b-85738f90665c" providerId="ADAL" clId="{A1592339-C2C5-47C0-B508-42C830659C0C}" dt="2025-02-14T14:49:24.777" v="10" actId="20577"/>
        <pc:sldMkLst>
          <pc:docMk/>
          <pc:sldMk cId="877460507" sldId="420"/>
        </pc:sldMkLst>
        <pc:spChg chg="mod">
          <ac:chgData name="Ricardo Rosenfeld" userId="29ed646a-75fb-4451-a67b-85738f90665c" providerId="ADAL" clId="{A1592339-C2C5-47C0-B508-42C830659C0C}" dt="2025-02-14T14:49:24.777" v="10" actId="20577"/>
          <ac:spMkLst>
            <pc:docMk/>
            <pc:sldMk cId="877460507" sldId="420"/>
            <ac:spMk id="60" creationId="{5B3DA613-DB81-4EF8-A4E6-961AB4ECC18D}"/>
          </ac:spMkLst>
        </pc:spChg>
      </pc:sldChg>
      <pc:sldChg chg="modSp mod">
        <pc:chgData name="Ricardo Rosenfeld" userId="29ed646a-75fb-4451-a67b-85738f90665c" providerId="ADAL" clId="{A1592339-C2C5-47C0-B508-42C830659C0C}" dt="2025-02-15T11:13:07.982" v="9677" actId="14100"/>
        <pc:sldMkLst>
          <pc:docMk/>
          <pc:sldMk cId="527651062" sldId="449"/>
        </pc:sldMkLst>
        <pc:spChg chg="mod">
          <ac:chgData name="Ricardo Rosenfeld" userId="29ed646a-75fb-4451-a67b-85738f90665c" providerId="ADAL" clId="{A1592339-C2C5-47C0-B508-42C830659C0C}" dt="2025-02-15T11:13:07.982" v="9677" actId="14100"/>
          <ac:spMkLst>
            <pc:docMk/>
            <pc:sldMk cId="527651062" sldId="449"/>
            <ac:spMk id="3" creationId="{62DA9492-AFE5-B1B9-2F35-4D306B80AB54}"/>
          </ac:spMkLst>
        </pc:spChg>
        <pc:spChg chg="mod">
          <ac:chgData name="Ricardo Rosenfeld" userId="29ed646a-75fb-4451-a67b-85738f90665c" providerId="ADAL" clId="{A1592339-C2C5-47C0-B508-42C830659C0C}" dt="2025-02-15T11:11:02.464" v="9600" actId="1076"/>
          <ac:spMkLst>
            <pc:docMk/>
            <pc:sldMk cId="527651062" sldId="449"/>
            <ac:spMk id="4" creationId="{99C87BFD-5764-E9A6-C62C-94E4CD864CAB}"/>
          </ac:spMkLst>
        </pc:spChg>
        <pc:spChg chg="mod">
          <ac:chgData name="Ricardo Rosenfeld" userId="29ed646a-75fb-4451-a67b-85738f90665c" providerId="ADAL" clId="{A1592339-C2C5-47C0-B508-42C830659C0C}" dt="2025-02-15T11:10:35.686" v="9599" actId="1076"/>
          <ac:spMkLst>
            <pc:docMk/>
            <pc:sldMk cId="527651062" sldId="449"/>
            <ac:spMk id="12" creationId="{56888AF5-31B9-BA68-4845-EFC7D67D49E0}"/>
          </ac:spMkLst>
        </pc:spChg>
        <pc:spChg chg="mod">
          <ac:chgData name="Ricardo Rosenfeld" userId="29ed646a-75fb-4451-a67b-85738f90665c" providerId="ADAL" clId="{A1592339-C2C5-47C0-B508-42C830659C0C}" dt="2025-02-15T11:10:19.942" v="9597" actId="1076"/>
          <ac:spMkLst>
            <pc:docMk/>
            <pc:sldMk cId="527651062" sldId="449"/>
            <ac:spMk id="18" creationId="{34935F6F-1FF9-4CF3-945B-5246353D1D3D}"/>
          </ac:spMkLst>
        </pc:spChg>
        <pc:spChg chg="mod">
          <ac:chgData name="Ricardo Rosenfeld" userId="29ed646a-75fb-4451-a67b-85738f90665c" providerId="ADAL" clId="{A1592339-C2C5-47C0-B508-42C830659C0C}" dt="2025-02-15T11:09:42.639" v="9596" actId="113"/>
          <ac:spMkLst>
            <pc:docMk/>
            <pc:sldMk cId="527651062" sldId="449"/>
            <ac:spMk id="20" creationId="{C4F8E59B-11D3-410E-ACB8-4411D6F0278B}"/>
          </ac:spMkLst>
        </pc:spChg>
      </pc:sldChg>
      <pc:sldChg chg="modSp mod">
        <pc:chgData name="Ricardo Rosenfeld" userId="29ed646a-75fb-4451-a67b-85738f90665c" providerId="ADAL" clId="{A1592339-C2C5-47C0-B508-42C830659C0C}" dt="2025-02-15T12:23:24.335" v="10575" actId="6549"/>
        <pc:sldMkLst>
          <pc:docMk/>
          <pc:sldMk cId="2749594818" sldId="450"/>
        </pc:sldMkLst>
        <pc:spChg chg="mod">
          <ac:chgData name="Ricardo Rosenfeld" userId="29ed646a-75fb-4451-a67b-85738f90665c" providerId="ADAL" clId="{A1592339-C2C5-47C0-B508-42C830659C0C}" dt="2025-02-15T12:23:24.335" v="10575" actId="6549"/>
          <ac:spMkLst>
            <pc:docMk/>
            <pc:sldMk cId="2749594818" sldId="450"/>
            <ac:spMk id="2" creationId="{A32C2C0C-4C5C-A06D-4EA8-2C91B44D0DD9}"/>
          </ac:spMkLst>
        </pc:spChg>
        <pc:spChg chg="mod">
          <ac:chgData name="Ricardo Rosenfeld" userId="29ed646a-75fb-4451-a67b-85738f90665c" providerId="ADAL" clId="{A1592339-C2C5-47C0-B508-42C830659C0C}" dt="2025-02-15T12:20:36.851" v="10498" actId="20577"/>
          <ac:spMkLst>
            <pc:docMk/>
            <pc:sldMk cId="2749594818" sldId="450"/>
            <ac:spMk id="20" creationId="{C4F8E59B-11D3-410E-ACB8-4411D6F0278B}"/>
          </ac:spMkLst>
        </pc:spChg>
      </pc:sldChg>
      <pc:sldChg chg="addSp delSp modSp mod modAnim">
        <pc:chgData name="Ricardo Rosenfeld" userId="29ed646a-75fb-4451-a67b-85738f90665c" providerId="ADAL" clId="{A1592339-C2C5-47C0-B508-42C830659C0C}" dt="2025-02-15T13:18:38.648" v="11443" actId="113"/>
        <pc:sldMkLst>
          <pc:docMk/>
          <pc:sldMk cId="3855769426" sldId="474"/>
        </pc:sldMkLst>
        <pc:spChg chg="mod">
          <ac:chgData name="Ricardo Rosenfeld" userId="29ed646a-75fb-4451-a67b-85738f90665c" providerId="ADAL" clId="{A1592339-C2C5-47C0-B508-42C830659C0C}" dt="2025-02-15T13:14:15.711" v="11264" actId="1076"/>
          <ac:spMkLst>
            <pc:docMk/>
            <pc:sldMk cId="3855769426" sldId="474"/>
            <ac:spMk id="2" creationId="{8EF0BF0D-F613-8307-8045-651820DD2625}"/>
          </ac:spMkLst>
        </pc:spChg>
        <pc:spChg chg="mod">
          <ac:chgData name="Ricardo Rosenfeld" userId="29ed646a-75fb-4451-a67b-85738f90665c" providerId="ADAL" clId="{A1592339-C2C5-47C0-B508-42C830659C0C}" dt="2025-02-15T13:15:07.084" v="11272" actId="2711"/>
          <ac:spMkLst>
            <pc:docMk/>
            <pc:sldMk cId="3855769426" sldId="474"/>
            <ac:spMk id="4" creationId="{E26AB716-2666-2E2D-4B26-696F348604FA}"/>
          </ac:spMkLst>
        </pc:spChg>
        <pc:spChg chg="mod">
          <ac:chgData name="Ricardo Rosenfeld" userId="29ed646a-75fb-4451-a67b-85738f90665c" providerId="ADAL" clId="{A1592339-C2C5-47C0-B508-42C830659C0C}" dt="2025-02-14T19:28:23.708" v="4576" actId="1076"/>
          <ac:spMkLst>
            <pc:docMk/>
            <pc:sldMk cId="3855769426" sldId="474"/>
            <ac:spMk id="5" creationId="{F2D01BCA-E840-3E81-6DB5-25A62A1C60AD}"/>
          </ac:spMkLst>
        </pc:spChg>
        <pc:spChg chg="del">
          <ac:chgData name="Ricardo Rosenfeld" userId="29ed646a-75fb-4451-a67b-85738f90665c" providerId="ADAL" clId="{A1592339-C2C5-47C0-B508-42C830659C0C}" dt="2025-02-14T16:06:38.625" v="1997" actId="478"/>
          <ac:spMkLst>
            <pc:docMk/>
            <pc:sldMk cId="3855769426" sldId="474"/>
            <ac:spMk id="6" creationId="{1F3AA174-0456-9117-496C-BC02C9273A66}"/>
          </ac:spMkLst>
        </pc:spChg>
        <pc:spChg chg="add mod">
          <ac:chgData name="Ricardo Rosenfeld" userId="29ed646a-75fb-4451-a67b-85738f90665c" providerId="ADAL" clId="{A1592339-C2C5-47C0-B508-42C830659C0C}" dt="2025-02-15T13:15:38.780" v="11274" actId="6549"/>
          <ac:spMkLst>
            <pc:docMk/>
            <pc:sldMk cId="3855769426" sldId="474"/>
            <ac:spMk id="6" creationId="{CD2EF265-E126-7212-855F-48B01A47CA37}"/>
          </ac:spMkLst>
        </pc:spChg>
        <pc:spChg chg="mod">
          <ac:chgData name="Ricardo Rosenfeld" userId="29ed646a-75fb-4451-a67b-85738f90665c" providerId="ADAL" clId="{A1592339-C2C5-47C0-B508-42C830659C0C}" dt="2025-02-15T13:14:03.555" v="11262" actId="1076"/>
          <ac:spMkLst>
            <pc:docMk/>
            <pc:sldMk cId="3855769426" sldId="474"/>
            <ac:spMk id="7" creationId="{45821AD8-7B57-C04D-41AB-E722F6BCB66B}"/>
          </ac:spMkLst>
        </pc:spChg>
        <pc:spChg chg="mod">
          <ac:chgData name="Ricardo Rosenfeld" userId="29ed646a-75fb-4451-a67b-85738f90665c" providerId="ADAL" clId="{A1592339-C2C5-47C0-B508-42C830659C0C}" dt="2025-02-15T13:12:42.980" v="11245" actId="1076"/>
          <ac:spMkLst>
            <pc:docMk/>
            <pc:sldMk cId="3855769426" sldId="474"/>
            <ac:spMk id="8" creationId="{85C86F7A-4924-A586-3F82-544D946A5EE8}"/>
          </ac:spMkLst>
        </pc:spChg>
        <pc:spChg chg="mod">
          <ac:chgData name="Ricardo Rosenfeld" userId="29ed646a-75fb-4451-a67b-85738f90665c" providerId="ADAL" clId="{A1592339-C2C5-47C0-B508-42C830659C0C}" dt="2025-02-15T13:13:06.547" v="11249" actId="1076"/>
          <ac:spMkLst>
            <pc:docMk/>
            <pc:sldMk cId="3855769426" sldId="474"/>
            <ac:spMk id="9" creationId="{09803BA7-6A2A-E812-F29B-E35875409715}"/>
          </ac:spMkLst>
        </pc:spChg>
        <pc:spChg chg="mod">
          <ac:chgData name="Ricardo Rosenfeld" userId="29ed646a-75fb-4451-a67b-85738f90665c" providerId="ADAL" clId="{A1592339-C2C5-47C0-B508-42C830659C0C}" dt="2025-02-15T13:13:49.362" v="11261" actId="1076"/>
          <ac:spMkLst>
            <pc:docMk/>
            <pc:sldMk cId="3855769426" sldId="474"/>
            <ac:spMk id="10" creationId="{06E78EB6-5875-40EB-989C-ADFB5A5D1869}"/>
          </ac:spMkLst>
        </pc:spChg>
        <pc:spChg chg="mod">
          <ac:chgData name="Ricardo Rosenfeld" userId="29ed646a-75fb-4451-a67b-85738f90665c" providerId="ADAL" clId="{A1592339-C2C5-47C0-B508-42C830659C0C}" dt="2025-02-15T13:13:16.727" v="11251" actId="1076"/>
          <ac:spMkLst>
            <pc:docMk/>
            <pc:sldMk cId="3855769426" sldId="474"/>
            <ac:spMk id="11" creationId="{BD2C0E68-61B9-A492-4074-F3E7B7B46581}"/>
          </ac:spMkLst>
        </pc:spChg>
        <pc:spChg chg="mod">
          <ac:chgData name="Ricardo Rosenfeld" userId="29ed646a-75fb-4451-a67b-85738f90665c" providerId="ADAL" clId="{A1592339-C2C5-47C0-B508-42C830659C0C}" dt="2025-02-15T13:10:09.668" v="11226" actId="2711"/>
          <ac:spMkLst>
            <pc:docMk/>
            <pc:sldMk cId="3855769426" sldId="474"/>
            <ac:spMk id="12" creationId="{0639A919-58C8-DBBA-96D8-51825202C9BC}"/>
          </ac:spMkLst>
        </pc:spChg>
        <pc:spChg chg="mod">
          <ac:chgData name="Ricardo Rosenfeld" userId="29ed646a-75fb-4451-a67b-85738f90665c" providerId="ADAL" clId="{A1592339-C2C5-47C0-B508-42C830659C0C}" dt="2025-02-15T13:10:01.363" v="11224" actId="1076"/>
          <ac:spMkLst>
            <pc:docMk/>
            <pc:sldMk cId="3855769426" sldId="474"/>
            <ac:spMk id="13" creationId="{9C9687CC-6E3B-448B-BA42-337936BF37C1}"/>
          </ac:spMkLst>
        </pc:spChg>
        <pc:spChg chg="mod">
          <ac:chgData name="Ricardo Rosenfeld" userId="29ed646a-75fb-4451-a67b-85738f90665c" providerId="ADAL" clId="{A1592339-C2C5-47C0-B508-42C830659C0C}" dt="2025-02-15T13:13:19.926" v="11252" actId="1076"/>
          <ac:spMkLst>
            <pc:docMk/>
            <pc:sldMk cId="3855769426" sldId="474"/>
            <ac:spMk id="14" creationId="{33AA4FED-C41C-1FFB-00E9-A2F57871F261}"/>
          </ac:spMkLst>
        </pc:spChg>
        <pc:spChg chg="mod">
          <ac:chgData name="Ricardo Rosenfeld" userId="29ed646a-75fb-4451-a67b-85738f90665c" providerId="ADAL" clId="{A1592339-C2C5-47C0-B508-42C830659C0C}" dt="2025-02-15T13:10:05.148" v="11225" actId="1076"/>
          <ac:spMkLst>
            <pc:docMk/>
            <pc:sldMk cId="3855769426" sldId="474"/>
            <ac:spMk id="15" creationId="{AFD43738-80D7-5253-7DD0-26F1362A8B59}"/>
          </ac:spMkLst>
        </pc:spChg>
        <pc:spChg chg="mod">
          <ac:chgData name="Ricardo Rosenfeld" userId="29ed646a-75fb-4451-a67b-85738f90665c" providerId="ADAL" clId="{A1592339-C2C5-47C0-B508-42C830659C0C}" dt="2025-02-15T13:14:46.076" v="11268" actId="1076"/>
          <ac:spMkLst>
            <pc:docMk/>
            <pc:sldMk cId="3855769426" sldId="474"/>
            <ac:spMk id="17" creationId="{8E61E232-BD54-A33C-70E6-F70B55905F21}"/>
          </ac:spMkLst>
        </pc:spChg>
        <pc:spChg chg="mod">
          <ac:chgData name="Ricardo Rosenfeld" userId="29ed646a-75fb-4451-a67b-85738f90665c" providerId="ADAL" clId="{A1592339-C2C5-47C0-B508-42C830659C0C}" dt="2025-02-14T19:29:33.090" v="4582" actId="1076"/>
          <ac:spMkLst>
            <pc:docMk/>
            <pc:sldMk cId="3855769426" sldId="474"/>
            <ac:spMk id="18" creationId="{A0E8063C-4C3E-FEF3-F8EA-AC789DF3EE74}"/>
          </ac:spMkLst>
        </pc:spChg>
        <pc:spChg chg="mod">
          <ac:chgData name="Ricardo Rosenfeld" userId="29ed646a-75fb-4451-a67b-85738f90665c" providerId="ADAL" clId="{A1592339-C2C5-47C0-B508-42C830659C0C}" dt="2025-02-15T13:10:14.412" v="11227" actId="2711"/>
          <ac:spMkLst>
            <pc:docMk/>
            <pc:sldMk cId="3855769426" sldId="474"/>
            <ac:spMk id="19" creationId="{A2CAC7E2-D80D-4DF3-6DA4-797C8FC94A5F}"/>
          </ac:spMkLst>
        </pc:spChg>
        <pc:spChg chg="mod">
          <ac:chgData name="Ricardo Rosenfeld" userId="29ed646a-75fb-4451-a67b-85738f90665c" providerId="ADAL" clId="{A1592339-C2C5-47C0-B508-42C830659C0C}" dt="2025-02-15T13:10:23.295" v="11229" actId="2711"/>
          <ac:spMkLst>
            <pc:docMk/>
            <pc:sldMk cId="3855769426" sldId="474"/>
            <ac:spMk id="20" creationId="{A8ADB1D0-B9DA-03D5-DECC-AD44A8E3EC28}"/>
          </ac:spMkLst>
        </pc:spChg>
        <pc:spChg chg="mod">
          <ac:chgData name="Ricardo Rosenfeld" userId="29ed646a-75fb-4451-a67b-85738f90665c" providerId="ADAL" clId="{A1592339-C2C5-47C0-B508-42C830659C0C}" dt="2025-02-15T13:07:52.772" v="11206" actId="14100"/>
          <ac:spMkLst>
            <pc:docMk/>
            <pc:sldMk cId="3855769426" sldId="474"/>
            <ac:spMk id="21" creationId="{3F09AF73-F794-4C08-A066-6EB4B97A16D9}"/>
          </ac:spMkLst>
        </pc:spChg>
        <pc:spChg chg="add mod">
          <ac:chgData name="Ricardo Rosenfeld" userId="29ed646a-75fb-4451-a67b-85738f90665c" providerId="ADAL" clId="{A1592339-C2C5-47C0-B508-42C830659C0C}" dt="2025-02-15T13:12:13.572" v="11241" actId="1076"/>
          <ac:spMkLst>
            <pc:docMk/>
            <pc:sldMk cId="3855769426" sldId="474"/>
            <ac:spMk id="22" creationId="{2B23BA4E-9EDB-E85C-8C80-B2C5948A2A4A}"/>
          </ac:spMkLst>
        </pc:spChg>
        <pc:spChg chg="del">
          <ac:chgData name="Ricardo Rosenfeld" userId="29ed646a-75fb-4451-a67b-85738f90665c" providerId="ADAL" clId="{A1592339-C2C5-47C0-B508-42C830659C0C}" dt="2025-02-14T16:06:42.753" v="1998" actId="478"/>
          <ac:spMkLst>
            <pc:docMk/>
            <pc:sldMk cId="3855769426" sldId="474"/>
            <ac:spMk id="22" creationId="{EC54D912-A29D-AB0F-4CA7-2D37CDDDFCF5}"/>
          </ac:spMkLst>
        </pc:spChg>
        <pc:spChg chg="del">
          <ac:chgData name="Ricardo Rosenfeld" userId="29ed646a-75fb-4451-a67b-85738f90665c" providerId="ADAL" clId="{A1592339-C2C5-47C0-B508-42C830659C0C}" dt="2025-02-14T16:06:42.753" v="1998" actId="478"/>
          <ac:spMkLst>
            <pc:docMk/>
            <pc:sldMk cId="3855769426" sldId="474"/>
            <ac:spMk id="23" creationId="{1E42B920-420F-3F4B-B1CF-FABE61BD4183}"/>
          </ac:spMkLst>
        </pc:spChg>
        <pc:spChg chg="add mod">
          <ac:chgData name="Ricardo Rosenfeld" userId="29ed646a-75fb-4451-a67b-85738f90665c" providerId="ADAL" clId="{A1592339-C2C5-47C0-B508-42C830659C0C}" dt="2025-02-15T13:11:55.369" v="11239" actId="1076"/>
          <ac:spMkLst>
            <pc:docMk/>
            <pc:sldMk cId="3855769426" sldId="474"/>
            <ac:spMk id="23" creationId="{F4BA5E12-83FA-0EEC-D388-9A6CD4F47A2B}"/>
          </ac:spMkLst>
        </pc:spChg>
        <pc:spChg chg="del">
          <ac:chgData name="Ricardo Rosenfeld" userId="29ed646a-75fb-4451-a67b-85738f90665c" providerId="ADAL" clId="{A1592339-C2C5-47C0-B508-42C830659C0C}" dt="2025-02-14T16:06:42.753" v="1998" actId="478"/>
          <ac:spMkLst>
            <pc:docMk/>
            <pc:sldMk cId="3855769426" sldId="474"/>
            <ac:spMk id="24" creationId="{B6248C9C-F3CE-963D-7675-B8157D694A0B}"/>
          </ac:spMkLst>
        </pc:spChg>
        <pc:spChg chg="add mod">
          <ac:chgData name="Ricardo Rosenfeld" userId="29ed646a-75fb-4451-a67b-85738f90665c" providerId="ADAL" clId="{A1592339-C2C5-47C0-B508-42C830659C0C}" dt="2025-02-15T13:11:44.067" v="11238" actId="1076"/>
          <ac:spMkLst>
            <pc:docMk/>
            <pc:sldMk cId="3855769426" sldId="474"/>
            <ac:spMk id="24" creationId="{F1E1C200-721A-118D-970F-197E85C15802}"/>
          </ac:spMkLst>
        </pc:spChg>
        <pc:spChg chg="mod">
          <ac:chgData name="Ricardo Rosenfeld" userId="29ed646a-75fb-4451-a67b-85738f90665c" providerId="ADAL" clId="{A1592339-C2C5-47C0-B508-42C830659C0C}" dt="2025-02-14T19:32:55.514" v="4608" actId="14100"/>
          <ac:spMkLst>
            <pc:docMk/>
            <pc:sldMk cId="3855769426" sldId="474"/>
            <ac:spMk id="25" creationId="{05E36FA1-E3DA-4363-88D3-950A0A5A5C1F}"/>
          </ac:spMkLst>
        </pc:spChg>
        <pc:spChg chg="del">
          <ac:chgData name="Ricardo Rosenfeld" userId="29ed646a-75fb-4451-a67b-85738f90665c" providerId="ADAL" clId="{A1592339-C2C5-47C0-B508-42C830659C0C}" dt="2025-02-14T16:06:42.753" v="1998" actId="478"/>
          <ac:spMkLst>
            <pc:docMk/>
            <pc:sldMk cId="3855769426" sldId="474"/>
            <ac:spMk id="26" creationId="{56CC18D6-1885-62F2-1510-C9CEBA894DED}"/>
          </ac:spMkLst>
        </pc:spChg>
        <pc:spChg chg="add mod">
          <ac:chgData name="Ricardo Rosenfeld" userId="29ed646a-75fb-4451-a67b-85738f90665c" providerId="ADAL" clId="{A1592339-C2C5-47C0-B508-42C830659C0C}" dt="2025-02-15T13:12:04.546" v="11240" actId="1076"/>
          <ac:spMkLst>
            <pc:docMk/>
            <pc:sldMk cId="3855769426" sldId="474"/>
            <ac:spMk id="26" creationId="{A196EFC5-491E-6249-71AD-F38AFF520D8B}"/>
          </ac:spMkLst>
        </pc:spChg>
        <pc:spChg chg="del">
          <ac:chgData name="Ricardo Rosenfeld" userId="29ed646a-75fb-4451-a67b-85738f90665c" providerId="ADAL" clId="{A1592339-C2C5-47C0-B508-42C830659C0C}" dt="2025-02-14T16:06:42.753" v="1998" actId="478"/>
          <ac:spMkLst>
            <pc:docMk/>
            <pc:sldMk cId="3855769426" sldId="474"/>
            <ac:spMk id="29" creationId="{BADF479F-E3DA-6CE0-7ABB-FE332CC999B3}"/>
          </ac:spMkLst>
        </pc:spChg>
        <pc:spChg chg="del">
          <ac:chgData name="Ricardo Rosenfeld" userId="29ed646a-75fb-4451-a67b-85738f90665c" providerId="ADAL" clId="{A1592339-C2C5-47C0-B508-42C830659C0C}" dt="2025-02-14T16:06:42.753" v="1998" actId="478"/>
          <ac:spMkLst>
            <pc:docMk/>
            <pc:sldMk cId="3855769426" sldId="474"/>
            <ac:spMk id="31" creationId="{B17991D6-61F6-0094-6158-FF8526C3C7E8}"/>
          </ac:spMkLst>
        </pc:spChg>
        <pc:spChg chg="mod">
          <ac:chgData name="Ricardo Rosenfeld" userId="29ed646a-75fb-4451-a67b-85738f90665c" providerId="ADAL" clId="{A1592339-C2C5-47C0-B508-42C830659C0C}" dt="2025-02-15T13:12:19.470" v="11242" actId="1076"/>
          <ac:spMkLst>
            <pc:docMk/>
            <pc:sldMk cId="3855769426" sldId="474"/>
            <ac:spMk id="32" creationId="{2C7AF24E-688D-D335-ADD8-88D507D600B4}"/>
          </ac:spMkLst>
        </pc:spChg>
        <pc:spChg chg="mod">
          <ac:chgData name="Ricardo Rosenfeld" userId="29ed646a-75fb-4451-a67b-85738f90665c" providerId="ADAL" clId="{A1592339-C2C5-47C0-B508-42C830659C0C}" dt="2025-02-14T19:28:41.936" v="4578" actId="1076"/>
          <ac:spMkLst>
            <pc:docMk/>
            <pc:sldMk cId="3855769426" sldId="474"/>
            <ac:spMk id="33" creationId="{C503C951-D759-4573-9E3B-A4EF6C3E9BF5}"/>
          </ac:spMkLst>
        </pc:spChg>
        <pc:spChg chg="mod">
          <ac:chgData name="Ricardo Rosenfeld" userId="29ed646a-75fb-4451-a67b-85738f90665c" providerId="ADAL" clId="{A1592339-C2C5-47C0-B508-42C830659C0C}" dt="2025-02-15T13:07:57.058" v="11207" actId="14100"/>
          <ac:spMkLst>
            <pc:docMk/>
            <pc:sldMk cId="3855769426" sldId="474"/>
            <ac:spMk id="34" creationId="{7EACC7DD-1AA7-1552-D5DC-FB97428212F7}"/>
          </ac:spMkLst>
        </pc:spChg>
        <pc:spChg chg="mod">
          <ac:chgData name="Ricardo Rosenfeld" userId="29ed646a-75fb-4451-a67b-85738f90665c" providerId="ADAL" clId="{A1592339-C2C5-47C0-B508-42C830659C0C}" dt="2025-02-15T13:13:12.430" v="11250" actId="1076"/>
          <ac:spMkLst>
            <pc:docMk/>
            <pc:sldMk cId="3855769426" sldId="474"/>
            <ac:spMk id="35" creationId="{293C0A24-DC30-C831-DF8C-2EBEC068182E}"/>
          </ac:spMkLst>
        </pc:spChg>
        <pc:spChg chg="mod">
          <ac:chgData name="Ricardo Rosenfeld" userId="29ed646a-75fb-4451-a67b-85738f90665c" providerId="ADAL" clId="{A1592339-C2C5-47C0-B508-42C830659C0C}" dt="2025-02-15T13:14:29.015" v="11265" actId="1076"/>
          <ac:spMkLst>
            <pc:docMk/>
            <pc:sldMk cId="3855769426" sldId="474"/>
            <ac:spMk id="37" creationId="{E96E2439-1C39-94F0-D5BD-F18F65B34416}"/>
          </ac:spMkLst>
        </pc:spChg>
        <pc:spChg chg="mod">
          <ac:chgData name="Ricardo Rosenfeld" userId="29ed646a-75fb-4451-a67b-85738f90665c" providerId="ADAL" clId="{A1592339-C2C5-47C0-B508-42C830659C0C}" dt="2025-02-15T13:12:35.606" v="11244" actId="1076"/>
          <ac:spMkLst>
            <pc:docMk/>
            <pc:sldMk cId="3855769426" sldId="474"/>
            <ac:spMk id="38" creationId="{81E34B2C-C499-1442-557D-0FFD65C59EFD}"/>
          </ac:spMkLst>
        </pc:spChg>
        <pc:spChg chg="del">
          <ac:chgData name="Ricardo Rosenfeld" userId="29ed646a-75fb-4451-a67b-85738f90665c" providerId="ADAL" clId="{A1592339-C2C5-47C0-B508-42C830659C0C}" dt="2025-02-14T16:06:42.753" v="1998" actId="478"/>
          <ac:spMkLst>
            <pc:docMk/>
            <pc:sldMk cId="3855769426" sldId="474"/>
            <ac:spMk id="39" creationId="{DBFA8CCE-BE8A-AE94-D61F-DAB5F7C2EA5F}"/>
          </ac:spMkLst>
        </pc:spChg>
        <pc:spChg chg="mod">
          <ac:chgData name="Ricardo Rosenfeld" userId="29ed646a-75fb-4451-a67b-85738f90665c" providerId="ADAL" clId="{A1592339-C2C5-47C0-B508-42C830659C0C}" dt="2025-02-15T13:15:11.831" v="11273" actId="2711"/>
          <ac:spMkLst>
            <pc:docMk/>
            <pc:sldMk cId="3855769426" sldId="474"/>
            <ac:spMk id="40" creationId="{6B77702C-D00D-5051-9581-6A6995F1C8B4}"/>
          </ac:spMkLst>
        </pc:spChg>
        <pc:spChg chg="mod">
          <ac:chgData name="Ricardo Rosenfeld" userId="29ed646a-75fb-4451-a67b-85738f90665c" providerId="ADAL" clId="{A1592339-C2C5-47C0-B508-42C830659C0C}" dt="2025-02-15T13:14:54.710" v="11269" actId="1076"/>
          <ac:spMkLst>
            <pc:docMk/>
            <pc:sldMk cId="3855769426" sldId="474"/>
            <ac:spMk id="41" creationId="{4E92CF26-3A61-BF2B-7C53-7523E410A9FA}"/>
          </ac:spMkLst>
        </pc:spChg>
        <pc:spChg chg="mod">
          <ac:chgData name="Ricardo Rosenfeld" userId="29ed646a-75fb-4451-a67b-85738f90665c" providerId="ADAL" clId="{A1592339-C2C5-47C0-B508-42C830659C0C}" dt="2025-02-15T13:13:25.990" v="11253" actId="1076"/>
          <ac:spMkLst>
            <pc:docMk/>
            <pc:sldMk cId="3855769426" sldId="474"/>
            <ac:spMk id="43" creationId="{456A2798-D83E-B9DB-79A3-2F6EE596BDBB}"/>
          </ac:spMkLst>
        </pc:spChg>
        <pc:spChg chg="mod">
          <ac:chgData name="Ricardo Rosenfeld" userId="29ed646a-75fb-4451-a67b-85738f90665c" providerId="ADAL" clId="{A1592339-C2C5-47C0-B508-42C830659C0C}" dt="2025-02-14T19:28:34.863" v="4577" actId="1076"/>
          <ac:spMkLst>
            <pc:docMk/>
            <pc:sldMk cId="3855769426" sldId="474"/>
            <ac:spMk id="44" creationId="{4F9F2472-BDCF-401D-9BC3-F80181369F0F}"/>
          </ac:spMkLst>
        </pc:spChg>
        <pc:spChg chg="add mod">
          <ac:chgData name="Ricardo Rosenfeld" userId="29ed646a-75fb-4451-a67b-85738f90665c" providerId="ADAL" clId="{A1592339-C2C5-47C0-B508-42C830659C0C}" dt="2025-02-15T13:18:38.648" v="11443" actId="113"/>
          <ac:spMkLst>
            <pc:docMk/>
            <pc:sldMk cId="3855769426" sldId="474"/>
            <ac:spMk id="46" creationId="{93C0456D-ACC3-AEC5-1346-B3D552D33E5F}"/>
          </ac:spMkLst>
        </pc:spChg>
        <pc:spChg chg="add mod">
          <ac:chgData name="Ricardo Rosenfeld" userId="29ed646a-75fb-4451-a67b-85738f90665c" providerId="ADAL" clId="{A1592339-C2C5-47C0-B508-42C830659C0C}" dt="2025-02-14T16:08:56.267" v="2043"/>
          <ac:spMkLst>
            <pc:docMk/>
            <pc:sldMk cId="3855769426" sldId="474"/>
            <ac:spMk id="47" creationId="{E9DD1BA3-7923-C004-DDC8-8DC9BE61F728}"/>
          </ac:spMkLst>
        </pc:spChg>
        <pc:spChg chg="add mod">
          <ac:chgData name="Ricardo Rosenfeld" userId="29ed646a-75fb-4451-a67b-85738f90665c" providerId="ADAL" clId="{A1592339-C2C5-47C0-B508-42C830659C0C}" dt="2025-02-14T16:09:03.371" v="2044"/>
          <ac:spMkLst>
            <pc:docMk/>
            <pc:sldMk cId="3855769426" sldId="474"/>
            <ac:spMk id="48" creationId="{B30B8251-CCF1-0C97-8B8E-270F0EF1830D}"/>
          </ac:spMkLst>
        </pc:spChg>
        <pc:spChg chg="mod">
          <ac:chgData name="Ricardo Rosenfeld" userId="29ed646a-75fb-4451-a67b-85738f90665c" providerId="ADAL" clId="{A1592339-C2C5-47C0-B508-42C830659C0C}" dt="2025-02-15T13:10:18.678" v="11228" actId="2711"/>
          <ac:spMkLst>
            <pc:docMk/>
            <pc:sldMk cId="3855769426" sldId="474"/>
            <ac:spMk id="51" creationId="{6692CE1E-EF55-08B3-68A6-3D53FB192B5B}"/>
          </ac:spMkLst>
        </pc:spChg>
        <pc:spChg chg="del">
          <ac:chgData name="Ricardo Rosenfeld" userId="29ed646a-75fb-4451-a67b-85738f90665c" providerId="ADAL" clId="{A1592339-C2C5-47C0-B508-42C830659C0C}" dt="2025-02-14T16:06:42.753" v="1998" actId="478"/>
          <ac:spMkLst>
            <pc:docMk/>
            <pc:sldMk cId="3855769426" sldId="474"/>
            <ac:spMk id="54" creationId="{B9E767A4-D2F1-3566-1365-05FC96F8C654}"/>
          </ac:spMkLst>
        </pc:spChg>
        <pc:cxnChg chg="del">
          <ac:chgData name="Ricardo Rosenfeld" userId="29ed646a-75fb-4451-a67b-85738f90665c" providerId="ADAL" clId="{A1592339-C2C5-47C0-B508-42C830659C0C}" dt="2025-02-14T16:06:42.753" v="1998" actId="478"/>
          <ac:cxnSpMkLst>
            <pc:docMk/>
            <pc:sldMk cId="3855769426" sldId="474"/>
            <ac:cxnSpMk id="27" creationId="{822DCAAC-C7A7-0BAD-EE4F-9980C87DE63F}"/>
          </ac:cxnSpMkLst>
        </pc:cxnChg>
        <pc:cxnChg chg="del">
          <ac:chgData name="Ricardo Rosenfeld" userId="29ed646a-75fb-4451-a67b-85738f90665c" providerId="ADAL" clId="{A1592339-C2C5-47C0-B508-42C830659C0C}" dt="2025-02-14T16:06:42.753" v="1998" actId="478"/>
          <ac:cxnSpMkLst>
            <pc:docMk/>
            <pc:sldMk cId="3855769426" sldId="474"/>
            <ac:cxnSpMk id="36" creationId="{C05EA3FB-A833-A5FF-2A92-2BA5197191B9}"/>
          </ac:cxnSpMkLst>
        </pc:cxnChg>
      </pc:sldChg>
      <pc:sldChg chg="addSp delSp modSp mod">
        <pc:chgData name="Ricardo Rosenfeld" userId="29ed646a-75fb-4451-a67b-85738f90665c" providerId="ADAL" clId="{A1592339-C2C5-47C0-B508-42C830659C0C}" dt="2025-02-15T14:35:20.362" v="13683" actId="20577"/>
        <pc:sldMkLst>
          <pc:docMk/>
          <pc:sldMk cId="357072047" sldId="475"/>
        </pc:sldMkLst>
        <pc:spChg chg="mod">
          <ac:chgData name="Ricardo Rosenfeld" userId="29ed646a-75fb-4451-a67b-85738f90665c" providerId="ADAL" clId="{A1592339-C2C5-47C0-B508-42C830659C0C}" dt="2025-02-15T14:24:28.562" v="13230" actId="1076"/>
          <ac:spMkLst>
            <pc:docMk/>
            <pc:sldMk cId="357072047" sldId="475"/>
            <ac:spMk id="2" creationId="{637F12A1-43FB-4F2F-9944-7ADB11BC0868}"/>
          </ac:spMkLst>
        </pc:spChg>
        <pc:spChg chg="mod">
          <ac:chgData name="Ricardo Rosenfeld" userId="29ed646a-75fb-4451-a67b-85738f90665c" providerId="ADAL" clId="{A1592339-C2C5-47C0-B508-42C830659C0C}" dt="2025-02-15T14:24:28.562" v="13230" actId="1076"/>
          <ac:spMkLst>
            <pc:docMk/>
            <pc:sldMk cId="357072047" sldId="475"/>
            <ac:spMk id="3" creationId="{E9D517D8-53A8-4D97-AD0D-A17071D30D41}"/>
          </ac:spMkLst>
        </pc:spChg>
        <pc:spChg chg="del">
          <ac:chgData name="Ricardo Rosenfeld" userId="29ed646a-75fb-4451-a67b-85738f90665c" providerId="ADAL" clId="{A1592339-C2C5-47C0-B508-42C830659C0C}" dt="2025-02-14T16:42:05.648" v="3078" actId="478"/>
          <ac:spMkLst>
            <pc:docMk/>
            <pc:sldMk cId="357072047" sldId="475"/>
            <ac:spMk id="4" creationId="{7D5D4F6F-7A85-629E-697B-E1419A671F62}"/>
          </ac:spMkLst>
        </pc:spChg>
        <pc:spChg chg="add mod">
          <ac:chgData name="Ricardo Rosenfeld" userId="29ed646a-75fb-4451-a67b-85738f90665c" providerId="ADAL" clId="{A1592339-C2C5-47C0-B508-42C830659C0C}" dt="2025-02-15T14:24:28.562" v="13230" actId="1076"/>
          <ac:spMkLst>
            <pc:docMk/>
            <pc:sldMk cId="357072047" sldId="475"/>
            <ac:spMk id="5" creationId="{015767A0-C153-2166-4244-9D60475F2ABF}"/>
          </ac:spMkLst>
        </pc:spChg>
        <pc:spChg chg="mod">
          <ac:chgData name="Ricardo Rosenfeld" userId="29ed646a-75fb-4451-a67b-85738f90665c" providerId="ADAL" clId="{A1592339-C2C5-47C0-B508-42C830659C0C}" dt="2025-02-15T14:24:28.562" v="13230" actId="1076"/>
          <ac:spMkLst>
            <pc:docMk/>
            <pc:sldMk cId="357072047" sldId="475"/>
            <ac:spMk id="6" creationId="{35806C1A-FF77-45BF-80DA-F0AE85091BC3}"/>
          </ac:spMkLst>
        </pc:spChg>
        <pc:spChg chg="mod">
          <ac:chgData name="Ricardo Rosenfeld" userId="29ed646a-75fb-4451-a67b-85738f90665c" providerId="ADAL" clId="{A1592339-C2C5-47C0-B508-42C830659C0C}" dt="2025-02-15T14:24:28.562" v="13230" actId="1076"/>
          <ac:spMkLst>
            <pc:docMk/>
            <pc:sldMk cId="357072047" sldId="475"/>
            <ac:spMk id="8" creationId="{CADB07C9-ADF3-4E94-8F56-BCD809496A93}"/>
          </ac:spMkLst>
        </pc:spChg>
        <pc:spChg chg="add mod">
          <ac:chgData name="Ricardo Rosenfeld" userId="29ed646a-75fb-4451-a67b-85738f90665c" providerId="ADAL" clId="{A1592339-C2C5-47C0-B508-42C830659C0C}" dt="2025-02-15T14:24:28.562" v="13230" actId="1076"/>
          <ac:spMkLst>
            <pc:docMk/>
            <pc:sldMk cId="357072047" sldId="475"/>
            <ac:spMk id="9" creationId="{7C2D8C75-BF5F-DE1D-3FF6-F5629E2E5F38}"/>
          </ac:spMkLst>
        </pc:spChg>
        <pc:spChg chg="del">
          <ac:chgData name="Ricardo Rosenfeld" userId="29ed646a-75fb-4451-a67b-85738f90665c" providerId="ADAL" clId="{A1592339-C2C5-47C0-B508-42C830659C0C}" dt="2025-02-14T16:42:03.832" v="3077" actId="478"/>
          <ac:spMkLst>
            <pc:docMk/>
            <pc:sldMk cId="357072047" sldId="475"/>
            <ac:spMk id="13" creationId="{704A2334-13A4-42B0-B5DB-45B8A4A75E5D}"/>
          </ac:spMkLst>
        </pc:spChg>
        <pc:spChg chg="mod">
          <ac:chgData name="Ricardo Rosenfeld" userId="29ed646a-75fb-4451-a67b-85738f90665c" providerId="ADAL" clId="{A1592339-C2C5-47C0-B508-42C830659C0C}" dt="2025-02-15T14:35:20.362" v="13683" actId="20577"/>
          <ac:spMkLst>
            <pc:docMk/>
            <pc:sldMk cId="357072047" sldId="475"/>
            <ac:spMk id="15" creationId="{451758CA-F9CB-41C5-AA28-2F404877D02C}"/>
          </ac:spMkLst>
        </pc:spChg>
        <pc:spChg chg="mod">
          <ac:chgData name="Ricardo Rosenfeld" userId="29ed646a-75fb-4451-a67b-85738f90665c" providerId="ADAL" clId="{A1592339-C2C5-47C0-B508-42C830659C0C}" dt="2025-02-15T14:24:28.562" v="13230" actId="1076"/>
          <ac:spMkLst>
            <pc:docMk/>
            <pc:sldMk cId="357072047" sldId="475"/>
            <ac:spMk id="16" creationId="{D3FAC239-7C94-49CC-9797-E246BB0A3A76}"/>
          </ac:spMkLst>
        </pc:spChg>
        <pc:spChg chg="mod">
          <ac:chgData name="Ricardo Rosenfeld" userId="29ed646a-75fb-4451-a67b-85738f90665c" providerId="ADAL" clId="{A1592339-C2C5-47C0-B508-42C830659C0C}" dt="2025-02-15T14:24:28.562" v="13230" actId="1076"/>
          <ac:spMkLst>
            <pc:docMk/>
            <pc:sldMk cId="357072047" sldId="475"/>
            <ac:spMk id="17" creationId="{BD02802F-3669-48D2-9B03-2DEC17B5DDC1}"/>
          </ac:spMkLst>
        </pc:spChg>
        <pc:cxnChg chg="mod">
          <ac:chgData name="Ricardo Rosenfeld" userId="29ed646a-75fb-4451-a67b-85738f90665c" providerId="ADAL" clId="{A1592339-C2C5-47C0-B508-42C830659C0C}" dt="2025-02-15T14:24:28.562" v="13230" actId="1076"/>
          <ac:cxnSpMkLst>
            <pc:docMk/>
            <pc:sldMk cId="357072047" sldId="475"/>
            <ac:cxnSpMk id="18" creationId="{3279C666-29D0-41F0-99DB-0F1EECB9F0B2}"/>
          </ac:cxnSpMkLst>
        </pc:cxnChg>
        <pc:cxnChg chg="mod">
          <ac:chgData name="Ricardo Rosenfeld" userId="29ed646a-75fb-4451-a67b-85738f90665c" providerId="ADAL" clId="{A1592339-C2C5-47C0-B508-42C830659C0C}" dt="2025-02-15T14:24:28.562" v="13230" actId="1076"/>
          <ac:cxnSpMkLst>
            <pc:docMk/>
            <pc:sldMk cId="357072047" sldId="475"/>
            <ac:cxnSpMk id="24" creationId="{4D9AE3F2-A4C0-48AE-B38D-D515F7A9443E}"/>
          </ac:cxnSpMkLst>
        </pc:cxnChg>
      </pc:sldChg>
      <pc:sldChg chg="addSp delSp modSp mod ord modAnim">
        <pc:chgData name="Ricardo Rosenfeld" userId="29ed646a-75fb-4451-a67b-85738f90665c" providerId="ADAL" clId="{A1592339-C2C5-47C0-B508-42C830659C0C}" dt="2025-02-15T14:00:02.943" v="12563" actId="255"/>
        <pc:sldMkLst>
          <pc:docMk/>
          <pc:sldMk cId="345264322" sldId="477"/>
        </pc:sldMkLst>
        <pc:spChg chg="mod">
          <ac:chgData name="Ricardo Rosenfeld" userId="29ed646a-75fb-4451-a67b-85738f90665c" providerId="ADAL" clId="{A1592339-C2C5-47C0-B508-42C830659C0C}" dt="2025-02-15T14:00:02.943" v="12563" actId="255"/>
          <ac:spMkLst>
            <pc:docMk/>
            <pc:sldMk cId="345264322" sldId="477"/>
            <ac:spMk id="2" creationId="{CE26D3C7-8480-4FDD-8604-7506AB8FAB91}"/>
          </ac:spMkLst>
        </pc:spChg>
        <pc:spChg chg="del">
          <ac:chgData name="Ricardo Rosenfeld" userId="29ed646a-75fb-4451-a67b-85738f90665c" providerId="ADAL" clId="{A1592339-C2C5-47C0-B508-42C830659C0C}" dt="2025-02-15T13:30:31.799" v="11730" actId="478"/>
          <ac:spMkLst>
            <pc:docMk/>
            <pc:sldMk cId="345264322" sldId="477"/>
            <ac:spMk id="3" creationId="{4C25549E-95D5-4D92-E88F-56208F3FF9D0}"/>
          </ac:spMkLst>
        </pc:spChg>
        <pc:spChg chg="mod">
          <ac:chgData name="Ricardo Rosenfeld" userId="29ed646a-75fb-4451-a67b-85738f90665c" providerId="ADAL" clId="{A1592339-C2C5-47C0-B508-42C830659C0C}" dt="2025-02-15T13:39:49.366" v="12046" actId="6549"/>
          <ac:spMkLst>
            <pc:docMk/>
            <pc:sldMk cId="345264322" sldId="477"/>
            <ac:spMk id="4" creationId="{E03CE941-BBCA-8650-5162-0E748B587CF1}"/>
          </ac:spMkLst>
        </pc:spChg>
        <pc:spChg chg="add mod">
          <ac:chgData name="Ricardo Rosenfeld" userId="29ed646a-75fb-4451-a67b-85738f90665c" providerId="ADAL" clId="{A1592339-C2C5-47C0-B508-42C830659C0C}" dt="2025-02-15T13:36:02.609" v="11887" actId="1076"/>
          <ac:spMkLst>
            <pc:docMk/>
            <pc:sldMk cId="345264322" sldId="477"/>
            <ac:spMk id="5" creationId="{EF4BF2C2-699E-4E79-717E-1963C4B97ADE}"/>
          </ac:spMkLst>
        </pc:spChg>
        <pc:spChg chg="add mod">
          <ac:chgData name="Ricardo Rosenfeld" userId="29ed646a-75fb-4451-a67b-85738f90665c" providerId="ADAL" clId="{A1592339-C2C5-47C0-B508-42C830659C0C}" dt="2025-02-15T13:36:02.609" v="11887" actId="1076"/>
          <ac:spMkLst>
            <pc:docMk/>
            <pc:sldMk cId="345264322" sldId="477"/>
            <ac:spMk id="6" creationId="{C3A39561-5325-A54E-4970-6864D6F01C43}"/>
          </ac:spMkLst>
        </pc:spChg>
        <pc:spChg chg="add mod">
          <ac:chgData name="Ricardo Rosenfeld" userId="29ed646a-75fb-4451-a67b-85738f90665c" providerId="ADAL" clId="{A1592339-C2C5-47C0-B508-42C830659C0C}" dt="2025-02-15T13:40:14.641" v="12051" actId="1076"/>
          <ac:spMkLst>
            <pc:docMk/>
            <pc:sldMk cId="345264322" sldId="477"/>
            <ac:spMk id="10" creationId="{B927596F-C47B-1E1B-CF55-AF7E80275604}"/>
          </ac:spMkLst>
        </pc:spChg>
        <pc:spChg chg="mod">
          <ac:chgData name="Ricardo Rosenfeld" userId="29ed646a-75fb-4451-a67b-85738f90665c" providerId="ADAL" clId="{A1592339-C2C5-47C0-B508-42C830659C0C}" dt="2025-02-15T13:33:30.901" v="11754" actId="1076"/>
          <ac:spMkLst>
            <pc:docMk/>
            <pc:sldMk cId="345264322" sldId="477"/>
            <ac:spMk id="13" creationId="{E25EDEE9-A80B-4EB6-A190-BD265477803A}"/>
          </ac:spMkLst>
        </pc:spChg>
        <pc:spChg chg="mod">
          <ac:chgData name="Ricardo Rosenfeld" userId="29ed646a-75fb-4451-a67b-85738f90665c" providerId="ADAL" clId="{A1592339-C2C5-47C0-B508-42C830659C0C}" dt="2025-02-15T13:33:30.901" v="11754" actId="1076"/>
          <ac:spMkLst>
            <pc:docMk/>
            <pc:sldMk cId="345264322" sldId="477"/>
            <ac:spMk id="14" creationId="{9E19969B-B446-43AD-B26F-57495EA22566}"/>
          </ac:spMkLst>
        </pc:spChg>
        <pc:spChg chg="mod">
          <ac:chgData name="Ricardo Rosenfeld" userId="29ed646a-75fb-4451-a67b-85738f90665c" providerId="ADAL" clId="{A1592339-C2C5-47C0-B508-42C830659C0C}" dt="2025-02-15T13:33:30.901" v="11754" actId="1076"/>
          <ac:spMkLst>
            <pc:docMk/>
            <pc:sldMk cId="345264322" sldId="477"/>
            <ac:spMk id="16" creationId="{8D35FD36-6116-444C-8ADA-BB6A2CE2DDBE}"/>
          </ac:spMkLst>
        </pc:spChg>
        <pc:spChg chg="mod">
          <ac:chgData name="Ricardo Rosenfeld" userId="29ed646a-75fb-4451-a67b-85738f90665c" providerId="ADAL" clId="{A1592339-C2C5-47C0-B508-42C830659C0C}" dt="2025-02-15T13:33:30.901" v="11754" actId="1076"/>
          <ac:spMkLst>
            <pc:docMk/>
            <pc:sldMk cId="345264322" sldId="477"/>
            <ac:spMk id="22" creationId="{963904AA-0D3E-4328-B58B-44F261A4F46C}"/>
          </ac:spMkLst>
        </pc:spChg>
        <pc:spChg chg="mod">
          <ac:chgData name="Ricardo Rosenfeld" userId="29ed646a-75fb-4451-a67b-85738f90665c" providerId="ADAL" clId="{A1592339-C2C5-47C0-B508-42C830659C0C}" dt="2025-02-15T13:33:30.901" v="11754" actId="1076"/>
          <ac:spMkLst>
            <pc:docMk/>
            <pc:sldMk cId="345264322" sldId="477"/>
            <ac:spMk id="26" creationId="{47D9C103-7AF5-46DE-979C-CD22B4E90001}"/>
          </ac:spMkLst>
        </pc:spChg>
        <pc:spChg chg="mod">
          <ac:chgData name="Ricardo Rosenfeld" userId="29ed646a-75fb-4451-a67b-85738f90665c" providerId="ADAL" clId="{A1592339-C2C5-47C0-B508-42C830659C0C}" dt="2025-02-15T13:33:30.901" v="11754" actId="1076"/>
          <ac:spMkLst>
            <pc:docMk/>
            <pc:sldMk cId="345264322" sldId="477"/>
            <ac:spMk id="27" creationId="{342E629B-F21F-41D0-827C-F046D6FCB494}"/>
          </ac:spMkLst>
        </pc:spChg>
        <pc:spChg chg="mod">
          <ac:chgData name="Ricardo Rosenfeld" userId="29ed646a-75fb-4451-a67b-85738f90665c" providerId="ADAL" clId="{A1592339-C2C5-47C0-B508-42C830659C0C}" dt="2025-02-15T13:33:30.901" v="11754" actId="1076"/>
          <ac:spMkLst>
            <pc:docMk/>
            <pc:sldMk cId="345264322" sldId="477"/>
            <ac:spMk id="34" creationId="{E4C224A9-BD51-4BAE-A7A5-DB7EB09694DC}"/>
          </ac:spMkLst>
        </pc:spChg>
        <pc:spChg chg="mod">
          <ac:chgData name="Ricardo Rosenfeld" userId="29ed646a-75fb-4451-a67b-85738f90665c" providerId="ADAL" clId="{A1592339-C2C5-47C0-B508-42C830659C0C}" dt="2025-02-15T13:33:30.901" v="11754" actId="1076"/>
          <ac:spMkLst>
            <pc:docMk/>
            <pc:sldMk cId="345264322" sldId="477"/>
            <ac:spMk id="35" creationId="{8946A0BB-ABEF-4724-A17F-44DE42237F04}"/>
          </ac:spMkLst>
        </pc:spChg>
        <pc:spChg chg="mod">
          <ac:chgData name="Ricardo Rosenfeld" userId="29ed646a-75fb-4451-a67b-85738f90665c" providerId="ADAL" clId="{A1592339-C2C5-47C0-B508-42C830659C0C}" dt="2025-02-15T13:39:19.022" v="12039" actId="20577"/>
          <ac:spMkLst>
            <pc:docMk/>
            <pc:sldMk cId="345264322" sldId="477"/>
            <ac:spMk id="37" creationId="{2B83227A-A2F6-1F9B-7844-09A1C06751A0}"/>
          </ac:spMkLst>
        </pc:spChg>
        <pc:spChg chg="mod">
          <ac:chgData name="Ricardo Rosenfeld" userId="29ed646a-75fb-4451-a67b-85738f90665c" providerId="ADAL" clId="{A1592339-C2C5-47C0-B508-42C830659C0C}" dt="2025-02-15T13:33:30.901" v="11754" actId="1076"/>
          <ac:spMkLst>
            <pc:docMk/>
            <pc:sldMk cId="345264322" sldId="477"/>
            <ac:spMk id="38" creationId="{CFF6B326-F374-439F-8BE5-1C941EC7B707}"/>
          </ac:spMkLst>
        </pc:spChg>
        <pc:spChg chg="mod">
          <ac:chgData name="Ricardo Rosenfeld" userId="29ed646a-75fb-4451-a67b-85738f90665c" providerId="ADAL" clId="{A1592339-C2C5-47C0-B508-42C830659C0C}" dt="2025-02-15T13:33:30.901" v="11754" actId="1076"/>
          <ac:spMkLst>
            <pc:docMk/>
            <pc:sldMk cId="345264322" sldId="477"/>
            <ac:spMk id="39" creationId="{46D7AC42-57FD-4248-9DB7-11585F4F98A9}"/>
          </ac:spMkLst>
        </pc:spChg>
        <pc:spChg chg="del">
          <ac:chgData name="Ricardo Rosenfeld" userId="29ed646a-75fb-4451-a67b-85738f90665c" providerId="ADAL" clId="{A1592339-C2C5-47C0-B508-42C830659C0C}" dt="2025-02-15T13:36:38.852" v="11890" actId="478"/>
          <ac:spMkLst>
            <pc:docMk/>
            <pc:sldMk cId="345264322" sldId="477"/>
            <ac:spMk id="122" creationId="{F22F5204-8094-419A-B5EB-FFD7D58F5690}"/>
          </ac:spMkLst>
        </pc:spChg>
        <pc:spChg chg="mod">
          <ac:chgData name="Ricardo Rosenfeld" userId="29ed646a-75fb-4451-a67b-85738f90665c" providerId="ADAL" clId="{A1592339-C2C5-47C0-B508-42C830659C0C}" dt="2025-02-15T13:36:02.609" v="11887" actId="1076"/>
          <ac:spMkLst>
            <pc:docMk/>
            <pc:sldMk cId="345264322" sldId="477"/>
            <ac:spMk id="125" creationId="{E514CC26-971A-45DB-A8F1-AFAA29351184}"/>
          </ac:spMkLst>
        </pc:spChg>
        <pc:spChg chg="mod">
          <ac:chgData name="Ricardo Rosenfeld" userId="29ed646a-75fb-4451-a67b-85738f90665c" providerId="ADAL" clId="{A1592339-C2C5-47C0-B508-42C830659C0C}" dt="2025-02-15T13:36:02.609" v="11887" actId="1076"/>
          <ac:spMkLst>
            <pc:docMk/>
            <pc:sldMk cId="345264322" sldId="477"/>
            <ac:spMk id="126" creationId="{87A4E59D-0805-48F9-9D2A-A0EBFC4D885D}"/>
          </ac:spMkLst>
        </pc:spChg>
        <pc:spChg chg="del">
          <ac:chgData name="Ricardo Rosenfeld" userId="29ed646a-75fb-4451-a67b-85738f90665c" providerId="ADAL" clId="{A1592339-C2C5-47C0-B508-42C830659C0C}" dt="2025-02-15T13:30:34.049" v="11731" actId="478"/>
          <ac:spMkLst>
            <pc:docMk/>
            <pc:sldMk cId="345264322" sldId="477"/>
            <ac:spMk id="127" creationId="{FFD7B57A-2146-4026-94F4-0C2727D11C9E}"/>
          </ac:spMkLst>
        </pc:spChg>
        <pc:spChg chg="mod">
          <ac:chgData name="Ricardo Rosenfeld" userId="29ed646a-75fb-4451-a67b-85738f90665c" providerId="ADAL" clId="{A1592339-C2C5-47C0-B508-42C830659C0C}" dt="2025-02-15T13:36:02.609" v="11887" actId="1076"/>
          <ac:spMkLst>
            <pc:docMk/>
            <pc:sldMk cId="345264322" sldId="477"/>
            <ac:spMk id="128" creationId="{ACB8FAEE-7E25-460E-AF11-361A4C993887}"/>
          </ac:spMkLst>
        </pc:spChg>
        <pc:spChg chg="mod">
          <ac:chgData name="Ricardo Rosenfeld" userId="29ed646a-75fb-4451-a67b-85738f90665c" providerId="ADAL" clId="{A1592339-C2C5-47C0-B508-42C830659C0C}" dt="2025-02-15T13:36:02.609" v="11887" actId="1076"/>
          <ac:spMkLst>
            <pc:docMk/>
            <pc:sldMk cId="345264322" sldId="477"/>
            <ac:spMk id="130" creationId="{DC456F1B-DE87-4F92-B634-E8338328C7FD}"/>
          </ac:spMkLst>
        </pc:spChg>
        <pc:spChg chg="mod">
          <ac:chgData name="Ricardo Rosenfeld" userId="29ed646a-75fb-4451-a67b-85738f90665c" providerId="ADAL" clId="{A1592339-C2C5-47C0-B508-42C830659C0C}" dt="2025-02-15T13:36:02.609" v="11887" actId="1076"/>
          <ac:spMkLst>
            <pc:docMk/>
            <pc:sldMk cId="345264322" sldId="477"/>
            <ac:spMk id="137" creationId="{09A5DF6B-4676-4DC7-997E-F1EF7B6159AA}"/>
          </ac:spMkLst>
        </pc:spChg>
        <pc:spChg chg="mod">
          <ac:chgData name="Ricardo Rosenfeld" userId="29ed646a-75fb-4451-a67b-85738f90665c" providerId="ADAL" clId="{A1592339-C2C5-47C0-B508-42C830659C0C}" dt="2025-02-15T13:36:02.609" v="11887" actId="1076"/>
          <ac:spMkLst>
            <pc:docMk/>
            <pc:sldMk cId="345264322" sldId="477"/>
            <ac:spMk id="138" creationId="{B698541E-B6D5-4422-87D1-0A8110BAD9F5}"/>
          </ac:spMkLst>
        </pc:spChg>
        <pc:spChg chg="mod">
          <ac:chgData name="Ricardo Rosenfeld" userId="29ed646a-75fb-4451-a67b-85738f90665c" providerId="ADAL" clId="{A1592339-C2C5-47C0-B508-42C830659C0C}" dt="2025-02-15T13:36:02.609" v="11887" actId="1076"/>
          <ac:spMkLst>
            <pc:docMk/>
            <pc:sldMk cId="345264322" sldId="477"/>
            <ac:spMk id="139" creationId="{9790BFD5-38A9-4B60-BE01-B003BBCC54A7}"/>
          </ac:spMkLst>
        </pc:spChg>
        <pc:spChg chg="mod">
          <ac:chgData name="Ricardo Rosenfeld" userId="29ed646a-75fb-4451-a67b-85738f90665c" providerId="ADAL" clId="{A1592339-C2C5-47C0-B508-42C830659C0C}" dt="2025-02-15T13:36:02.609" v="11887" actId="1076"/>
          <ac:spMkLst>
            <pc:docMk/>
            <pc:sldMk cId="345264322" sldId="477"/>
            <ac:spMk id="140" creationId="{0359DC0D-95CA-4333-B4F0-EF84AA9B4C90}"/>
          </ac:spMkLst>
        </pc:spChg>
        <pc:cxnChg chg="mod">
          <ac:chgData name="Ricardo Rosenfeld" userId="29ed646a-75fb-4451-a67b-85738f90665c" providerId="ADAL" clId="{A1592339-C2C5-47C0-B508-42C830659C0C}" dt="2025-02-15T13:35:53.648" v="11886" actId="1076"/>
          <ac:cxnSpMkLst>
            <pc:docMk/>
            <pc:sldMk cId="345264322" sldId="477"/>
            <ac:cxnSpMk id="8" creationId="{51503889-479E-69A3-8548-2B3B4A15B956}"/>
          </ac:cxnSpMkLst>
        </pc:cxnChg>
        <pc:cxnChg chg="mod">
          <ac:chgData name="Ricardo Rosenfeld" userId="29ed646a-75fb-4451-a67b-85738f90665c" providerId="ADAL" clId="{A1592339-C2C5-47C0-B508-42C830659C0C}" dt="2025-02-15T13:35:53.648" v="11886" actId="1076"/>
          <ac:cxnSpMkLst>
            <pc:docMk/>
            <pc:sldMk cId="345264322" sldId="477"/>
            <ac:cxnSpMk id="135" creationId="{1353BF25-AE81-460D-887D-31E29B646CAB}"/>
          </ac:cxnSpMkLst>
        </pc:cxnChg>
      </pc:sldChg>
      <pc:sldChg chg="modSp mod">
        <pc:chgData name="Ricardo Rosenfeld" userId="29ed646a-75fb-4451-a67b-85738f90665c" providerId="ADAL" clId="{A1592339-C2C5-47C0-B508-42C830659C0C}" dt="2025-02-15T12:28:50.511" v="10853" actId="20577"/>
        <pc:sldMkLst>
          <pc:docMk/>
          <pc:sldMk cId="4203113056" sldId="482"/>
        </pc:sldMkLst>
        <pc:spChg chg="mod">
          <ac:chgData name="Ricardo Rosenfeld" userId="29ed646a-75fb-4451-a67b-85738f90665c" providerId="ADAL" clId="{A1592339-C2C5-47C0-B508-42C830659C0C}" dt="2025-02-15T12:28:50.511" v="10853" actId="20577"/>
          <ac:spMkLst>
            <pc:docMk/>
            <pc:sldMk cId="4203113056" sldId="482"/>
            <ac:spMk id="20" creationId="{C4F8E59B-11D3-410E-ACB8-4411D6F0278B}"/>
          </ac:spMkLst>
        </pc:spChg>
      </pc:sldChg>
      <pc:sldChg chg="modSp mod">
        <pc:chgData name="Ricardo Rosenfeld" userId="29ed646a-75fb-4451-a67b-85738f90665c" providerId="ADAL" clId="{A1592339-C2C5-47C0-B508-42C830659C0C}" dt="2025-02-15T12:33:12.752" v="10911" actId="6549"/>
        <pc:sldMkLst>
          <pc:docMk/>
          <pc:sldMk cId="2498562602" sldId="483"/>
        </pc:sldMkLst>
        <pc:spChg chg="mod">
          <ac:chgData name="Ricardo Rosenfeld" userId="29ed646a-75fb-4451-a67b-85738f90665c" providerId="ADAL" clId="{A1592339-C2C5-47C0-B508-42C830659C0C}" dt="2025-02-15T12:32:01.572" v="10895" actId="20577"/>
          <ac:spMkLst>
            <pc:docMk/>
            <pc:sldMk cId="2498562602" sldId="483"/>
            <ac:spMk id="20" creationId="{C4F8E59B-11D3-410E-ACB8-4411D6F0278B}"/>
          </ac:spMkLst>
        </pc:spChg>
        <pc:spChg chg="mod">
          <ac:chgData name="Ricardo Rosenfeld" userId="29ed646a-75fb-4451-a67b-85738f90665c" providerId="ADAL" clId="{A1592339-C2C5-47C0-B508-42C830659C0C}" dt="2025-02-15T12:33:04.716" v="10903" actId="6549"/>
          <ac:spMkLst>
            <pc:docMk/>
            <pc:sldMk cId="2498562602" sldId="483"/>
            <ac:spMk id="37" creationId="{D752BE07-C792-3C00-9381-C1C6D207FEAD}"/>
          </ac:spMkLst>
        </pc:spChg>
        <pc:spChg chg="mod">
          <ac:chgData name="Ricardo Rosenfeld" userId="29ed646a-75fb-4451-a67b-85738f90665c" providerId="ADAL" clId="{A1592339-C2C5-47C0-B508-42C830659C0C}" dt="2025-02-15T12:33:12.752" v="10911" actId="6549"/>
          <ac:spMkLst>
            <pc:docMk/>
            <pc:sldMk cId="2498562602" sldId="483"/>
            <ac:spMk id="38" creationId="{90A4D655-74D6-386D-E2C6-D72DCC2D345C}"/>
          </ac:spMkLst>
        </pc:spChg>
      </pc:sldChg>
      <pc:sldChg chg="modSp mod">
        <pc:chgData name="Ricardo Rosenfeld" userId="29ed646a-75fb-4451-a67b-85738f90665c" providerId="ADAL" clId="{A1592339-C2C5-47C0-B508-42C830659C0C}" dt="2025-02-15T12:35:01.821" v="10942" actId="20577"/>
        <pc:sldMkLst>
          <pc:docMk/>
          <pc:sldMk cId="2771586629" sldId="485"/>
        </pc:sldMkLst>
        <pc:spChg chg="mod">
          <ac:chgData name="Ricardo Rosenfeld" userId="29ed646a-75fb-4451-a67b-85738f90665c" providerId="ADAL" clId="{A1592339-C2C5-47C0-B508-42C830659C0C}" dt="2025-02-15T12:35:01.821" v="10942" actId="20577"/>
          <ac:spMkLst>
            <pc:docMk/>
            <pc:sldMk cId="2771586629" sldId="485"/>
            <ac:spMk id="20" creationId="{C4F8E59B-11D3-410E-ACB8-4411D6F0278B}"/>
          </ac:spMkLst>
        </pc:spChg>
      </pc:sldChg>
      <pc:sldChg chg="modSp mod">
        <pc:chgData name="Ricardo Rosenfeld" userId="29ed646a-75fb-4451-a67b-85738f90665c" providerId="ADAL" clId="{A1592339-C2C5-47C0-B508-42C830659C0C}" dt="2025-02-15T12:51:17.896" v="11082" actId="6549"/>
        <pc:sldMkLst>
          <pc:docMk/>
          <pc:sldMk cId="260713814" sldId="486"/>
        </pc:sldMkLst>
        <pc:spChg chg="mod">
          <ac:chgData name="Ricardo Rosenfeld" userId="29ed646a-75fb-4451-a67b-85738f90665c" providerId="ADAL" clId="{A1592339-C2C5-47C0-B508-42C830659C0C}" dt="2025-02-14T15:55:18.305" v="1682" actId="1076"/>
          <ac:spMkLst>
            <pc:docMk/>
            <pc:sldMk cId="260713814" sldId="486"/>
            <ac:spMk id="3" creationId="{138E16CA-9A12-9BEF-8A21-1A59A7C5BF59}"/>
          </ac:spMkLst>
        </pc:spChg>
        <pc:spChg chg="mod">
          <ac:chgData name="Ricardo Rosenfeld" userId="29ed646a-75fb-4451-a67b-85738f90665c" providerId="ADAL" clId="{A1592339-C2C5-47C0-B508-42C830659C0C}" dt="2025-02-15T12:51:17.896" v="11082" actId="6549"/>
          <ac:spMkLst>
            <pc:docMk/>
            <pc:sldMk cId="260713814" sldId="486"/>
            <ac:spMk id="4" creationId="{130ACE25-94B2-B516-0A04-4B00BCAB52A3}"/>
          </ac:spMkLst>
        </pc:spChg>
        <pc:spChg chg="mod">
          <ac:chgData name="Ricardo Rosenfeld" userId="29ed646a-75fb-4451-a67b-85738f90665c" providerId="ADAL" clId="{A1592339-C2C5-47C0-B508-42C830659C0C}" dt="2025-02-14T15:55:18.305" v="1682" actId="1076"/>
          <ac:spMkLst>
            <pc:docMk/>
            <pc:sldMk cId="260713814" sldId="486"/>
            <ac:spMk id="5" creationId="{E957BC1B-6593-79DC-6C60-5A6A5AB98F5A}"/>
          </ac:spMkLst>
        </pc:spChg>
        <pc:spChg chg="mod">
          <ac:chgData name="Ricardo Rosenfeld" userId="29ed646a-75fb-4451-a67b-85738f90665c" providerId="ADAL" clId="{A1592339-C2C5-47C0-B508-42C830659C0C}" dt="2025-02-14T15:55:18.305" v="1682" actId="1076"/>
          <ac:spMkLst>
            <pc:docMk/>
            <pc:sldMk cId="260713814" sldId="486"/>
            <ac:spMk id="7" creationId="{0C496DEB-5BC5-82D2-9DD7-1B0CD8B30272}"/>
          </ac:spMkLst>
        </pc:spChg>
        <pc:spChg chg="mod">
          <ac:chgData name="Ricardo Rosenfeld" userId="29ed646a-75fb-4451-a67b-85738f90665c" providerId="ADAL" clId="{A1592339-C2C5-47C0-B508-42C830659C0C}" dt="2025-02-14T15:55:18.305" v="1682" actId="1076"/>
          <ac:spMkLst>
            <pc:docMk/>
            <pc:sldMk cId="260713814" sldId="486"/>
            <ac:spMk id="8" creationId="{7FD803E3-A2FB-DE3F-E80A-B9AAAE3492AA}"/>
          </ac:spMkLst>
        </pc:spChg>
        <pc:spChg chg="mod">
          <ac:chgData name="Ricardo Rosenfeld" userId="29ed646a-75fb-4451-a67b-85738f90665c" providerId="ADAL" clId="{A1592339-C2C5-47C0-B508-42C830659C0C}" dt="2025-02-14T15:55:18.305" v="1682" actId="1076"/>
          <ac:spMkLst>
            <pc:docMk/>
            <pc:sldMk cId="260713814" sldId="486"/>
            <ac:spMk id="9" creationId="{16911EE4-1587-065B-11B0-F57244F4F5A0}"/>
          </ac:spMkLst>
        </pc:spChg>
        <pc:spChg chg="mod">
          <ac:chgData name="Ricardo Rosenfeld" userId="29ed646a-75fb-4451-a67b-85738f90665c" providerId="ADAL" clId="{A1592339-C2C5-47C0-B508-42C830659C0C}" dt="2025-02-14T15:55:18.305" v="1682" actId="1076"/>
          <ac:spMkLst>
            <pc:docMk/>
            <pc:sldMk cId="260713814" sldId="486"/>
            <ac:spMk id="12" creationId="{56888AF5-31B9-BA68-4845-EFC7D67D49E0}"/>
          </ac:spMkLst>
        </pc:spChg>
        <pc:spChg chg="mod">
          <ac:chgData name="Ricardo Rosenfeld" userId="29ed646a-75fb-4451-a67b-85738f90665c" providerId="ADAL" clId="{A1592339-C2C5-47C0-B508-42C830659C0C}" dt="2025-02-14T15:55:18.305" v="1682" actId="1076"/>
          <ac:spMkLst>
            <pc:docMk/>
            <pc:sldMk cId="260713814" sldId="486"/>
            <ac:spMk id="18" creationId="{34935F6F-1FF9-4CF3-945B-5246353D1D3D}"/>
          </ac:spMkLst>
        </pc:spChg>
        <pc:spChg chg="mod">
          <ac:chgData name="Ricardo Rosenfeld" userId="29ed646a-75fb-4451-a67b-85738f90665c" providerId="ADAL" clId="{A1592339-C2C5-47C0-B508-42C830659C0C}" dt="2025-02-15T12:50:38.735" v="11074" actId="6549"/>
          <ac:spMkLst>
            <pc:docMk/>
            <pc:sldMk cId="260713814" sldId="486"/>
            <ac:spMk id="20" creationId="{C4F8E59B-11D3-410E-ACB8-4411D6F0278B}"/>
          </ac:spMkLst>
        </pc:spChg>
        <pc:spChg chg="mod">
          <ac:chgData name="Ricardo Rosenfeld" userId="29ed646a-75fb-4451-a67b-85738f90665c" providerId="ADAL" clId="{A1592339-C2C5-47C0-B508-42C830659C0C}" dt="2025-02-14T15:55:18.305" v="1682" actId="1076"/>
          <ac:spMkLst>
            <pc:docMk/>
            <pc:sldMk cId="260713814" sldId="486"/>
            <ac:spMk id="21" creationId="{E86062E0-0727-34AC-B6E7-244C26A60292}"/>
          </ac:spMkLst>
        </pc:spChg>
        <pc:spChg chg="mod">
          <ac:chgData name="Ricardo Rosenfeld" userId="29ed646a-75fb-4451-a67b-85738f90665c" providerId="ADAL" clId="{A1592339-C2C5-47C0-B508-42C830659C0C}" dt="2025-02-14T15:55:18.305" v="1682" actId="1076"/>
          <ac:spMkLst>
            <pc:docMk/>
            <pc:sldMk cId="260713814" sldId="486"/>
            <ac:spMk id="23" creationId="{5E0125F1-A898-9C06-3657-7B8C71AFAD1F}"/>
          </ac:spMkLst>
        </pc:spChg>
        <pc:cxnChg chg="mod">
          <ac:chgData name="Ricardo Rosenfeld" userId="29ed646a-75fb-4451-a67b-85738f90665c" providerId="ADAL" clId="{A1592339-C2C5-47C0-B508-42C830659C0C}" dt="2025-02-14T15:55:18.305" v="1682" actId="1076"/>
          <ac:cxnSpMkLst>
            <pc:docMk/>
            <pc:sldMk cId="260713814" sldId="486"/>
            <ac:cxnSpMk id="6" creationId="{171BA075-8C62-78FE-71A1-70EE389D9128}"/>
          </ac:cxnSpMkLst>
        </pc:cxnChg>
      </pc:sldChg>
      <pc:sldChg chg="addSp modSp mod">
        <pc:chgData name="Ricardo Rosenfeld" userId="29ed646a-75fb-4451-a67b-85738f90665c" providerId="ADAL" clId="{A1592339-C2C5-47C0-B508-42C830659C0C}" dt="2025-02-15T13:01:28.157" v="11157" actId="1076"/>
        <pc:sldMkLst>
          <pc:docMk/>
          <pc:sldMk cId="1728147001" sldId="487"/>
        </pc:sldMkLst>
        <pc:spChg chg="mod">
          <ac:chgData name="Ricardo Rosenfeld" userId="29ed646a-75fb-4451-a67b-85738f90665c" providerId="ADAL" clId="{A1592339-C2C5-47C0-B508-42C830659C0C}" dt="2025-02-15T12:57:23.294" v="11115" actId="113"/>
          <ac:spMkLst>
            <pc:docMk/>
            <pc:sldMk cId="1728147001" sldId="487"/>
            <ac:spMk id="7" creationId="{746A00FC-C573-68E3-7A86-708CCC72046F}"/>
          </ac:spMkLst>
        </pc:spChg>
        <pc:spChg chg="mod">
          <ac:chgData name="Ricardo Rosenfeld" userId="29ed646a-75fb-4451-a67b-85738f90665c" providerId="ADAL" clId="{A1592339-C2C5-47C0-B508-42C830659C0C}" dt="2025-02-15T13:01:17.449" v="11156" actId="1076"/>
          <ac:spMkLst>
            <pc:docMk/>
            <pc:sldMk cId="1728147001" sldId="487"/>
            <ac:spMk id="11" creationId="{790730C3-3A03-92B1-3572-EDDB3CD68036}"/>
          </ac:spMkLst>
        </pc:spChg>
        <pc:spChg chg="mod">
          <ac:chgData name="Ricardo Rosenfeld" userId="29ed646a-75fb-4451-a67b-85738f90665c" providerId="ADAL" clId="{A1592339-C2C5-47C0-B508-42C830659C0C}" dt="2025-02-15T13:01:28.157" v="11157" actId="1076"/>
          <ac:spMkLst>
            <pc:docMk/>
            <pc:sldMk cId="1728147001" sldId="487"/>
            <ac:spMk id="13" creationId="{3C54133A-402A-21A0-059E-B180029F3021}"/>
          </ac:spMkLst>
        </pc:spChg>
        <pc:spChg chg="mod">
          <ac:chgData name="Ricardo Rosenfeld" userId="29ed646a-75fb-4451-a67b-85738f90665c" providerId="ADAL" clId="{A1592339-C2C5-47C0-B508-42C830659C0C}" dt="2025-02-15T13:01:17.449" v="11156" actId="1076"/>
          <ac:spMkLst>
            <pc:docMk/>
            <pc:sldMk cId="1728147001" sldId="487"/>
            <ac:spMk id="14" creationId="{0A4D8786-7E9A-44ED-9F4E-F62E49AE8746}"/>
          </ac:spMkLst>
        </pc:spChg>
        <pc:spChg chg="mod">
          <ac:chgData name="Ricardo Rosenfeld" userId="29ed646a-75fb-4451-a67b-85738f90665c" providerId="ADAL" clId="{A1592339-C2C5-47C0-B508-42C830659C0C}" dt="2025-02-15T13:01:17.449" v="11156" actId="1076"/>
          <ac:spMkLst>
            <pc:docMk/>
            <pc:sldMk cId="1728147001" sldId="487"/>
            <ac:spMk id="15" creationId="{E6D4E027-EED1-47BC-97F8-C5F0BB037CFD}"/>
          </ac:spMkLst>
        </pc:spChg>
        <pc:spChg chg="mod">
          <ac:chgData name="Ricardo Rosenfeld" userId="29ed646a-75fb-4451-a67b-85738f90665c" providerId="ADAL" clId="{A1592339-C2C5-47C0-B508-42C830659C0C}" dt="2025-02-15T13:01:17.449" v="11156" actId="1076"/>
          <ac:spMkLst>
            <pc:docMk/>
            <pc:sldMk cId="1728147001" sldId="487"/>
            <ac:spMk id="16" creationId="{0A84393A-97EB-496C-9BF5-135EDFF9EB06}"/>
          </ac:spMkLst>
        </pc:spChg>
        <pc:spChg chg="add mod">
          <ac:chgData name="Ricardo Rosenfeld" userId="29ed646a-75fb-4451-a67b-85738f90665c" providerId="ADAL" clId="{A1592339-C2C5-47C0-B508-42C830659C0C}" dt="2025-02-15T13:00:56.547" v="11155" actId="1076"/>
          <ac:spMkLst>
            <pc:docMk/>
            <pc:sldMk cId="1728147001" sldId="487"/>
            <ac:spMk id="19" creationId="{FDE49E06-B0C8-1208-8408-0DA3318CE6CA}"/>
          </ac:spMkLst>
        </pc:spChg>
        <pc:spChg chg="mod">
          <ac:chgData name="Ricardo Rosenfeld" userId="29ed646a-75fb-4451-a67b-85738f90665c" providerId="ADAL" clId="{A1592339-C2C5-47C0-B508-42C830659C0C}" dt="2025-02-15T13:01:17.449" v="11156" actId="1076"/>
          <ac:spMkLst>
            <pc:docMk/>
            <pc:sldMk cId="1728147001" sldId="487"/>
            <ac:spMk id="25" creationId="{08565689-5706-43FA-BE73-E450E814A043}"/>
          </ac:spMkLst>
        </pc:spChg>
        <pc:spChg chg="mod">
          <ac:chgData name="Ricardo Rosenfeld" userId="29ed646a-75fb-4451-a67b-85738f90665c" providerId="ADAL" clId="{A1592339-C2C5-47C0-B508-42C830659C0C}" dt="2025-02-15T13:01:17.449" v="11156" actId="1076"/>
          <ac:spMkLst>
            <pc:docMk/>
            <pc:sldMk cId="1728147001" sldId="487"/>
            <ac:spMk id="32" creationId="{797D92CA-307C-40E7-B8C0-956B04499D93}"/>
          </ac:spMkLst>
        </pc:spChg>
        <pc:spChg chg="mod">
          <ac:chgData name="Ricardo Rosenfeld" userId="29ed646a-75fb-4451-a67b-85738f90665c" providerId="ADAL" clId="{A1592339-C2C5-47C0-B508-42C830659C0C}" dt="2025-02-15T13:01:17.449" v="11156" actId="1076"/>
          <ac:spMkLst>
            <pc:docMk/>
            <pc:sldMk cId="1728147001" sldId="487"/>
            <ac:spMk id="33" creationId="{AB10C5E8-4013-42D2-A39A-2995058AD246}"/>
          </ac:spMkLst>
        </pc:spChg>
        <pc:spChg chg="mod">
          <ac:chgData name="Ricardo Rosenfeld" userId="29ed646a-75fb-4451-a67b-85738f90665c" providerId="ADAL" clId="{A1592339-C2C5-47C0-B508-42C830659C0C}" dt="2025-02-15T13:01:17.449" v="11156" actId="1076"/>
          <ac:spMkLst>
            <pc:docMk/>
            <pc:sldMk cId="1728147001" sldId="487"/>
            <ac:spMk id="34" creationId="{ED2C603B-EC09-4DD1-A1F7-32980A92D422}"/>
          </ac:spMkLst>
        </pc:spChg>
        <pc:spChg chg="mod">
          <ac:chgData name="Ricardo Rosenfeld" userId="29ed646a-75fb-4451-a67b-85738f90665c" providerId="ADAL" clId="{A1592339-C2C5-47C0-B508-42C830659C0C}" dt="2025-02-15T13:01:17.449" v="11156" actId="1076"/>
          <ac:spMkLst>
            <pc:docMk/>
            <pc:sldMk cId="1728147001" sldId="487"/>
            <ac:spMk id="45" creationId="{0F410884-E885-4A94-A302-8F9E327A1E39}"/>
          </ac:spMkLst>
        </pc:spChg>
        <pc:spChg chg="mod">
          <ac:chgData name="Ricardo Rosenfeld" userId="29ed646a-75fb-4451-a67b-85738f90665c" providerId="ADAL" clId="{A1592339-C2C5-47C0-B508-42C830659C0C}" dt="2025-02-15T13:01:28.157" v="11157" actId="1076"/>
          <ac:spMkLst>
            <pc:docMk/>
            <pc:sldMk cId="1728147001" sldId="487"/>
            <ac:spMk id="48" creationId="{F46AF1BC-2374-4283-9021-F4762479E0A3}"/>
          </ac:spMkLst>
        </pc:spChg>
        <pc:spChg chg="mod">
          <ac:chgData name="Ricardo Rosenfeld" userId="29ed646a-75fb-4451-a67b-85738f90665c" providerId="ADAL" clId="{A1592339-C2C5-47C0-B508-42C830659C0C}" dt="2025-02-15T13:01:28.157" v="11157" actId="1076"/>
          <ac:spMkLst>
            <pc:docMk/>
            <pc:sldMk cId="1728147001" sldId="487"/>
            <ac:spMk id="50" creationId="{41B539F8-044A-4852-B9A6-E08F90DCCDF9}"/>
          </ac:spMkLst>
        </pc:spChg>
        <pc:spChg chg="mod">
          <ac:chgData name="Ricardo Rosenfeld" userId="29ed646a-75fb-4451-a67b-85738f90665c" providerId="ADAL" clId="{A1592339-C2C5-47C0-B508-42C830659C0C}" dt="2025-02-15T13:01:28.157" v="11157" actId="1076"/>
          <ac:spMkLst>
            <pc:docMk/>
            <pc:sldMk cId="1728147001" sldId="487"/>
            <ac:spMk id="51" creationId="{957E6AD2-9C4A-4272-83A9-9E8BA6A16F9C}"/>
          </ac:spMkLst>
        </pc:spChg>
        <pc:spChg chg="mod">
          <ac:chgData name="Ricardo Rosenfeld" userId="29ed646a-75fb-4451-a67b-85738f90665c" providerId="ADAL" clId="{A1592339-C2C5-47C0-B508-42C830659C0C}" dt="2025-02-15T13:01:28.157" v="11157" actId="1076"/>
          <ac:spMkLst>
            <pc:docMk/>
            <pc:sldMk cId="1728147001" sldId="487"/>
            <ac:spMk id="52" creationId="{064E9B61-F9A2-4797-9C98-D72C6A5B0034}"/>
          </ac:spMkLst>
        </pc:spChg>
        <pc:spChg chg="mod">
          <ac:chgData name="Ricardo Rosenfeld" userId="29ed646a-75fb-4451-a67b-85738f90665c" providerId="ADAL" clId="{A1592339-C2C5-47C0-B508-42C830659C0C}" dt="2025-02-15T13:01:28.157" v="11157" actId="1076"/>
          <ac:spMkLst>
            <pc:docMk/>
            <pc:sldMk cId="1728147001" sldId="487"/>
            <ac:spMk id="56" creationId="{DA812573-EBA8-4C6E-91F6-DA1D8A790FDC}"/>
          </ac:spMkLst>
        </pc:spChg>
        <pc:spChg chg="mod">
          <ac:chgData name="Ricardo Rosenfeld" userId="29ed646a-75fb-4451-a67b-85738f90665c" providerId="ADAL" clId="{A1592339-C2C5-47C0-B508-42C830659C0C}" dt="2025-02-15T13:01:28.157" v="11157" actId="1076"/>
          <ac:spMkLst>
            <pc:docMk/>
            <pc:sldMk cId="1728147001" sldId="487"/>
            <ac:spMk id="57" creationId="{14CBE012-7838-4AE7-A724-810BA4E36857}"/>
          </ac:spMkLst>
        </pc:spChg>
        <pc:spChg chg="mod">
          <ac:chgData name="Ricardo Rosenfeld" userId="29ed646a-75fb-4451-a67b-85738f90665c" providerId="ADAL" clId="{A1592339-C2C5-47C0-B508-42C830659C0C}" dt="2025-02-15T13:01:28.157" v="11157" actId="1076"/>
          <ac:spMkLst>
            <pc:docMk/>
            <pc:sldMk cId="1728147001" sldId="487"/>
            <ac:spMk id="58" creationId="{53B6A437-6661-4FA2-ACDC-30301909E8CD}"/>
          </ac:spMkLst>
        </pc:spChg>
        <pc:spChg chg="mod">
          <ac:chgData name="Ricardo Rosenfeld" userId="29ed646a-75fb-4451-a67b-85738f90665c" providerId="ADAL" clId="{A1592339-C2C5-47C0-B508-42C830659C0C}" dt="2025-02-15T13:01:28.157" v="11157" actId="1076"/>
          <ac:spMkLst>
            <pc:docMk/>
            <pc:sldMk cId="1728147001" sldId="487"/>
            <ac:spMk id="59" creationId="{94647A5E-151C-409F-820C-2E831250DD92}"/>
          </ac:spMkLst>
        </pc:spChg>
        <pc:cxnChg chg="add mod">
          <ac:chgData name="Ricardo Rosenfeld" userId="29ed646a-75fb-4451-a67b-85738f90665c" providerId="ADAL" clId="{A1592339-C2C5-47C0-B508-42C830659C0C}" dt="2025-02-15T13:00:56.547" v="11155" actId="1076"/>
          <ac:cxnSpMkLst>
            <pc:docMk/>
            <pc:sldMk cId="1728147001" sldId="487"/>
            <ac:cxnSpMk id="20" creationId="{56596C6D-E871-A508-B2CB-5F334B88E52C}"/>
          </ac:cxnSpMkLst>
        </pc:cxnChg>
        <pc:cxnChg chg="mod">
          <ac:chgData name="Ricardo Rosenfeld" userId="29ed646a-75fb-4451-a67b-85738f90665c" providerId="ADAL" clId="{A1592339-C2C5-47C0-B508-42C830659C0C}" dt="2025-02-15T13:01:17.449" v="11156" actId="1076"/>
          <ac:cxnSpMkLst>
            <pc:docMk/>
            <pc:sldMk cId="1728147001" sldId="487"/>
            <ac:cxnSpMk id="31" creationId="{248F2D58-C901-4A3B-BCC9-167CD030D215}"/>
          </ac:cxnSpMkLst>
        </pc:cxnChg>
        <pc:cxnChg chg="mod">
          <ac:chgData name="Ricardo Rosenfeld" userId="29ed646a-75fb-4451-a67b-85738f90665c" providerId="ADAL" clId="{A1592339-C2C5-47C0-B508-42C830659C0C}" dt="2025-02-15T13:01:28.157" v="11157" actId="1076"/>
          <ac:cxnSpMkLst>
            <pc:docMk/>
            <pc:sldMk cId="1728147001" sldId="487"/>
            <ac:cxnSpMk id="49" creationId="{B1C0E8F5-2A94-4341-B11A-2473FD06AEF3}"/>
          </ac:cxnSpMkLst>
        </pc:cxnChg>
        <pc:cxnChg chg="mod">
          <ac:chgData name="Ricardo Rosenfeld" userId="29ed646a-75fb-4451-a67b-85738f90665c" providerId="ADAL" clId="{A1592339-C2C5-47C0-B508-42C830659C0C}" dt="2025-02-15T12:58:29.927" v="11134" actId="1076"/>
          <ac:cxnSpMkLst>
            <pc:docMk/>
            <pc:sldMk cId="1728147001" sldId="487"/>
            <ac:cxnSpMk id="55" creationId="{8912C6CA-9B28-49B5-9E07-6F4B9731086B}"/>
          </ac:cxnSpMkLst>
        </pc:cxnChg>
      </pc:sldChg>
      <pc:sldChg chg="modSp mod">
        <pc:chgData name="Ricardo Rosenfeld" userId="29ed646a-75fb-4451-a67b-85738f90665c" providerId="ADAL" clId="{A1592339-C2C5-47C0-B508-42C830659C0C}" dt="2025-02-15T12:48:49.350" v="11058" actId="6549"/>
        <pc:sldMkLst>
          <pc:docMk/>
          <pc:sldMk cId="4253066743" sldId="489"/>
        </pc:sldMkLst>
        <pc:spChg chg="mod">
          <ac:chgData name="Ricardo Rosenfeld" userId="29ed646a-75fb-4451-a67b-85738f90665c" providerId="ADAL" clId="{A1592339-C2C5-47C0-B508-42C830659C0C}" dt="2025-02-15T12:48:49.350" v="11058" actId="6549"/>
          <ac:spMkLst>
            <pc:docMk/>
            <pc:sldMk cId="4253066743" sldId="489"/>
            <ac:spMk id="20" creationId="{C4F8E59B-11D3-410E-ACB8-4411D6F0278B}"/>
          </ac:spMkLst>
        </pc:spChg>
      </pc:sldChg>
      <pc:sldChg chg="modSp mod">
        <pc:chgData name="Ricardo Rosenfeld" userId="29ed646a-75fb-4451-a67b-85738f90665c" providerId="ADAL" clId="{A1592339-C2C5-47C0-B508-42C830659C0C}" dt="2025-02-15T11:08:19.968" v="9595" actId="692"/>
        <pc:sldMkLst>
          <pc:docMk/>
          <pc:sldMk cId="966327898" sldId="490"/>
        </pc:sldMkLst>
        <pc:spChg chg="mod">
          <ac:chgData name="Ricardo Rosenfeld" userId="29ed646a-75fb-4451-a67b-85738f90665c" providerId="ADAL" clId="{A1592339-C2C5-47C0-B508-42C830659C0C}" dt="2025-02-14T14:53:23.469" v="26" actId="1076"/>
          <ac:spMkLst>
            <pc:docMk/>
            <pc:sldMk cId="966327898" sldId="490"/>
            <ac:spMk id="7" creationId="{8672DAA4-F0C4-46C9-8BBC-A780BF8AF2B7}"/>
          </ac:spMkLst>
        </pc:spChg>
        <pc:spChg chg="mod">
          <ac:chgData name="Ricardo Rosenfeld" userId="29ed646a-75fb-4451-a67b-85738f90665c" providerId="ADAL" clId="{A1592339-C2C5-47C0-B508-42C830659C0C}" dt="2025-02-14T14:53:48.575" v="30" actId="1076"/>
          <ac:spMkLst>
            <pc:docMk/>
            <pc:sldMk cId="966327898" sldId="490"/>
            <ac:spMk id="13" creationId="{2BF2D0B4-37B1-130C-2B14-4834DE462A3D}"/>
          </ac:spMkLst>
        </pc:spChg>
        <pc:spChg chg="mod">
          <ac:chgData name="Ricardo Rosenfeld" userId="29ed646a-75fb-4451-a67b-85738f90665c" providerId="ADAL" clId="{A1592339-C2C5-47C0-B508-42C830659C0C}" dt="2025-02-15T11:08:19.968" v="9595" actId="692"/>
          <ac:spMkLst>
            <pc:docMk/>
            <pc:sldMk cId="966327898" sldId="490"/>
            <ac:spMk id="16" creationId="{4F0ABC48-4458-27B4-E13B-C0CDD7EB18E0}"/>
          </ac:spMkLst>
        </pc:spChg>
        <pc:spChg chg="mod">
          <ac:chgData name="Ricardo Rosenfeld" userId="29ed646a-75fb-4451-a67b-85738f90665c" providerId="ADAL" clId="{A1592339-C2C5-47C0-B508-42C830659C0C}" dt="2025-02-14T14:54:00.668" v="31" actId="1076"/>
          <ac:spMkLst>
            <pc:docMk/>
            <pc:sldMk cId="966327898" sldId="490"/>
            <ac:spMk id="18" creationId="{EB51ECB4-B35C-E86A-D39F-29C80C52CF47}"/>
          </ac:spMkLst>
        </pc:spChg>
        <pc:spChg chg="mod">
          <ac:chgData name="Ricardo Rosenfeld" userId="29ed646a-75fb-4451-a67b-85738f90665c" providerId="ADAL" clId="{A1592339-C2C5-47C0-B508-42C830659C0C}" dt="2025-02-14T14:54:00.668" v="31" actId="1076"/>
          <ac:spMkLst>
            <pc:docMk/>
            <pc:sldMk cId="966327898" sldId="490"/>
            <ac:spMk id="20" creationId="{3F86048D-4BAE-213D-D50F-BC0A8F8A7DC5}"/>
          </ac:spMkLst>
        </pc:spChg>
        <pc:spChg chg="mod">
          <ac:chgData name="Ricardo Rosenfeld" userId="29ed646a-75fb-4451-a67b-85738f90665c" providerId="ADAL" clId="{A1592339-C2C5-47C0-B508-42C830659C0C}" dt="2025-02-14T14:54:00.668" v="31" actId="1076"/>
          <ac:spMkLst>
            <pc:docMk/>
            <pc:sldMk cId="966327898" sldId="490"/>
            <ac:spMk id="21" creationId="{6C8E6D74-604E-2BA7-D67A-846D76A4024A}"/>
          </ac:spMkLst>
        </pc:spChg>
        <pc:spChg chg="mod">
          <ac:chgData name="Ricardo Rosenfeld" userId="29ed646a-75fb-4451-a67b-85738f90665c" providerId="ADAL" clId="{A1592339-C2C5-47C0-B508-42C830659C0C}" dt="2025-02-14T14:54:00.668" v="31" actId="1076"/>
          <ac:spMkLst>
            <pc:docMk/>
            <pc:sldMk cId="966327898" sldId="490"/>
            <ac:spMk id="24" creationId="{452F4D4E-5709-D055-39D5-D1D71CEF2F44}"/>
          </ac:spMkLst>
        </pc:spChg>
        <pc:spChg chg="mod">
          <ac:chgData name="Ricardo Rosenfeld" userId="29ed646a-75fb-4451-a67b-85738f90665c" providerId="ADAL" clId="{A1592339-C2C5-47C0-B508-42C830659C0C}" dt="2025-02-14T14:54:00.668" v="31" actId="1076"/>
          <ac:spMkLst>
            <pc:docMk/>
            <pc:sldMk cId="966327898" sldId="490"/>
            <ac:spMk id="26" creationId="{C4C64C19-D1C8-4B36-5FC0-E99420E44DD0}"/>
          </ac:spMkLst>
        </pc:spChg>
        <pc:spChg chg="mod">
          <ac:chgData name="Ricardo Rosenfeld" userId="29ed646a-75fb-4451-a67b-85738f90665c" providerId="ADAL" clId="{A1592339-C2C5-47C0-B508-42C830659C0C}" dt="2025-02-14T14:54:53.042" v="34" actId="1076"/>
          <ac:spMkLst>
            <pc:docMk/>
            <pc:sldMk cId="966327898" sldId="490"/>
            <ac:spMk id="29" creationId="{39FE236E-53CC-3884-2CFF-E617608A6374}"/>
          </ac:spMkLst>
        </pc:spChg>
        <pc:spChg chg="mod">
          <ac:chgData name="Ricardo Rosenfeld" userId="29ed646a-75fb-4451-a67b-85738f90665c" providerId="ADAL" clId="{A1592339-C2C5-47C0-B508-42C830659C0C}" dt="2025-02-14T14:54:05.954" v="32" actId="255"/>
          <ac:spMkLst>
            <pc:docMk/>
            <pc:sldMk cId="966327898" sldId="490"/>
            <ac:spMk id="30" creationId="{6C513A08-44B1-C5E8-AB6E-328B5AFD0CEA}"/>
          </ac:spMkLst>
        </pc:spChg>
        <pc:spChg chg="mod">
          <ac:chgData name="Ricardo Rosenfeld" userId="29ed646a-75fb-4451-a67b-85738f90665c" providerId="ADAL" clId="{A1592339-C2C5-47C0-B508-42C830659C0C}" dt="2025-02-14T14:54:53.042" v="34" actId="1076"/>
          <ac:spMkLst>
            <pc:docMk/>
            <pc:sldMk cId="966327898" sldId="490"/>
            <ac:spMk id="33" creationId="{0363F34E-06E3-F891-F4EF-45BB9C2E13FD}"/>
          </ac:spMkLst>
        </pc:spChg>
        <pc:spChg chg="mod">
          <ac:chgData name="Ricardo Rosenfeld" userId="29ed646a-75fb-4451-a67b-85738f90665c" providerId="ADAL" clId="{A1592339-C2C5-47C0-B508-42C830659C0C}" dt="2025-02-14T14:54:53.042" v="34" actId="1076"/>
          <ac:spMkLst>
            <pc:docMk/>
            <pc:sldMk cId="966327898" sldId="490"/>
            <ac:spMk id="34" creationId="{DBEA52E7-AA12-0DD2-96E9-CCE5F0CEE3BA}"/>
          </ac:spMkLst>
        </pc:spChg>
        <pc:spChg chg="mod">
          <ac:chgData name="Ricardo Rosenfeld" userId="29ed646a-75fb-4451-a67b-85738f90665c" providerId="ADAL" clId="{A1592339-C2C5-47C0-B508-42C830659C0C}" dt="2025-02-14T14:54:53.042" v="34" actId="1076"/>
          <ac:spMkLst>
            <pc:docMk/>
            <pc:sldMk cId="966327898" sldId="490"/>
            <ac:spMk id="37" creationId="{A2B07B71-8098-B8D3-5420-FF90CFD3DD81}"/>
          </ac:spMkLst>
        </pc:spChg>
        <pc:spChg chg="mod">
          <ac:chgData name="Ricardo Rosenfeld" userId="29ed646a-75fb-4451-a67b-85738f90665c" providerId="ADAL" clId="{A1592339-C2C5-47C0-B508-42C830659C0C}" dt="2025-02-14T14:54:53.042" v="34" actId="1076"/>
          <ac:spMkLst>
            <pc:docMk/>
            <pc:sldMk cId="966327898" sldId="490"/>
            <ac:spMk id="39" creationId="{5D619493-7EE0-5680-8868-B8F27BD9F4FB}"/>
          </ac:spMkLst>
        </pc:spChg>
        <pc:spChg chg="mod">
          <ac:chgData name="Ricardo Rosenfeld" userId="29ed646a-75fb-4451-a67b-85738f90665c" providerId="ADAL" clId="{A1592339-C2C5-47C0-B508-42C830659C0C}" dt="2025-02-14T14:54:53.042" v="34" actId="1076"/>
          <ac:spMkLst>
            <pc:docMk/>
            <pc:sldMk cId="966327898" sldId="490"/>
            <ac:spMk id="40" creationId="{02F10218-0138-91D7-AB68-7315BF83059A}"/>
          </ac:spMkLst>
        </pc:spChg>
        <pc:spChg chg="mod">
          <ac:chgData name="Ricardo Rosenfeld" userId="29ed646a-75fb-4451-a67b-85738f90665c" providerId="ADAL" clId="{A1592339-C2C5-47C0-B508-42C830659C0C}" dt="2025-02-14T14:53:37.225" v="28" actId="1076"/>
          <ac:spMkLst>
            <pc:docMk/>
            <pc:sldMk cId="966327898" sldId="490"/>
            <ac:spMk id="41" creationId="{18AE8AA5-5DF8-B1C6-AFBB-06FB0856B8AB}"/>
          </ac:spMkLst>
        </pc:spChg>
        <pc:spChg chg="mod">
          <ac:chgData name="Ricardo Rosenfeld" userId="29ed646a-75fb-4451-a67b-85738f90665c" providerId="ADAL" clId="{A1592339-C2C5-47C0-B508-42C830659C0C}" dt="2025-02-14T14:54:00.668" v="31" actId="1076"/>
          <ac:spMkLst>
            <pc:docMk/>
            <pc:sldMk cId="966327898" sldId="490"/>
            <ac:spMk id="49" creationId="{7BBE9F75-760A-4C1B-4ED1-40099ECC4186}"/>
          </ac:spMkLst>
        </pc:spChg>
        <pc:cxnChg chg="mod">
          <ac:chgData name="Ricardo Rosenfeld" userId="29ed646a-75fb-4451-a67b-85738f90665c" providerId="ADAL" clId="{A1592339-C2C5-47C0-B508-42C830659C0C}" dt="2025-02-14T14:54:00.668" v="31" actId="1076"/>
          <ac:cxnSpMkLst>
            <pc:docMk/>
            <pc:sldMk cId="966327898" sldId="490"/>
            <ac:cxnSpMk id="23" creationId="{985CC41A-AC21-FEE3-D925-FCA9FB2CB88A}"/>
          </ac:cxnSpMkLst>
        </pc:cxnChg>
        <pc:cxnChg chg="mod">
          <ac:chgData name="Ricardo Rosenfeld" userId="29ed646a-75fb-4451-a67b-85738f90665c" providerId="ADAL" clId="{A1592339-C2C5-47C0-B508-42C830659C0C}" dt="2025-02-14T14:54:00.668" v="31" actId="1076"/>
          <ac:cxnSpMkLst>
            <pc:docMk/>
            <pc:sldMk cId="966327898" sldId="490"/>
            <ac:cxnSpMk id="25" creationId="{44C8E8B9-655C-31FC-45D5-EB94EBF3454B}"/>
          </ac:cxnSpMkLst>
        </pc:cxnChg>
        <pc:cxnChg chg="mod">
          <ac:chgData name="Ricardo Rosenfeld" userId="29ed646a-75fb-4451-a67b-85738f90665c" providerId="ADAL" clId="{A1592339-C2C5-47C0-B508-42C830659C0C}" dt="2025-02-14T14:54:53.042" v="34" actId="1076"/>
          <ac:cxnSpMkLst>
            <pc:docMk/>
            <pc:sldMk cId="966327898" sldId="490"/>
            <ac:cxnSpMk id="35" creationId="{7F17AAEB-9281-252D-16A8-42F4DA1F1AD7}"/>
          </ac:cxnSpMkLst>
        </pc:cxnChg>
        <pc:cxnChg chg="mod">
          <ac:chgData name="Ricardo Rosenfeld" userId="29ed646a-75fb-4451-a67b-85738f90665c" providerId="ADAL" clId="{A1592339-C2C5-47C0-B508-42C830659C0C}" dt="2025-02-14T14:54:53.042" v="34" actId="1076"/>
          <ac:cxnSpMkLst>
            <pc:docMk/>
            <pc:sldMk cId="966327898" sldId="490"/>
            <ac:cxnSpMk id="36" creationId="{DA796CC0-450E-6CAC-74DB-AF2C08B86A7E}"/>
          </ac:cxnSpMkLst>
        </pc:cxnChg>
        <pc:cxnChg chg="mod">
          <ac:chgData name="Ricardo Rosenfeld" userId="29ed646a-75fb-4451-a67b-85738f90665c" providerId="ADAL" clId="{A1592339-C2C5-47C0-B508-42C830659C0C}" dt="2025-02-14T14:54:53.042" v="34" actId="1076"/>
          <ac:cxnSpMkLst>
            <pc:docMk/>
            <pc:sldMk cId="966327898" sldId="490"/>
            <ac:cxnSpMk id="38" creationId="{3A41A1E2-B21C-ACF8-5DD2-26D654E0A343}"/>
          </ac:cxnSpMkLst>
        </pc:cxnChg>
        <pc:cxnChg chg="mod">
          <ac:chgData name="Ricardo Rosenfeld" userId="29ed646a-75fb-4451-a67b-85738f90665c" providerId="ADAL" clId="{A1592339-C2C5-47C0-B508-42C830659C0C}" dt="2025-02-14T14:54:00.668" v="31" actId="1076"/>
          <ac:cxnSpMkLst>
            <pc:docMk/>
            <pc:sldMk cId="966327898" sldId="490"/>
            <ac:cxnSpMk id="45" creationId="{E42DCD7D-3DF9-917D-C2B7-44FC9E5051C9}"/>
          </ac:cxnSpMkLst>
        </pc:cxnChg>
      </pc:sldChg>
      <pc:sldChg chg="modSp add mod setBg">
        <pc:chgData name="Ricardo Rosenfeld" userId="29ed646a-75fb-4451-a67b-85738f90665c" providerId="ADAL" clId="{A1592339-C2C5-47C0-B508-42C830659C0C}" dt="2025-02-14T15:28:50.316" v="1146"/>
        <pc:sldMkLst>
          <pc:docMk/>
          <pc:sldMk cId="1450419702" sldId="491"/>
        </pc:sldMkLst>
        <pc:spChg chg="mod">
          <ac:chgData name="Ricardo Rosenfeld" userId="29ed646a-75fb-4451-a67b-85738f90665c" providerId="ADAL" clId="{A1592339-C2C5-47C0-B508-42C830659C0C}" dt="2025-02-14T15:28:42.235" v="1145" actId="6549"/>
          <ac:spMkLst>
            <pc:docMk/>
            <pc:sldMk cId="1450419702" sldId="491"/>
            <ac:spMk id="60" creationId="{B46C08CD-F26C-7AAF-5BDB-4B32019B6984}"/>
          </ac:spMkLst>
        </pc:spChg>
      </pc:sldChg>
      <pc:sldChg chg="addSp delSp modSp add mod">
        <pc:chgData name="Ricardo Rosenfeld" userId="29ed646a-75fb-4451-a67b-85738f90665c" providerId="ADAL" clId="{A1592339-C2C5-47C0-B508-42C830659C0C}" dt="2025-02-15T13:26:40.230" v="11713" actId="1076"/>
        <pc:sldMkLst>
          <pc:docMk/>
          <pc:sldMk cId="426667966" sldId="492"/>
        </pc:sldMkLst>
        <pc:spChg chg="add del mod">
          <ac:chgData name="Ricardo Rosenfeld" userId="29ed646a-75fb-4451-a67b-85738f90665c" providerId="ADAL" clId="{A1592339-C2C5-47C0-B508-42C830659C0C}" dt="2025-02-14T19:15:43.576" v="3794" actId="1076"/>
          <ac:spMkLst>
            <pc:docMk/>
            <pc:sldMk cId="426667966" sldId="492"/>
            <ac:spMk id="2" creationId="{21B06E27-63F8-53FF-07AB-59D6EF1B069B}"/>
          </ac:spMkLst>
        </pc:spChg>
        <pc:spChg chg="del">
          <ac:chgData name="Ricardo Rosenfeld" userId="29ed646a-75fb-4451-a67b-85738f90665c" providerId="ADAL" clId="{A1592339-C2C5-47C0-B508-42C830659C0C}" dt="2025-02-14T19:10:03.847" v="3548" actId="478"/>
          <ac:spMkLst>
            <pc:docMk/>
            <pc:sldMk cId="426667966" sldId="492"/>
            <ac:spMk id="3" creationId="{E9064479-75DB-E2D8-5B2A-67BF10A16EE3}"/>
          </ac:spMkLst>
        </pc:spChg>
        <pc:spChg chg="del">
          <ac:chgData name="Ricardo Rosenfeld" userId="29ed646a-75fb-4451-a67b-85738f90665c" providerId="ADAL" clId="{A1592339-C2C5-47C0-B508-42C830659C0C}" dt="2025-02-14T19:10:40.264" v="3561" actId="478"/>
          <ac:spMkLst>
            <pc:docMk/>
            <pc:sldMk cId="426667966" sldId="492"/>
            <ac:spMk id="4" creationId="{9D5EB906-67B3-26DB-28C3-48DA79C4136C}"/>
          </ac:spMkLst>
        </pc:spChg>
        <pc:spChg chg="mod">
          <ac:chgData name="Ricardo Rosenfeld" userId="29ed646a-75fb-4451-a67b-85738f90665c" providerId="ADAL" clId="{A1592339-C2C5-47C0-B508-42C830659C0C}" dt="2025-02-14T19:20:31.026" v="4039" actId="1076"/>
          <ac:spMkLst>
            <pc:docMk/>
            <pc:sldMk cId="426667966" sldId="492"/>
            <ac:spMk id="5" creationId="{00C84626-4266-B704-8CC2-D964412421EF}"/>
          </ac:spMkLst>
        </pc:spChg>
        <pc:spChg chg="add mod">
          <ac:chgData name="Ricardo Rosenfeld" userId="29ed646a-75fb-4451-a67b-85738f90665c" providerId="ADAL" clId="{A1592339-C2C5-47C0-B508-42C830659C0C}" dt="2025-02-14T19:15:43.576" v="3794" actId="1076"/>
          <ac:spMkLst>
            <pc:docMk/>
            <pc:sldMk cId="426667966" sldId="492"/>
            <ac:spMk id="6" creationId="{5B405C43-FFBB-D655-616D-1DB916FE0A76}"/>
          </ac:spMkLst>
        </pc:spChg>
        <pc:spChg chg="mod">
          <ac:chgData name="Ricardo Rosenfeld" userId="29ed646a-75fb-4451-a67b-85738f90665c" providerId="ADAL" clId="{A1592339-C2C5-47C0-B508-42C830659C0C}" dt="2025-02-14T19:22:14.104" v="4052" actId="1076"/>
          <ac:spMkLst>
            <pc:docMk/>
            <pc:sldMk cId="426667966" sldId="492"/>
            <ac:spMk id="7" creationId="{0D1C2E1F-4BAC-4199-1D71-E71979FED64C}"/>
          </ac:spMkLst>
        </pc:spChg>
        <pc:spChg chg="mod">
          <ac:chgData name="Ricardo Rosenfeld" userId="29ed646a-75fb-4451-a67b-85738f90665c" providerId="ADAL" clId="{A1592339-C2C5-47C0-B508-42C830659C0C}" dt="2025-02-14T19:22:36.911" v="4053" actId="1076"/>
          <ac:spMkLst>
            <pc:docMk/>
            <pc:sldMk cId="426667966" sldId="492"/>
            <ac:spMk id="8" creationId="{6E85CAF6-20B7-982A-0B0B-7DDFD51736E6}"/>
          </ac:spMkLst>
        </pc:spChg>
        <pc:spChg chg="del">
          <ac:chgData name="Ricardo Rosenfeld" userId="29ed646a-75fb-4451-a67b-85738f90665c" providerId="ADAL" clId="{A1592339-C2C5-47C0-B508-42C830659C0C}" dt="2025-02-14T19:11:02.237" v="3564" actId="478"/>
          <ac:spMkLst>
            <pc:docMk/>
            <pc:sldMk cId="426667966" sldId="492"/>
            <ac:spMk id="9" creationId="{2B8FBFC6-8763-883E-F84F-BE22B56C0D17}"/>
          </ac:spMkLst>
        </pc:spChg>
        <pc:spChg chg="mod">
          <ac:chgData name="Ricardo Rosenfeld" userId="29ed646a-75fb-4451-a67b-85738f90665c" providerId="ADAL" clId="{A1592339-C2C5-47C0-B508-42C830659C0C}" dt="2025-02-14T19:22:01.117" v="4050" actId="14100"/>
          <ac:spMkLst>
            <pc:docMk/>
            <pc:sldMk cId="426667966" sldId="492"/>
            <ac:spMk id="10" creationId="{2DB990D6-F899-8EED-67E4-C75355C3E543}"/>
          </ac:spMkLst>
        </pc:spChg>
        <pc:spChg chg="del">
          <ac:chgData name="Ricardo Rosenfeld" userId="29ed646a-75fb-4451-a67b-85738f90665c" providerId="ADAL" clId="{A1592339-C2C5-47C0-B508-42C830659C0C}" dt="2025-02-14T19:10:58.127" v="3563" actId="478"/>
          <ac:spMkLst>
            <pc:docMk/>
            <pc:sldMk cId="426667966" sldId="492"/>
            <ac:spMk id="11" creationId="{241C5249-38F9-BAF2-B75D-4DB8644509AD}"/>
          </ac:spMkLst>
        </pc:spChg>
        <pc:spChg chg="del">
          <ac:chgData name="Ricardo Rosenfeld" userId="29ed646a-75fb-4451-a67b-85738f90665c" providerId="ADAL" clId="{A1592339-C2C5-47C0-B508-42C830659C0C}" dt="2025-02-14T19:10:06.665" v="3549" actId="478"/>
          <ac:spMkLst>
            <pc:docMk/>
            <pc:sldMk cId="426667966" sldId="492"/>
            <ac:spMk id="12" creationId="{9B64FAF7-A7E7-7991-3B28-B86462A35E85}"/>
          </ac:spMkLst>
        </pc:spChg>
        <pc:spChg chg="del">
          <ac:chgData name="Ricardo Rosenfeld" userId="29ed646a-75fb-4451-a67b-85738f90665c" providerId="ADAL" clId="{A1592339-C2C5-47C0-B508-42C830659C0C}" dt="2025-02-14T19:10:18.388" v="3553" actId="478"/>
          <ac:spMkLst>
            <pc:docMk/>
            <pc:sldMk cId="426667966" sldId="492"/>
            <ac:spMk id="13" creationId="{8EBD4B29-EEB9-3668-9819-FA73C859F013}"/>
          </ac:spMkLst>
        </pc:spChg>
        <pc:spChg chg="del">
          <ac:chgData name="Ricardo Rosenfeld" userId="29ed646a-75fb-4451-a67b-85738f90665c" providerId="ADAL" clId="{A1592339-C2C5-47C0-B508-42C830659C0C}" dt="2025-02-14T19:11:06.632" v="3565" actId="478"/>
          <ac:spMkLst>
            <pc:docMk/>
            <pc:sldMk cId="426667966" sldId="492"/>
            <ac:spMk id="14" creationId="{2617652A-1B0C-9F43-ADDB-01FDC82C8752}"/>
          </ac:spMkLst>
        </pc:spChg>
        <pc:spChg chg="del">
          <ac:chgData name="Ricardo Rosenfeld" userId="29ed646a-75fb-4451-a67b-85738f90665c" providerId="ADAL" clId="{A1592339-C2C5-47C0-B508-42C830659C0C}" dt="2025-02-14T19:10:10.275" v="3551" actId="478"/>
          <ac:spMkLst>
            <pc:docMk/>
            <pc:sldMk cId="426667966" sldId="492"/>
            <ac:spMk id="15" creationId="{99D5DDEE-C738-1E49-6635-5BE9B12D86F1}"/>
          </ac:spMkLst>
        </pc:spChg>
        <pc:spChg chg="del">
          <ac:chgData name="Ricardo Rosenfeld" userId="29ed646a-75fb-4451-a67b-85738f90665c" providerId="ADAL" clId="{A1592339-C2C5-47C0-B508-42C830659C0C}" dt="2025-02-14T19:10:52.564" v="3562" actId="478"/>
          <ac:spMkLst>
            <pc:docMk/>
            <pc:sldMk cId="426667966" sldId="492"/>
            <ac:spMk id="17" creationId="{3702C6F2-9B86-B865-C0D7-91F0BF031313}"/>
          </ac:spMkLst>
        </pc:spChg>
        <pc:spChg chg="mod">
          <ac:chgData name="Ricardo Rosenfeld" userId="29ed646a-75fb-4451-a67b-85738f90665c" providerId="ADAL" clId="{A1592339-C2C5-47C0-B508-42C830659C0C}" dt="2025-02-14T19:15:43.576" v="3794" actId="1076"/>
          <ac:spMkLst>
            <pc:docMk/>
            <pc:sldMk cId="426667966" sldId="492"/>
            <ac:spMk id="18" creationId="{E9141120-D37B-8006-8143-59DD3F909C78}"/>
          </ac:spMkLst>
        </pc:spChg>
        <pc:spChg chg="del">
          <ac:chgData name="Ricardo Rosenfeld" userId="29ed646a-75fb-4451-a67b-85738f90665c" providerId="ADAL" clId="{A1592339-C2C5-47C0-B508-42C830659C0C}" dt="2025-02-14T19:10:08.605" v="3550" actId="478"/>
          <ac:spMkLst>
            <pc:docMk/>
            <pc:sldMk cId="426667966" sldId="492"/>
            <ac:spMk id="19" creationId="{2905F32A-6BFA-75AB-0A79-58216D7B5A03}"/>
          </ac:spMkLst>
        </pc:spChg>
        <pc:spChg chg="del">
          <ac:chgData name="Ricardo Rosenfeld" userId="29ed646a-75fb-4451-a67b-85738f90665c" providerId="ADAL" clId="{A1592339-C2C5-47C0-B508-42C830659C0C}" dt="2025-02-14T19:10:16.555" v="3552" actId="478"/>
          <ac:spMkLst>
            <pc:docMk/>
            <pc:sldMk cId="426667966" sldId="492"/>
            <ac:spMk id="20" creationId="{50DEA3AF-A977-EA4A-0201-AE5F08BFE49C}"/>
          </ac:spMkLst>
        </pc:spChg>
        <pc:spChg chg="mod">
          <ac:chgData name="Ricardo Rosenfeld" userId="29ed646a-75fb-4451-a67b-85738f90665c" providerId="ADAL" clId="{A1592339-C2C5-47C0-B508-42C830659C0C}" dt="2025-02-14T19:22:08.996" v="4051" actId="14100"/>
          <ac:spMkLst>
            <pc:docMk/>
            <pc:sldMk cId="426667966" sldId="492"/>
            <ac:spMk id="21" creationId="{93C2E47F-8B19-8557-D61A-2A0D25ACD563}"/>
          </ac:spMkLst>
        </pc:spChg>
        <pc:spChg chg="add mod">
          <ac:chgData name="Ricardo Rosenfeld" userId="29ed646a-75fb-4451-a67b-85738f90665c" providerId="ADAL" clId="{A1592339-C2C5-47C0-B508-42C830659C0C}" dt="2025-02-14T19:21:40.025" v="4046" actId="1076"/>
          <ac:spMkLst>
            <pc:docMk/>
            <pc:sldMk cId="426667966" sldId="492"/>
            <ac:spMk id="22" creationId="{7CD19400-CC75-59EE-8902-695E7D6FA48D}"/>
          </ac:spMkLst>
        </pc:spChg>
        <pc:spChg chg="add mod">
          <ac:chgData name="Ricardo Rosenfeld" userId="29ed646a-75fb-4451-a67b-85738f90665c" providerId="ADAL" clId="{A1592339-C2C5-47C0-B508-42C830659C0C}" dt="2025-02-14T19:21:46.118" v="4047" actId="1076"/>
          <ac:spMkLst>
            <pc:docMk/>
            <pc:sldMk cId="426667966" sldId="492"/>
            <ac:spMk id="23" creationId="{DD2D8096-CEC0-61D0-57A3-95BC824A0133}"/>
          </ac:spMkLst>
        </pc:spChg>
        <pc:spChg chg="add mod">
          <ac:chgData name="Ricardo Rosenfeld" userId="29ed646a-75fb-4451-a67b-85738f90665c" providerId="ADAL" clId="{A1592339-C2C5-47C0-B508-42C830659C0C}" dt="2025-02-14T19:21:35.164" v="4045" actId="1076"/>
          <ac:spMkLst>
            <pc:docMk/>
            <pc:sldMk cId="426667966" sldId="492"/>
            <ac:spMk id="24" creationId="{0872F67E-2202-46B9-39A5-A5E382F92C9E}"/>
          </ac:spMkLst>
        </pc:spChg>
        <pc:spChg chg="mod">
          <ac:chgData name="Ricardo Rosenfeld" userId="29ed646a-75fb-4451-a67b-85738f90665c" providerId="ADAL" clId="{A1592339-C2C5-47C0-B508-42C830659C0C}" dt="2025-02-14T19:20:30.327" v="4038" actId="1076"/>
          <ac:spMkLst>
            <pc:docMk/>
            <pc:sldMk cId="426667966" sldId="492"/>
            <ac:spMk id="25" creationId="{6E6B24B6-80C7-0E21-E6BE-C2A56A5C462F}"/>
          </ac:spMkLst>
        </pc:spChg>
        <pc:spChg chg="add mod">
          <ac:chgData name="Ricardo Rosenfeld" userId="29ed646a-75fb-4451-a67b-85738f90665c" providerId="ADAL" clId="{A1592339-C2C5-47C0-B508-42C830659C0C}" dt="2025-02-14T19:21:29.868" v="4044" actId="1076"/>
          <ac:spMkLst>
            <pc:docMk/>
            <pc:sldMk cId="426667966" sldId="492"/>
            <ac:spMk id="26" creationId="{94BA3EC5-C16A-09CC-4C18-FDC4B9A19C21}"/>
          </ac:spMkLst>
        </pc:spChg>
        <pc:spChg chg="add mod">
          <ac:chgData name="Ricardo Rosenfeld" userId="29ed646a-75fb-4451-a67b-85738f90665c" providerId="ADAL" clId="{A1592339-C2C5-47C0-B508-42C830659C0C}" dt="2025-02-14T19:22:53.775" v="4056" actId="1076"/>
          <ac:spMkLst>
            <pc:docMk/>
            <pc:sldMk cId="426667966" sldId="492"/>
            <ac:spMk id="27" creationId="{274B7C99-7918-5364-3525-A01FAD835A19}"/>
          </ac:spMkLst>
        </pc:spChg>
        <pc:spChg chg="add mod">
          <ac:chgData name="Ricardo Rosenfeld" userId="29ed646a-75fb-4451-a67b-85738f90665c" providerId="ADAL" clId="{A1592339-C2C5-47C0-B508-42C830659C0C}" dt="2025-02-14T19:22:50.029" v="4055" actId="1076"/>
          <ac:spMkLst>
            <pc:docMk/>
            <pc:sldMk cId="426667966" sldId="492"/>
            <ac:spMk id="28" creationId="{46D9E372-C107-1182-A538-31D13D0BE7A4}"/>
          </ac:spMkLst>
        </pc:spChg>
        <pc:spChg chg="add mod">
          <ac:chgData name="Ricardo Rosenfeld" userId="29ed646a-75fb-4451-a67b-85738f90665c" providerId="ADAL" clId="{A1592339-C2C5-47C0-B508-42C830659C0C}" dt="2025-02-15T13:26:40.230" v="11713" actId="1076"/>
          <ac:spMkLst>
            <pc:docMk/>
            <pc:sldMk cId="426667966" sldId="492"/>
            <ac:spMk id="29" creationId="{BB1EF79D-07A0-3190-72B9-338F9C6EC1A4}"/>
          </ac:spMkLst>
        </pc:spChg>
        <pc:spChg chg="del">
          <ac:chgData name="Ricardo Rosenfeld" userId="29ed646a-75fb-4451-a67b-85738f90665c" providerId="ADAL" clId="{A1592339-C2C5-47C0-B508-42C830659C0C}" dt="2025-02-14T19:11:12.090" v="3567" actId="478"/>
          <ac:spMkLst>
            <pc:docMk/>
            <pc:sldMk cId="426667966" sldId="492"/>
            <ac:spMk id="32" creationId="{8793FA61-1143-22B3-D182-DA0733AE8235}"/>
          </ac:spMkLst>
        </pc:spChg>
        <pc:spChg chg="mod">
          <ac:chgData name="Ricardo Rosenfeld" userId="29ed646a-75fb-4451-a67b-85738f90665c" providerId="ADAL" clId="{A1592339-C2C5-47C0-B508-42C830659C0C}" dt="2025-02-14T19:15:50.387" v="3795" actId="1076"/>
          <ac:spMkLst>
            <pc:docMk/>
            <pc:sldMk cId="426667966" sldId="492"/>
            <ac:spMk id="33" creationId="{04D61A89-958C-F47F-70ED-BA534E1BE094}"/>
          </ac:spMkLst>
        </pc:spChg>
        <pc:spChg chg="mod">
          <ac:chgData name="Ricardo Rosenfeld" userId="29ed646a-75fb-4451-a67b-85738f90665c" providerId="ADAL" clId="{A1592339-C2C5-47C0-B508-42C830659C0C}" dt="2025-02-14T19:15:43.576" v="3794" actId="1076"/>
          <ac:spMkLst>
            <pc:docMk/>
            <pc:sldMk cId="426667966" sldId="492"/>
            <ac:spMk id="34" creationId="{04850DA6-AB70-821B-5AF3-5ABB996E34D1}"/>
          </ac:spMkLst>
        </pc:spChg>
        <pc:spChg chg="del">
          <ac:chgData name="Ricardo Rosenfeld" userId="29ed646a-75fb-4451-a67b-85738f90665c" providerId="ADAL" clId="{A1592339-C2C5-47C0-B508-42C830659C0C}" dt="2025-02-14T19:10:52.564" v="3562" actId="478"/>
          <ac:spMkLst>
            <pc:docMk/>
            <pc:sldMk cId="426667966" sldId="492"/>
            <ac:spMk id="35" creationId="{3D4C8141-5CC7-8BF6-3697-586D71C698B8}"/>
          </ac:spMkLst>
        </pc:spChg>
        <pc:spChg chg="mod">
          <ac:chgData name="Ricardo Rosenfeld" userId="29ed646a-75fb-4451-a67b-85738f90665c" providerId="ADAL" clId="{A1592339-C2C5-47C0-B508-42C830659C0C}" dt="2025-02-14T19:15:43.576" v="3794" actId="1076"/>
          <ac:spMkLst>
            <pc:docMk/>
            <pc:sldMk cId="426667966" sldId="492"/>
            <ac:spMk id="37" creationId="{B86791D3-E48E-44E9-B20A-17909CD590A8}"/>
          </ac:spMkLst>
        </pc:spChg>
        <pc:spChg chg="del">
          <ac:chgData name="Ricardo Rosenfeld" userId="29ed646a-75fb-4451-a67b-85738f90665c" providerId="ADAL" clId="{A1592339-C2C5-47C0-B508-42C830659C0C}" dt="2025-02-14T19:11:08.730" v="3566" actId="478"/>
          <ac:spMkLst>
            <pc:docMk/>
            <pc:sldMk cId="426667966" sldId="492"/>
            <ac:spMk id="40" creationId="{53107683-DCDE-6BB5-A798-8320CF5C3AE3}"/>
          </ac:spMkLst>
        </pc:spChg>
        <pc:spChg chg="del">
          <ac:chgData name="Ricardo Rosenfeld" userId="29ed646a-75fb-4451-a67b-85738f90665c" providerId="ADAL" clId="{A1592339-C2C5-47C0-B508-42C830659C0C}" dt="2025-02-14T19:11:02.237" v="3564" actId="478"/>
          <ac:spMkLst>
            <pc:docMk/>
            <pc:sldMk cId="426667966" sldId="492"/>
            <ac:spMk id="41" creationId="{87D77484-D2DB-60F1-0546-FF10F7597715}"/>
          </ac:spMkLst>
        </pc:spChg>
        <pc:spChg chg="del">
          <ac:chgData name="Ricardo Rosenfeld" userId="29ed646a-75fb-4451-a67b-85738f90665c" providerId="ADAL" clId="{A1592339-C2C5-47C0-B508-42C830659C0C}" dt="2025-02-14T19:11:02.237" v="3564" actId="478"/>
          <ac:spMkLst>
            <pc:docMk/>
            <pc:sldMk cId="426667966" sldId="492"/>
            <ac:spMk id="43" creationId="{28BB516A-6AFF-0959-65B4-A8E79733C51A}"/>
          </ac:spMkLst>
        </pc:spChg>
        <pc:spChg chg="mod">
          <ac:chgData name="Ricardo Rosenfeld" userId="29ed646a-75fb-4451-a67b-85738f90665c" providerId="ADAL" clId="{A1592339-C2C5-47C0-B508-42C830659C0C}" dt="2025-02-14T19:15:43.576" v="3794" actId="1076"/>
          <ac:spMkLst>
            <pc:docMk/>
            <pc:sldMk cId="426667966" sldId="492"/>
            <ac:spMk id="44" creationId="{52040799-9162-2003-14BB-1D5A23602AE5}"/>
          </ac:spMkLst>
        </pc:spChg>
        <pc:spChg chg="mod">
          <ac:chgData name="Ricardo Rosenfeld" userId="29ed646a-75fb-4451-a67b-85738f90665c" providerId="ADAL" clId="{A1592339-C2C5-47C0-B508-42C830659C0C}" dt="2025-02-14T19:15:43.576" v="3794" actId="1076"/>
          <ac:spMkLst>
            <pc:docMk/>
            <pc:sldMk cId="426667966" sldId="492"/>
            <ac:spMk id="45" creationId="{AF5B46A8-EF97-C513-EB50-CA2646C4A82E}"/>
          </ac:spMkLst>
        </pc:spChg>
        <pc:spChg chg="mod">
          <ac:chgData name="Ricardo Rosenfeld" userId="29ed646a-75fb-4451-a67b-85738f90665c" providerId="ADAL" clId="{A1592339-C2C5-47C0-B508-42C830659C0C}" dt="2025-02-14T19:17:18.529" v="4023" actId="20577"/>
          <ac:spMkLst>
            <pc:docMk/>
            <pc:sldMk cId="426667966" sldId="492"/>
            <ac:spMk id="46" creationId="{32CA38A4-2FF0-1C84-528F-4CDF7F139AE1}"/>
          </ac:spMkLst>
        </pc:spChg>
        <pc:spChg chg="del mod">
          <ac:chgData name="Ricardo Rosenfeld" userId="29ed646a-75fb-4451-a67b-85738f90665c" providerId="ADAL" clId="{A1592339-C2C5-47C0-B508-42C830659C0C}" dt="2025-02-14T19:10:35.486" v="3560" actId="478"/>
          <ac:spMkLst>
            <pc:docMk/>
            <pc:sldMk cId="426667966" sldId="492"/>
            <ac:spMk id="51" creationId="{75E02CBA-3CC6-3146-75FB-039DB60E85DD}"/>
          </ac:spMkLst>
        </pc:spChg>
      </pc:sldChg>
      <pc:sldChg chg="addSp delSp modSp add mod">
        <pc:chgData name="Ricardo Rosenfeld" userId="29ed646a-75fb-4451-a67b-85738f90665c" providerId="ADAL" clId="{A1592339-C2C5-47C0-B508-42C830659C0C}" dt="2025-02-15T14:00:11.014" v="12564" actId="255"/>
        <pc:sldMkLst>
          <pc:docMk/>
          <pc:sldMk cId="390689700" sldId="493"/>
        </pc:sldMkLst>
        <pc:spChg chg="mod">
          <ac:chgData name="Ricardo Rosenfeld" userId="29ed646a-75fb-4451-a67b-85738f90665c" providerId="ADAL" clId="{A1592339-C2C5-47C0-B508-42C830659C0C}" dt="2025-02-15T14:00:11.014" v="12564" actId="255"/>
          <ac:spMkLst>
            <pc:docMk/>
            <pc:sldMk cId="390689700" sldId="493"/>
            <ac:spMk id="2" creationId="{F4EAE050-9673-1803-835F-1D310813BB74}"/>
          </ac:spMkLst>
        </pc:spChg>
        <pc:spChg chg="add mod">
          <ac:chgData name="Ricardo Rosenfeld" userId="29ed646a-75fb-4451-a67b-85738f90665c" providerId="ADAL" clId="{A1592339-C2C5-47C0-B508-42C830659C0C}" dt="2025-02-15T13:44:36.979" v="12140" actId="1076"/>
          <ac:spMkLst>
            <pc:docMk/>
            <pc:sldMk cId="390689700" sldId="493"/>
            <ac:spMk id="3" creationId="{7E956C8C-B432-8C23-CFCF-CC514B31D8FE}"/>
          </ac:spMkLst>
        </pc:spChg>
        <pc:spChg chg="mod">
          <ac:chgData name="Ricardo Rosenfeld" userId="29ed646a-75fb-4451-a67b-85738f90665c" providerId="ADAL" clId="{A1592339-C2C5-47C0-B508-42C830659C0C}" dt="2025-02-14T19:47:37.608" v="5082" actId="20577"/>
          <ac:spMkLst>
            <pc:docMk/>
            <pc:sldMk cId="390689700" sldId="493"/>
            <ac:spMk id="4" creationId="{E47642B1-ECD0-5313-D676-B2C25EA4CA77}"/>
          </ac:spMkLst>
        </pc:spChg>
        <pc:spChg chg="add mod">
          <ac:chgData name="Ricardo Rosenfeld" userId="29ed646a-75fb-4451-a67b-85738f90665c" providerId="ADAL" clId="{A1592339-C2C5-47C0-B508-42C830659C0C}" dt="2025-02-15T13:44:36.979" v="12140" actId="1076"/>
          <ac:spMkLst>
            <pc:docMk/>
            <pc:sldMk cId="390689700" sldId="493"/>
            <ac:spMk id="5" creationId="{4B16FC1F-F9D6-8C9A-08C6-809FBC8A1760}"/>
          </ac:spMkLst>
        </pc:spChg>
        <pc:spChg chg="add mod">
          <ac:chgData name="Ricardo Rosenfeld" userId="29ed646a-75fb-4451-a67b-85738f90665c" providerId="ADAL" clId="{A1592339-C2C5-47C0-B508-42C830659C0C}" dt="2025-02-15T13:44:36.979" v="12140" actId="1076"/>
          <ac:spMkLst>
            <pc:docMk/>
            <pc:sldMk cId="390689700" sldId="493"/>
            <ac:spMk id="6" creationId="{2661F89A-FA52-C65C-8687-42839DEE2F3F}"/>
          </ac:spMkLst>
        </pc:spChg>
        <pc:spChg chg="add mod">
          <ac:chgData name="Ricardo Rosenfeld" userId="29ed646a-75fb-4451-a67b-85738f90665c" providerId="ADAL" clId="{A1592339-C2C5-47C0-B508-42C830659C0C}" dt="2025-02-15T13:44:36.979" v="12140" actId="1076"/>
          <ac:spMkLst>
            <pc:docMk/>
            <pc:sldMk cId="390689700" sldId="493"/>
            <ac:spMk id="7" creationId="{F222C0C4-237B-8A54-666E-0198DCB19085}"/>
          </ac:spMkLst>
        </pc:spChg>
        <pc:spChg chg="add del mod">
          <ac:chgData name="Ricardo Rosenfeld" userId="29ed646a-75fb-4451-a67b-85738f90665c" providerId="ADAL" clId="{A1592339-C2C5-47C0-B508-42C830659C0C}" dt="2025-02-14T20:21:08.719" v="7456" actId="478"/>
          <ac:spMkLst>
            <pc:docMk/>
            <pc:sldMk cId="390689700" sldId="493"/>
            <ac:spMk id="8" creationId="{89947EBD-B528-3A4C-81A9-75F7C8D718F7}"/>
          </ac:spMkLst>
        </pc:spChg>
        <pc:spChg chg="add mod">
          <ac:chgData name="Ricardo Rosenfeld" userId="29ed646a-75fb-4451-a67b-85738f90665c" providerId="ADAL" clId="{A1592339-C2C5-47C0-B508-42C830659C0C}" dt="2025-02-15T13:53:29.447" v="12353" actId="1076"/>
          <ac:spMkLst>
            <pc:docMk/>
            <pc:sldMk cId="390689700" sldId="493"/>
            <ac:spMk id="8" creationId="{EE63F213-604C-C05A-4723-CDFCD8CAA069}"/>
          </ac:spMkLst>
        </pc:spChg>
        <pc:spChg chg="mod">
          <ac:chgData name="Ricardo Rosenfeld" userId="29ed646a-75fb-4451-a67b-85738f90665c" providerId="ADAL" clId="{A1592339-C2C5-47C0-B508-42C830659C0C}" dt="2025-02-14T20:31:34.180" v="7944" actId="1076"/>
          <ac:spMkLst>
            <pc:docMk/>
            <pc:sldMk cId="390689700" sldId="493"/>
            <ac:spMk id="9" creationId="{7BAFF7C2-BC4E-5A5F-01B0-6ADD2BDF2750}"/>
          </ac:spMkLst>
        </pc:spChg>
        <pc:spChg chg="add del mod">
          <ac:chgData name="Ricardo Rosenfeld" userId="29ed646a-75fb-4451-a67b-85738f90665c" providerId="ADAL" clId="{A1592339-C2C5-47C0-B508-42C830659C0C}" dt="2025-02-14T20:21:06.531" v="7455" actId="478"/>
          <ac:spMkLst>
            <pc:docMk/>
            <pc:sldMk cId="390689700" sldId="493"/>
            <ac:spMk id="11" creationId="{6AE78EC4-BA81-A33E-464A-5DF45D4970DA}"/>
          </ac:spMkLst>
        </pc:spChg>
        <pc:spChg chg="add mod">
          <ac:chgData name="Ricardo Rosenfeld" userId="29ed646a-75fb-4451-a67b-85738f90665c" providerId="ADAL" clId="{A1592339-C2C5-47C0-B508-42C830659C0C}" dt="2025-02-15T13:44:36.979" v="12140" actId="1076"/>
          <ac:spMkLst>
            <pc:docMk/>
            <pc:sldMk cId="390689700" sldId="493"/>
            <ac:spMk id="12" creationId="{32BC0E62-16ED-B09B-AC8E-7DC6B36EB1B6}"/>
          </ac:spMkLst>
        </pc:spChg>
        <pc:spChg chg="mod">
          <ac:chgData name="Ricardo Rosenfeld" userId="29ed646a-75fb-4451-a67b-85738f90665c" providerId="ADAL" clId="{A1592339-C2C5-47C0-B508-42C830659C0C}" dt="2025-02-15T13:44:36.979" v="12140" actId="1076"/>
          <ac:spMkLst>
            <pc:docMk/>
            <pc:sldMk cId="390689700" sldId="493"/>
            <ac:spMk id="13" creationId="{6E4776C4-A68D-C61D-C23F-8A9C073CEF84}"/>
          </ac:spMkLst>
        </pc:spChg>
        <pc:spChg chg="add mod">
          <ac:chgData name="Ricardo Rosenfeld" userId="29ed646a-75fb-4451-a67b-85738f90665c" providerId="ADAL" clId="{A1592339-C2C5-47C0-B508-42C830659C0C}" dt="2025-02-15T13:44:36.979" v="12140" actId="1076"/>
          <ac:spMkLst>
            <pc:docMk/>
            <pc:sldMk cId="390689700" sldId="493"/>
            <ac:spMk id="15" creationId="{0E464E89-D4DE-0E82-77F5-A66458E61C1E}"/>
          </ac:spMkLst>
        </pc:spChg>
        <pc:spChg chg="add mod">
          <ac:chgData name="Ricardo Rosenfeld" userId="29ed646a-75fb-4451-a67b-85738f90665c" providerId="ADAL" clId="{A1592339-C2C5-47C0-B508-42C830659C0C}" dt="2025-02-15T13:44:36.979" v="12140" actId="1076"/>
          <ac:spMkLst>
            <pc:docMk/>
            <pc:sldMk cId="390689700" sldId="493"/>
            <ac:spMk id="17" creationId="{7826F6AB-0987-BA17-1277-6426FE460821}"/>
          </ac:spMkLst>
        </pc:spChg>
        <pc:spChg chg="mod">
          <ac:chgData name="Ricardo Rosenfeld" userId="29ed646a-75fb-4451-a67b-85738f90665c" providerId="ADAL" clId="{A1592339-C2C5-47C0-B508-42C830659C0C}" dt="2025-02-14T20:34:02.246" v="7972" actId="255"/>
          <ac:spMkLst>
            <pc:docMk/>
            <pc:sldMk cId="390689700" sldId="493"/>
            <ac:spMk id="18" creationId="{56E1C826-5B44-9045-9C9B-99D80D124706}"/>
          </ac:spMkLst>
        </pc:spChg>
        <pc:spChg chg="del">
          <ac:chgData name="Ricardo Rosenfeld" userId="29ed646a-75fb-4451-a67b-85738f90665c" providerId="ADAL" clId="{A1592339-C2C5-47C0-B508-42C830659C0C}" dt="2025-02-14T20:19:19.115" v="7426" actId="478"/>
          <ac:spMkLst>
            <pc:docMk/>
            <pc:sldMk cId="390689700" sldId="493"/>
            <ac:spMk id="19" creationId="{19356A72-5A83-B184-1FF1-544D71AD26C4}"/>
          </ac:spMkLst>
        </pc:spChg>
        <pc:spChg chg="mod">
          <ac:chgData name="Ricardo Rosenfeld" userId="29ed646a-75fb-4451-a67b-85738f90665c" providerId="ADAL" clId="{A1592339-C2C5-47C0-B508-42C830659C0C}" dt="2025-02-15T13:52:58.670" v="12351" actId="6549"/>
          <ac:spMkLst>
            <pc:docMk/>
            <pc:sldMk cId="390689700" sldId="493"/>
            <ac:spMk id="20" creationId="{A9956AA9-4F5F-BFED-5D8F-8A8DC0BF9FCE}"/>
          </ac:spMkLst>
        </pc:spChg>
        <pc:spChg chg="mod">
          <ac:chgData name="Ricardo Rosenfeld" userId="29ed646a-75fb-4451-a67b-85738f90665c" providerId="ADAL" clId="{A1592339-C2C5-47C0-B508-42C830659C0C}" dt="2025-02-15T13:44:36.979" v="12140" actId="1076"/>
          <ac:spMkLst>
            <pc:docMk/>
            <pc:sldMk cId="390689700" sldId="493"/>
            <ac:spMk id="21" creationId="{459A6582-1BD0-7EE9-E0F2-95E9A64F077D}"/>
          </ac:spMkLst>
        </pc:spChg>
        <pc:spChg chg="add mod">
          <ac:chgData name="Ricardo Rosenfeld" userId="29ed646a-75fb-4451-a67b-85738f90665c" providerId="ADAL" clId="{A1592339-C2C5-47C0-B508-42C830659C0C}" dt="2025-02-15T13:44:36.979" v="12140" actId="1076"/>
          <ac:spMkLst>
            <pc:docMk/>
            <pc:sldMk cId="390689700" sldId="493"/>
            <ac:spMk id="22" creationId="{BAB08734-DA38-94D1-6885-7A3A23F674ED}"/>
          </ac:spMkLst>
        </pc:spChg>
        <pc:spChg chg="add mod">
          <ac:chgData name="Ricardo Rosenfeld" userId="29ed646a-75fb-4451-a67b-85738f90665c" providerId="ADAL" clId="{A1592339-C2C5-47C0-B508-42C830659C0C}" dt="2025-02-15T13:44:44.150" v="12141" actId="1076"/>
          <ac:spMkLst>
            <pc:docMk/>
            <pc:sldMk cId="390689700" sldId="493"/>
            <ac:spMk id="26" creationId="{0D6B99D2-5735-8F78-756A-19B38D22AFD2}"/>
          </ac:spMkLst>
        </pc:spChg>
        <pc:spChg chg="add mod">
          <ac:chgData name="Ricardo Rosenfeld" userId="29ed646a-75fb-4451-a67b-85738f90665c" providerId="ADAL" clId="{A1592339-C2C5-47C0-B508-42C830659C0C}" dt="2025-02-15T13:58:09.237" v="12518" actId="6549"/>
          <ac:spMkLst>
            <pc:docMk/>
            <pc:sldMk cId="390689700" sldId="493"/>
            <ac:spMk id="28" creationId="{5A916D12-053B-0198-ADB3-A1C6FEEE6936}"/>
          </ac:spMkLst>
        </pc:spChg>
        <pc:spChg chg="add del mod">
          <ac:chgData name="Ricardo Rosenfeld" userId="29ed646a-75fb-4451-a67b-85738f90665c" providerId="ADAL" clId="{A1592339-C2C5-47C0-B508-42C830659C0C}" dt="2025-02-14T20:41:09.065" v="8237" actId="478"/>
          <ac:spMkLst>
            <pc:docMk/>
            <pc:sldMk cId="390689700" sldId="493"/>
            <ac:spMk id="29" creationId="{C7A67D69-9A7C-1238-530F-F1FF8A0D3F07}"/>
          </ac:spMkLst>
        </pc:spChg>
        <pc:spChg chg="add del mod">
          <ac:chgData name="Ricardo Rosenfeld" userId="29ed646a-75fb-4451-a67b-85738f90665c" providerId="ADAL" clId="{A1592339-C2C5-47C0-B508-42C830659C0C}" dt="2025-02-14T20:41:09.065" v="8237" actId="478"/>
          <ac:spMkLst>
            <pc:docMk/>
            <pc:sldMk cId="390689700" sldId="493"/>
            <ac:spMk id="31" creationId="{2E368767-0FE2-4EE7-4A0B-CBE42C23273D}"/>
          </ac:spMkLst>
        </pc:spChg>
        <pc:spChg chg="add mod">
          <ac:chgData name="Ricardo Rosenfeld" userId="29ed646a-75fb-4451-a67b-85738f90665c" providerId="ADAL" clId="{A1592339-C2C5-47C0-B508-42C830659C0C}" dt="2025-02-15T13:53:29.447" v="12353" actId="1076"/>
          <ac:spMkLst>
            <pc:docMk/>
            <pc:sldMk cId="390689700" sldId="493"/>
            <ac:spMk id="32" creationId="{6D498FD7-6CBD-07CA-4F8E-AF192377469A}"/>
          </ac:spMkLst>
        </pc:spChg>
        <pc:spChg chg="add mod">
          <ac:chgData name="Ricardo Rosenfeld" userId="29ed646a-75fb-4451-a67b-85738f90665c" providerId="ADAL" clId="{A1592339-C2C5-47C0-B508-42C830659C0C}" dt="2025-02-15T13:51:39.762" v="12341" actId="1076"/>
          <ac:spMkLst>
            <pc:docMk/>
            <pc:sldMk cId="390689700" sldId="493"/>
            <ac:spMk id="33" creationId="{611F6EE4-EBDD-04E2-A05D-F095BB961FC3}"/>
          </ac:spMkLst>
        </pc:spChg>
        <pc:spChg chg="add mod">
          <ac:chgData name="Ricardo Rosenfeld" userId="29ed646a-75fb-4451-a67b-85738f90665c" providerId="ADAL" clId="{A1592339-C2C5-47C0-B508-42C830659C0C}" dt="2025-02-15T13:53:29.447" v="12353" actId="1076"/>
          <ac:spMkLst>
            <pc:docMk/>
            <pc:sldMk cId="390689700" sldId="493"/>
            <ac:spMk id="34" creationId="{1C0CCD89-1226-245F-028B-F165E265461A}"/>
          </ac:spMkLst>
        </pc:spChg>
        <pc:spChg chg="add mod">
          <ac:chgData name="Ricardo Rosenfeld" userId="29ed646a-75fb-4451-a67b-85738f90665c" providerId="ADAL" clId="{A1592339-C2C5-47C0-B508-42C830659C0C}" dt="2025-02-15T13:53:29.447" v="12353" actId="1076"/>
          <ac:spMkLst>
            <pc:docMk/>
            <pc:sldMk cId="390689700" sldId="493"/>
            <ac:spMk id="36" creationId="{73D41342-E3E2-B6E1-32F1-509A48A4141E}"/>
          </ac:spMkLst>
        </pc:spChg>
        <pc:spChg chg="add mod">
          <ac:chgData name="Ricardo Rosenfeld" userId="29ed646a-75fb-4451-a67b-85738f90665c" providerId="ADAL" clId="{A1592339-C2C5-47C0-B508-42C830659C0C}" dt="2025-02-15T13:53:29.447" v="12353" actId="1076"/>
          <ac:spMkLst>
            <pc:docMk/>
            <pc:sldMk cId="390689700" sldId="493"/>
            <ac:spMk id="37" creationId="{C63315EE-E10A-F154-C767-D3FC52C7143B}"/>
          </ac:spMkLst>
        </pc:spChg>
        <pc:spChg chg="add mod">
          <ac:chgData name="Ricardo Rosenfeld" userId="29ed646a-75fb-4451-a67b-85738f90665c" providerId="ADAL" clId="{A1592339-C2C5-47C0-B508-42C830659C0C}" dt="2025-02-15T13:53:29.447" v="12353" actId="1076"/>
          <ac:spMkLst>
            <pc:docMk/>
            <pc:sldMk cId="390689700" sldId="493"/>
            <ac:spMk id="38" creationId="{B6D1000E-BACB-6E02-C073-A55B18829281}"/>
          </ac:spMkLst>
        </pc:spChg>
        <pc:spChg chg="add mod">
          <ac:chgData name="Ricardo Rosenfeld" userId="29ed646a-75fb-4451-a67b-85738f90665c" providerId="ADAL" clId="{A1592339-C2C5-47C0-B508-42C830659C0C}" dt="2025-02-15T13:53:29.447" v="12353" actId="1076"/>
          <ac:spMkLst>
            <pc:docMk/>
            <pc:sldMk cId="390689700" sldId="493"/>
            <ac:spMk id="39" creationId="{D0812A2D-48AF-1BF4-2966-854717591D2D}"/>
          </ac:spMkLst>
        </pc:spChg>
        <pc:spChg chg="add mod">
          <ac:chgData name="Ricardo Rosenfeld" userId="29ed646a-75fb-4451-a67b-85738f90665c" providerId="ADAL" clId="{A1592339-C2C5-47C0-B508-42C830659C0C}" dt="2025-02-15T13:53:29.447" v="12353" actId="1076"/>
          <ac:spMkLst>
            <pc:docMk/>
            <pc:sldMk cId="390689700" sldId="493"/>
            <ac:spMk id="40" creationId="{E81AE5B5-836F-54F3-E168-F2B1536B0F1F}"/>
          </ac:spMkLst>
        </pc:spChg>
        <pc:spChg chg="add mod">
          <ac:chgData name="Ricardo Rosenfeld" userId="29ed646a-75fb-4451-a67b-85738f90665c" providerId="ADAL" clId="{A1592339-C2C5-47C0-B508-42C830659C0C}" dt="2025-02-15T13:53:29.447" v="12353" actId="1076"/>
          <ac:spMkLst>
            <pc:docMk/>
            <pc:sldMk cId="390689700" sldId="493"/>
            <ac:spMk id="41" creationId="{BAC9D55F-75F5-0C15-7307-C2AAF3D3D7BA}"/>
          </ac:spMkLst>
        </pc:spChg>
        <pc:spChg chg="add mod">
          <ac:chgData name="Ricardo Rosenfeld" userId="29ed646a-75fb-4451-a67b-85738f90665c" providerId="ADAL" clId="{A1592339-C2C5-47C0-B508-42C830659C0C}" dt="2025-02-15T13:53:29.447" v="12353" actId="1076"/>
          <ac:spMkLst>
            <pc:docMk/>
            <pc:sldMk cId="390689700" sldId="493"/>
            <ac:spMk id="42" creationId="{EC9F9617-018E-0AEB-A9B2-8C2FB283A888}"/>
          </ac:spMkLst>
        </pc:spChg>
        <pc:cxnChg chg="mod">
          <ac:chgData name="Ricardo Rosenfeld" userId="29ed646a-75fb-4451-a67b-85738f90665c" providerId="ADAL" clId="{A1592339-C2C5-47C0-B508-42C830659C0C}" dt="2025-02-14T20:25:13.785" v="7676" actId="1076"/>
          <ac:cxnSpMkLst>
            <pc:docMk/>
            <pc:sldMk cId="390689700" sldId="493"/>
            <ac:cxnSpMk id="14" creationId="{BD7FBD57-E19B-8912-609D-91391699C1BA}"/>
          </ac:cxnSpMkLst>
        </pc:cxnChg>
        <pc:cxnChg chg="del mod">
          <ac:chgData name="Ricardo Rosenfeld" userId="29ed646a-75fb-4451-a67b-85738f90665c" providerId="ADAL" clId="{A1592339-C2C5-47C0-B508-42C830659C0C}" dt="2025-02-14T20:21:47.660" v="7463" actId="478"/>
          <ac:cxnSpMkLst>
            <pc:docMk/>
            <pc:sldMk cId="390689700" sldId="493"/>
            <ac:cxnSpMk id="16" creationId="{52A73A18-15E4-A90A-84BB-2FC812D1AB49}"/>
          </ac:cxnSpMkLst>
        </pc:cxnChg>
        <pc:cxnChg chg="add mod">
          <ac:chgData name="Ricardo Rosenfeld" userId="29ed646a-75fb-4451-a67b-85738f90665c" providerId="ADAL" clId="{A1592339-C2C5-47C0-B508-42C830659C0C}" dt="2025-02-14T20:26:06.298" v="7680" actId="1076"/>
          <ac:cxnSpMkLst>
            <pc:docMk/>
            <pc:sldMk cId="390689700" sldId="493"/>
            <ac:cxnSpMk id="24" creationId="{94CE5697-4F1A-F2D1-A71C-7354EEFF81F0}"/>
          </ac:cxnSpMkLst>
        </pc:cxnChg>
      </pc:sldChg>
      <pc:sldChg chg="modSp add mod">
        <pc:chgData name="Ricardo Rosenfeld" userId="29ed646a-75fb-4451-a67b-85738f90665c" providerId="ADAL" clId="{A1592339-C2C5-47C0-B508-42C830659C0C}" dt="2025-02-15T14:07:19.848" v="12987" actId="255"/>
        <pc:sldMkLst>
          <pc:docMk/>
          <pc:sldMk cId="4280174829" sldId="494"/>
        </pc:sldMkLst>
        <pc:spChg chg="mod">
          <ac:chgData name="Ricardo Rosenfeld" userId="29ed646a-75fb-4451-a67b-85738f90665c" providerId="ADAL" clId="{A1592339-C2C5-47C0-B508-42C830659C0C}" dt="2025-02-15T14:07:19.848" v="12987" actId="255"/>
          <ac:spMkLst>
            <pc:docMk/>
            <pc:sldMk cId="4280174829" sldId="494"/>
            <ac:spMk id="2" creationId="{6D5D9FA3-6161-8F57-122E-D0D012C65EB9}"/>
          </ac:spMkLst>
        </pc:spChg>
      </pc:sldChg>
      <pc:sldChg chg="addSp delSp modSp add mod">
        <pc:chgData name="Ricardo Rosenfeld" userId="29ed646a-75fb-4451-a67b-85738f90665c" providerId="ADAL" clId="{A1592339-C2C5-47C0-B508-42C830659C0C}" dt="2025-02-15T14:06:56.104" v="12986" actId="1076"/>
        <pc:sldMkLst>
          <pc:docMk/>
          <pc:sldMk cId="2171105650" sldId="495"/>
        </pc:sldMkLst>
        <pc:spChg chg="mod">
          <ac:chgData name="Ricardo Rosenfeld" userId="29ed646a-75fb-4451-a67b-85738f90665c" providerId="ADAL" clId="{A1592339-C2C5-47C0-B508-42C830659C0C}" dt="2025-02-15T14:00:43.996" v="12569" actId="1076"/>
          <ac:spMkLst>
            <pc:docMk/>
            <pc:sldMk cId="2171105650" sldId="495"/>
            <ac:spMk id="2" creationId="{0109C86A-4683-6530-42DC-6D914CADC02A}"/>
          </ac:spMkLst>
        </pc:spChg>
        <pc:spChg chg="mod">
          <ac:chgData name="Ricardo Rosenfeld" userId="29ed646a-75fb-4451-a67b-85738f90665c" providerId="ADAL" clId="{A1592339-C2C5-47C0-B508-42C830659C0C}" dt="2025-02-14T21:33:07.695" v="9327" actId="1076"/>
          <ac:spMkLst>
            <pc:docMk/>
            <pc:sldMk cId="2171105650" sldId="495"/>
            <ac:spMk id="3" creationId="{B01ADCDC-AA9F-3855-07E8-C9B5B7B8FA3B}"/>
          </ac:spMkLst>
        </pc:spChg>
        <pc:spChg chg="mod">
          <ac:chgData name="Ricardo Rosenfeld" userId="29ed646a-75fb-4451-a67b-85738f90665c" providerId="ADAL" clId="{A1592339-C2C5-47C0-B508-42C830659C0C}" dt="2025-02-14T21:33:07.695" v="9327" actId="1076"/>
          <ac:spMkLst>
            <pc:docMk/>
            <pc:sldMk cId="2171105650" sldId="495"/>
            <ac:spMk id="5" creationId="{FCECC081-2DB1-D123-E8F9-210536DAFDDB}"/>
          </ac:spMkLst>
        </pc:spChg>
        <pc:spChg chg="del">
          <ac:chgData name="Ricardo Rosenfeld" userId="29ed646a-75fb-4451-a67b-85738f90665c" providerId="ADAL" clId="{A1592339-C2C5-47C0-B508-42C830659C0C}" dt="2025-02-14T21:20:42.763" v="8658" actId="478"/>
          <ac:spMkLst>
            <pc:docMk/>
            <pc:sldMk cId="2171105650" sldId="495"/>
            <ac:spMk id="6" creationId="{0C28F2AF-96F4-9107-7086-0DF35E35E4D4}"/>
          </ac:spMkLst>
        </pc:spChg>
        <pc:spChg chg="add mod">
          <ac:chgData name="Ricardo Rosenfeld" userId="29ed646a-75fb-4451-a67b-85738f90665c" providerId="ADAL" clId="{A1592339-C2C5-47C0-B508-42C830659C0C}" dt="2025-02-15T14:06:56.104" v="12986" actId="1076"/>
          <ac:spMkLst>
            <pc:docMk/>
            <pc:sldMk cId="2171105650" sldId="495"/>
            <ac:spMk id="6" creationId="{F24FB173-E6CC-2357-5AFC-DD399E507B46}"/>
          </ac:spMkLst>
        </pc:spChg>
        <pc:spChg chg="mod">
          <ac:chgData name="Ricardo Rosenfeld" userId="29ed646a-75fb-4451-a67b-85738f90665c" providerId="ADAL" clId="{A1592339-C2C5-47C0-B508-42C830659C0C}" dt="2025-02-14T21:33:07.695" v="9327" actId="1076"/>
          <ac:spMkLst>
            <pc:docMk/>
            <pc:sldMk cId="2171105650" sldId="495"/>
            <ac:spMk id="7" creationId="{4EB4506B-ACF4-72B4-6674-A502B3075849}"/>
          </ac:spMkLst>
        </pc:spChg>
        <pc:spChg chg="add mod">
          <ac:chgData name="Ricardo Rosenfeld" userId="29ed646a-75fb-4451-a67b-85738f90665c" providerId="ADAL" clId="{A1592339-C2C5-47C0-B508-42C830659C0C}" dt="2025-02-14T21:32:10.270" v="9314" actId="1076"/>
          <ac:spMkLst>
            <pc:docMk/>
            <pc:sldMk cId="2171105650" sldId="495"/>
            <ac:spMk id="8" creationId="{424B8711-82EF-69A7-35D8-8CF8F129A7FA}"/>
          </ac:spMkLst>
        </pc:spChg>
        <pc:spChg chg="mod">
          <ac:chgData name="Ricardo Rosenfeld" userId="29ed646a-75fb-4451-a67b-85738f90665c" providerId="ADAL" clId="{A1592339-C2C5-47C0-B508-42C830659C0C}" dt="2025-02-14T21:33:07.695" v="9327" actId="1076"/>
          <ac:spMkLst>
            <pc:docMk/>
            <pc:sldMk cId="2171105650" sldId="495"/>
            <ac:spMk id="9" creationId="{600A99C3-1AE9-B96E-4AB0-949436B7B252}"/>
          </ac:spMkLst>
        </pc:spChg>
        <pc:spChg chg="mod">
          <ac:chgData name="Ricardo Rosenfeld" userId="29ed646a-75fb-4451-a67b-85738f90665c" providerId="ADAL" clId="{A1592339-C2C5-47C0-B508-42C830659C0C}" dt="2025-02-14T21:27:54.264" v="8923" actId="1076"/>
          <ac:spMkLst>
            <pc:docMk/>
            <pc:sldMk cId="2171105650" sldId="495"/>
            <ac:spMk id="10" creationId="{B10D2ED0-A710-09FD-50C2-60A5AA471EAC}"/>
          </ac:spMkLst>
        </pc:spChg>
        <pc:spChg chg="add mod">
          <ac:chgData name="Ricardo Rosenfeld" userId="29ed646a-75fb-4451-a67b-85738f90665c" providerId="ADAL" clId="{A1592339-C2C5-47C0-B508-42C830659C0C}" dt="2025-02-14T21:32:10.270" v="9314" actId="1076"/>
          <ac:spMkLst>
            <pc:docMk/>
            <pc:sldMk cId="2171105650" sldId="495"/>
            <ac:spMk id="11" creationId="{1B92133A-2037-791E-E6B6-179F826D6391}"/>
          </ac:spMkLst>
        </pc:spChg>
        <pc:spChg chg="mod">
          <ac:chgData name="Ricardo Rosenfeld" userId="29ed646a-75fb-4451-a67b-85738f90665c" providerId="ADAL" clId="{A1592339-C2C5-47C0-B508-42C830659C0C}" dt="2025-02-14T21:33:07.695" v="9327" actId="1076"/>
          <ac:spMkLst>
            <pc:docMk/>
            <pc:sldMk cId="2171105650" sldId="495"/>
            <ac:spMk id="12" creationId="{655AFD06-7C66-3F07-FF1D-6E6B6B0CB605}"/>
          </ac:spMkLst>
        </pc:spChg>
        <pc:spChg chg="mod">
          <ac:chgData name="Ricardo Rosenfeld" userId="29ed646a-75fb-4451-a67b-85738f90665c" providerId="ADAL" clId="{A1592339-C2C5-47C0-B508-42C830659C0C}" dt="2025-02-14T21:33:07.695" v="9327" actId="1076"/>
          <ac:spMkLst>
            <pc:docMk/>
            <pc:sldMk cId="2171105650" sldId="495"/>
            <ac:spMk id="13" creationId="{B2187761-6A5B-C2D7-C7FE-8157DD81F0FA}"/>
          </ac:spMkLst>
        </pc:spChg>
        <pc:spChg chg="mod">
          <ac:chgData name="Ricardo Rosenfeld" userId="29ed646a-75fb-4451-a67b-85738f90665c" providerId="ADAL" clId="{A1592339-C2C5-47C0-B508-42C830659C0C}" dt="2025-02-14T21:33:07.695" v="9327" actId="1076"/>
          <ac:spMkLst>
            <pc:docMk/>
            <pc:sldMk cId="2171105650" sldId="495"/>
            <ac:spMk id="15" creationId="{D1F48B35-2EE4-C22F-6F42-F6DDC5DC2DE5}"/>
          </ac:spMkLst>
        </pc:spChg>
        <pc:spChg chg="add mod">
          <ac:chgData name="Ricardo Rosenfeld" userId="29ed646a-75fb-4451-a67b-85738f90665c" providerId="ADAL" clId="{A1592339-C2C5-47C0-B508-42C830659C0C}" dt="2025-02-14T21:32:10.270" v="9314" actId="1076"/>
          <ac:spMkLst>
            <pc:docMk/>
            <pc:sldMk cId="2171105650" sldId="495"/>
            <ac:spMk id="16" creationId="{F7CA88BC-2834-8413-3A36-13E47482B07E}"/>
          </ac:spMkLst>
        </pc:spChg>
        <pc:spChg chg="mod">
          <ac:chgData name="Ricardo Rosenfeld" userId="29ed646a-75fb-4451-a67b-85738f90665c" providerId="ADAL" clId="{A1592339-C2C5-47C0-B508-42C830659C0C}" dt="2025-02-14T21:33:07.695" v="9327" actId="1076"/>
          <ac:spMkLst>
            <pc:docMk/>
            <pc:sldMk cId="2171105650" sldId="495"/>
            <ac:spMk id="17" creationId="{92719569-C997-EA78-A91F-0BFC913DE97D}"/>
          </ac:spMkLst>
        </pc:spChg>
        <pc:spChg chg="del">
          <ac:chgData name="Ricardo Rosenfeld" userId="29ed646a-75fb-4451-a67b-85738f90665c" providerId="ADAL" clId="{A1592339-C2C5-47C0-B508-42C830659C0C}" dt="2025-02-14T21:14:55.682" v="8426" actId="478"/>
          <ac:spMkLst>
            <pc:docMk/>
            <pc:sldMk cId="2171105650" sldId="495"/>
            <ac:spMk id="18" creationId="{B63945E4-AB84-3B0D-0438-F6E6272C4CBD}"/>
          </ac:spMkLst>
        </pc:spChg>
        <pc:spChg chg="add mod">
          <ac:chgData name="Ricardo Rosenfeld" userId="29ed646a-75fb-4451-a67b-85738f90665c" providerId="ADAL" clId="{A1592339-C2C5-47C0-B508-42C830659C0C}" dt="2025-02-14T21:32:10.270" v="9314" actId="1076"/>
          <ac:spMkLst>
            <pc:docMk/>
            <pc:sldMk cId="2171105650" sldId="495"/>
            <ac:spMk id="19" creationId="{9238EDB5-BBE5-B737-2B91-8869BD474332}"/>
          </ac:spMkLst>
        </pc:spChg>
        <pc:spChg chg="mod">
          <ac:chgData name="Ricardo Rosenfeld" userId="29ed646a-75fb-4451-a67b-85738f90665c" providerId="ADAL" clId="{A1592339-C2C5-47C0-B508-42C830659C0C}" dt="2025-02-15T14:05:26.104" v="12852" actId="20577"/>
          <ac:spMkLst>
            <pc:docMk/>
            <pc:sldMk cId="2171105650" sldId="495"/>
            <ac:spMk id="20" creationId="{811890B1-AE5B-0377-33BE-3D4D26AC2483}"/>
          </ac:spMkLst>
        </pc:spChg>
        <pc:spChg chg="del mod">
          <ac:chgData name="Ricardo Rosenfeld" userId="29ed646a-75fb-4451-a67b-85738f90665c" providerId="ADAL" clId="{A1592339-C2C5-47C0-B508-42C830659C0C}" dt="2025-02-14T21:22:07.047" v="8677" actId="478"/>
          <ac:spMkLst>
            <pc:docMk/>
            <pc:sldMk cId="2171105650" sldId="495"/>
            <ac:spMk id="21" creationId="{FC391E32-23D9-4E95-8AF0-22A750E2CBC3}"/>
          </ac:spMkLst>
        </pc:spChg>
        <pc:spChg chg="del mod">
          <ac:chgData name="Ricardo Rosenfeld" userId="29ed646a-75fb-4451-a67b-85738f90665c" providerId="ADAL" clId="{A1592339-C2C5-47C0-B508-42C830659C0C}" dt="2025-02-14T21:22:07.047" v="8677" actId="478"/>
          <ac:spMkLst>
            <pc:docMk/>
            <pc:sldMk cId="2171105650" sldId="495"/>
            <ac:spMk id="22" creationId="{D24DEB0A-2334-9C4C-8F6B-36EA11CEB006}"/>
          </ac:spMkLst>
        </pc:spChg>
        <pc:spChg chg="del">
          <ac:chgData name="Ricardo Rosenfeld" userId="29ed646a-75fb-4451-a67b-85738f90665c" providerId="ADAL" clId="{A1592339-C2C5-47C0-B508-42C830659C0C}" dt="2025-02-14T21:20:13.050" v="8644" actId="478"/>
          <ac:spMkLst>
            <pc:docMk/>
            <pc:sldMk cId="2171105650" sldId="495"/>
            <ac:spMk id="26" creationId="{AB40D423-1A5F-4800-E479-56ADF1D22CC8}"/>
          </ac:spMkLst>
        </pc:spChg>
        <pc:spChg chg="add mod">
          <ac:chgData name="Ricardo Rosenfeld" userId="29ed646a-75fb-4451-a67b-85738f90665c" providerId="ADAL" clId="{A1592339-C2C5-47C0-B508-42C830659C0C}" dt="2025-02-14T21:32:10.270" v="9314" actId="1076"/>
          <ac:spMkLst>
            <pc:docMk/>
            <pc:sldMk cId="2171105650" sldId="495"/>
            <ac:spMk id="27" creationId="{D12F215A-13C6-26CE-5752-D6DD1756516E}"/>
          </ac:spMkLst>
        </pc:spChg>
        <pc:spChg chg="del">
          <ac:chgData name="Ricardo Rosenfeld" userId="29ed646a-75fb-4451-a67b-85738f90665c" providerId="ADAL" clId="{A1592339-C2C5-47C0-B508-42C830659C0C}" dt="2025-02-14T21:15:30.609" v="8434" actId="478"/>
          <ac:spMkLst>
            <pc:docMk/>
            <pc:sldMk cId="2171105650" sldId="495"/>
            <ac:spMk id="28" creationId="{21D0C98F-0C27-9AEC-7206-C9C0B4F49F9D}"/>
          </ac:spMkLst>
        </pc:spChg>
        <pc:spChg chg="add mod">
          <ac:chgData name="Ricardo Rosenfeld" userId="29ed646a-75fb-4451-a67b-85738f90665c" providerId="ADAL" clId="{A1592339-C2C5-47C0-B508-42C830659C0C}" dt="2025-02-14T21:33:07.695" v="9327" actId="1076"/>
          <ac:spMkLst>
            <pc:docMk/>
            <pc:sldMk cId="2171105650" sldId="495"/>
            <ac:spMk id="29" creationId="{01868E45-C333-AA37-47A6-59E110F76446}"/>
          </ac:spMkLst>
        </pc:spChg>
        <pc:spChg chg="add mod">
          <ac:chgData name="Ricardo Rosenfeld" userId="29ed646a-75fb-4451-a67b-85738f90665c" providerId="ADAL" clId="{A1592339-C2C5-47C0-B508-42C830659C0C}" dt="2025-02-14T21:21:48.338" v="8671" actId="1076"/>
          <ac:spMkLst>
            <pc:docMk/>
            <pc:sldMk cId="2171105650" sldId="495"/>
            <ac:spMk id="30" creationId="{30147474-5478-A0C4-748E-B42641B8AE88}"/>
          </ac:spMkLst>
        </pc:spChg>
        <pc:spChg chg="add mod">
          <ac:chgData name="Ricardo Rosenfeld" userId="29ed646a-75fb-4451-a67b-85738f90665c" providerId="ADAL" clId="{A1592339-C2C5-47C0-B508-42C830659C0C}" dt="2025-02-14T21:21:59.933" v="8676" actId="20577"/>
          <ac:spMkLst>
            <pc:docMk/>
            <pc:sldMk cId="2171105650" sldId="495"/>
            <ac:spMk id="31" creationId="{1449EEDA-F886-D172-F066-E43870505D36}"/>
          </ac:spMkLst>
        </pc:spChg>
        <pc:spChg chg="del">
          <ac:chgData name="Ricardo Rosenfeld" userId="29ed646a-75fb-4451-a67b-85738f90665c" providerId="ADAL" clId="{A1592339-C2C5-47C0-B508-42C830659C0C}" dt="2025-02-14T21:15:35.107" v="8435" actId="478"/>
          <ac:spMkLst>
            <pc:docMk/>
            <pc:sldMk cId="2171105650" sldId="495"/>
            <ac:spMk id="32" creationId="{3D16368C-C1E6-00A0-00EA-5B7FC20C03CE}"/>
          </ac:spMkLst>
        </pc:spChg>
        <pc:spChg chg="del">
          <ac:chgData name="Ricardo Rosenfeld" userId="29ed646a-75fb-4451-a67b-85738f90665c" providerId="ADAL" clId="{A1592339-C2C5-47C0-B508-42C830659C0C}" dt="2025-02-14T21:15:35.107" v="8435" actId="478"/>
          <ac:spMkLst>
            <pc:docMk/>
            <pc:sldMk cId="2171105650" sldId="495"/>
            <ac:spMk id="33" creationId="{4CC7E87C-BDBE-2D83-F4AD-6FE986CB8BBB}"/>
          </ac:spMkLst>
        </pc:spChg>
        <pc:spChg chg="del">
          <ac:chgData name="Ricardo Rosenfeld" userId="29ed646a-75fb-4451-a67b-85738f90665c" providerId="ADAL" clId="{A1592339-C2C5-47C0-B508-42C830659C0C}" dt="2025-02-14T21:15:35.107" v="8435" actId="478"/>
          <ac:spMkLst>
            <pc:docMk/>
            <pc:sldMk cId="2171105650" sldId="495"/>
            <ac:spMk id="34" creationId="{D0511206-D916-51B6-54C1-5FAD4AF5397F}"/>
          </ac:spMkLst>
        </pc:spChg>
        <pc:spChg chg="add mod">
          <ac:chgData name="Ricardo Rosenfeld" userId="29ed646a-75fb-4451-a67b-85738f90665c" providerId="ADAL" clId="{A1592339-C2C5-47C0-B508-42C830659C0C}" dt="2025-02-14T21:33:07.695" v="9327" actId="1076"/>
          <ac:spMkLst>
            <pc:docMk/>
            <pc:sldMk cId="2171105650" sldId="495"/>
            <ac:spMk id="35" creationId="{F0BB2A16-EF25-0028-CE8C-398CDC3DC831}"/>
          </ac:spMkLst>
        </pc:spChg>
        <pc:spChg chg="del">
          <ac:chgData name="Ricardo Rosenfeld" userId="29ed646a-75fb-4451-a67b-85738f90665c" providerId="ADAL" clId="{A1592339-C2C5-47C0-B508-42C830659C0C}" dt="2025-02-14T21:15:35.107" v="8435" actId="478"/>
          <ac:spMkLst>
            <pc:docMk/>
            <pc:sldMk cId="2171105650" sldId="495"/>
            <ac:spMk id="36" creationId="{A34A0313-6255-291F-9E1D-913242657E4C}"/>
          </ac:spMkLst>
        </pc:spChg>
        <pc:spChg chg="del">
          <ac:chgData name="Ricardo Rosenfeld" userId="29ed646a-75fb-4451-a67b-85738f90665c" providerId="ADAL" clId="{A1592339-C2C5-47C0-B508-42C830659C0C}" dt="2025-02-14T21:15:35.107" v="8435" actId="478"/>
          <ac:spMkLst>
            <pc:docMk/>
            <pc:sldMk cId="2171105650" sldId="495"/>
            <ac:spMk id="37" creationId="{C862E9E3-5586-E67A-14B5-684BF637A316}"/>
          </ac:spMkLst>
        </pc:spChg>
        <pc:spChg chg="del">
          <ac:chgData name="Ricardo Rosenfeld" userId="29ed646a-75fb-4451-a67b-85738f90665c" providerId="ADAL" clId="{A1592339-C2C5-47C0-B508-42C830659C0C}" dt="2025-02-14T21:15:35.107" v="8435" actId="478"/>
          <ac:spMkLst>
            <pc:docMk/>
            <pc:sldMk cId="2171105650" sldId="495"/>
            <ac:spMk id="38" creationId="{11902933-C91A-3CC0-719C-A3CA8C243C7A}"/>
          </ac:spMkLst>
        </pc:spChg>
        <pc:spChg chg="del">
          <ac:chgData name="Ricardo Rosenfeld" userId="29ed646a-75fb-4451-a67b-85738f90665c" providerId="ADAL" clId="{A1592339-C2C5-47C0-B508-42C830659C0C}" dt="2025-02-14T21:15:35.107" v="8435" actId="478"/>
          <ac:spMkLst>
            <pc:docMk/>
            <pc:sldMk cId="2171105650" sldId="495"/>
            <ac:spMk id="39" creationId="{7D6BD94E-7A1D-C48D-1674-1B9235B55DBE}"/>
          </ac:spMkLst>
        </pc:spChg>
        <pc:spChg chg="del">
          <ac:chgData name="Ricardo Rosenfeld" userId="29ed646a-75fb-4451-a67b-85738f90665c" providerId="ADAL" clId="{A1592339-C2C5-47C0-B508-42C830659C0C}" dt="2025-02-14T21:15:35.107" v="8435" actId="478"/>
          <ac:spMkLst>
            <pc:docMk/>
            <pc:sldMk cId="2171105650" sldId="495"/>
            <ac:spMk id="40" creationId="{D62942FA-8C84-0195-9952-ADAC71200EC9}"/>
          </ac:spMkLst>
        </pc:spChg>
        <pc:spChg chg="del">
          <ac:chgData name="Ricardo Rosenfeld" userId="29ed646a-75fb-4451-a67b-85738f90665c" providerId="ADAL" clId="{A1592339-C2C5-47C0-B508-42C830659C0C}" dt="2025-02-14T21:15:47.925" v="8436" actId="478"/>
          <ac:spMkLst>
            <pc:docMk/>
            <pc:sldMk cId="2171105650" sldId="495"/>
            <ac:spMk id="41" creationId="{2429B9E5-4026-2DCB-D1BF-45DD35F3C753}"/>
          </ac:spMkLst>
        </pc:spChg>
        <pc:spChg chg="del">
          <ac:chgData name="Ricardo Rosenfeld" userId="29ed646a-75fb-4451-a67b-85738f90665c" providerId="ADAL" clId="{A1592339-C2C5-47C0-B508-42C830659C0C}" dt="2025-02-14T21:15:47.925" v="8436" actId="478"/>
          <ac:spMkLst>
            <pc:docMk/>
            <pc:sldMk cId="2171105650" sldId="495"/>
            <ac:spMk id="42" creationId="{08AFACD4-9B58-AFF5-3C2A-6C3F59ACC6BE}"/>
          </ac:spMkLst>
        </pc:spChg>
        <pc:spChg chg="add mod">
          <ac:chgData name="Ricardo Rosenfeld" userId="29ed646a-75fb-4451-a67b-85738f90665c" providerId="ADAL" clId="{A1592339-C2C5-47C0-B508-42C830659C0C}" dt="2025-02-14T21:33:21.524" v="9328" actId="1076"/>
          <ac:spMkLst>
            <pc:docMk/>
            <pc:sldMk cId="2171105650" sldId="495"/>
            <ac:spMk id="48" creationId="{A0C7602D-1B95-CF2E-4CF5-7A2171E20F8D}"/>
          </ac:spMkLst>
        </pc:spChg>
        <pc:spChg chg="add mod">
          <ac:chgData name="Ricardo Rosenfeld" userId="29ed646a-75fb-4451-a67b-85738f90665c" providerId="ADAL" clId="{A1592339-C2C5-47C0-B508-42C830659C0C}" dt="2025-02-14T21:33:21.524" v="9328" actId="1076"/>
          <ac:spMkLst>
            <pc:docMk/>
            <pc:sldMk cId="2171105650" sldId="495"/>
            <ac:spMk id="49" creationId="{6E4FEC40-1441-941A-FA5C-005411F458E3}"/>
          </ac:spMkLst>
        </pc:spChg>
        <pc:spChg chg="del">
          <ac:chgData name="Ricardo Rosenfeld" userId="29ed646a-75fb-4451-a67b-85738f90665c" providerId="ADAL" clId="{A1592339-C2C5-47C0-B508-42C830659C0C}" dt="2025-02-14T21:36:58.082" v="9422" actId="478"/>
          <ac:spMkLst>
            <pc:docMk/>
            <pc:sldMk cId="2171105650" sldId="495"/>
            <ac:spMk id="50" creationId="{6288B1A3-6569-3E61-9DE0-2AFCD7CF9EAD}"/>
          </ac:spMkLst>
        </pc:spChg>
        <pc:spChg chg="add mod">
          <ac:chgData name="Ricardo Rosenfeld" userId="29ed646a-75fb-4451-a67b-85738f90665c" providerId="ADAL" clId="{A1592339-C2C5-47C0-B508-42C830659C0C}" dt="2025-02-14T21:33:21.524" v="9328" actId="1076"/>
          <ac:spMkLst>
            <pc:docMk/>
            <pc:sldMk cId="2171105650" sldId="495"/>
            <ac:spMk id="51" creationId="{A856C62F-C351-E686-FD01-17188A8E87DE}"/>
          </ac:spMkLst>
        </pc:spChg>
        <pc:spChg chg="add mod">
          <ac:chgData name="Ricardo Rosenfeld" userId="29ed646a-75fb-4451-a67b-85738f90665c" providerId="ADAL" clId="{A1592339-C2C5-47C0-B508-42C830659C0C}" dt="2025-02-14T21:33:26.931" v="9329" actId="14100"/>
          <ac:spMkLst>
            <pc:docMk/>
            <pc:sldMk cId="2171105650" sldId="495"/>
            <ac:spMk id="52" creationId="{39DA6372-1479-D19D-276B-2A6C63A48E29}"/>
          </ac:spMkLst>
        </pc:spChg>
        <pc:spChg chg="mod">
          <ac:chgData name="Ricardo Rosenfeld" userId="29ed646a-75fb-4451-a67b-85738f90665c" providerId="ADAL" clId="{A1592339-C2C5-47C0-B508-42C830659C0C}" dt="2025-02-14T21:33:30.105" v="9330" actId="14100"/>
          <ac:spMkLst>
            <pc:docMk/>
            <pc:sldMk cId="2171105650" sldId="495"/>
            <ac:spMk id="53" creationId="{7FE2DEE2-CB54-258A-0876-27F581C3CC70}"/>
          </ac:spMkLst>
        </pc:spChg>
        <pc:spChg chg="add del mod">
          <ac:chgData name="Ricardo Rosenfeld" userId="29ed646a-75fb-4451-a67b-85738f90665c" providerId="ADAL" clId="{A1592339-C2C5-47C0-B508-42C830659C0C}" dt="2025-02-14T21:36:58.082" v="9422" actId="478"/>
          <ac:spMkLst>
            <pc:docMk/>
            <pc:sldMk cId="2171105650" sldId="495"/>
            <ac:spMk id="55" creationId="{46657829-A27D-418A-18BF-3DA203ED0A62}"/>
          </ac:spMkLst>
        </pc:spChg>
        <pc:spChg chg="add mod">
          <ac:chgData name="Ricardo Rosenfeld" userId="29ed646a-75fb-4451-a67b-85738f90665c" providerId="ADAL" clId="{A1592339-C2C5-47C0-B508-42C830659C0C}" dt="2025-02-14T21:33:21.524" v="9328" actId="1076"/>
          <ac:spMkLst>
            <pc:docMk/>
            <pc:sldMk cId="2171105650" sldId="495"/>
            <ac:spMk id="56" creationId="{428BB044-A1ED-D064-D343-7D62482348AD}"/>
          </ac:spMkLst>
        </pc:spChg>
        <pc:spChg chg="add mod">
          <ac:chgData name="Ricardo Rosenfeld" userId="29ed646a-75fb-4451-a67b-85738f90665c" providerId="ADAL" clId="{A1592339-C2C5-47C0-B508-42C830659C0C}" dt="2025-02-14T21:33:21.524" v="9328" actId="1076"/>
          <ac:spMkLst>
            <pc:docMk/>
            <pc:sldMk cId="2171105650" sldId="495"/>
            <ac:spMk id="57" creationId="{6B18B146-A449-3CE0-5530-830ABF6CE51B}"/>
          </ac:spMkLst>
        </pc:spChg>
        <pc:spChg chg="add mod">
          <ac:chgData name="Ricardo Rosenfeld" userId="29ed646a-75fb-4451-a67b-85738f90665c" providerId="ADAL" clId="{A1592339-C2C5-47C0-B508-42C830659C0C}" dt="2025-02-14T21:35:36.047" v="9406" actId="1076"/>
          <ac:spMkLst>
            <pc:docMk/>
            <pc:sldMk cId="2171105650" sldId="495"/>
            <ac:spMk id="58" creationId="{B921F9FF-96C8-E0FD-CA09-C880FC455178}"/>
          </ac:spMkLst>
        </pc:spChg>
        <pc:spChg chg="add del mod">
          <ac:chgData name="Ricardo Rosenfeld" userId="29ed646a-75fb-4451-a67b-85738f90665c" providerId="ADAL" clId="{A1592339-C2C5-47C0-B508-42C830659C0C}" dt="2025-02-14T21:37:01.364" v="9423" actId="478"/>
          <ac:spMkLst>
            <pc:docMk/>
            <pc:sldMk cId="2171105650" sldId="495"/>
            <ac:spMk id="59" creationId="{67438D73-21D7-C85A-CE79-A1D4D7AB1A58}"/>
          </ac:spMkLst>
        </pc:spChg>
        <pc:spChg chg="add mod">
          <ac:chgData name="Ricardo Rosenfeld" userId="29ed646a-75fb-4451-a67b-85738f90665c" providerId="ADAL" clId="{A1592339-C2C5-47C0-B508-42C830659C0C}" dt="2025-02-14T21:33:21.524" v="9328" actId="1076"/>
          <ac:spMkLst>
            <pc:docMk/>
            <pc:sldMk cId="2171105650" sldId="495"/>
            <ac:spMk id="60" creationId="{DF85073C-27FB-22CD-E85E-275AF6DA3E21}"/>
          </ac:spMkLst>
        </pc:spChg>
        <pc:spChg chg="add del mod">
          <ac:chgData name="Ricardo Rosenfeld" userId="29ed646a-75fb-4451-a67b-85738f90665c" providerId="ADAL" clId="{A1592339-C2C5-47C0-B508-42C830659C0C}" dt="2025-02-14T21:36:36.938" v="9416" actId="478"/>
          <ac:spMkLst>
            <pc:docMk/>
            <pc:sldMk cId="2171105650" sldId="495"/>
            <ac:spMk id="63" creationId="{E293B604-B1DE-EAE9-61B4-D19589F10111}"/>
          </ac:spMkLst>
        </pc:spChg>
        <pc:spChg chg="add del mod">
          <ac:chgData name="Ricardo Rosenfeld" userId="29ed646a-75fb-4451-a67b-85738f90665c" providerId="ADAL" clId="{A1592339-C2C5-47C0-B508-42C830659C0C}" dt="2025-02-14T21:36:58.082" v="9422" actId="478"/>
          <ac:spMkLst>
            <pc:docMk/>
            <pc:sldMk cId="2171105650" sldId="495"/>
            <ac:spMk id="64" creationId="{D0355F38-2E6F-D085-91F1-7EA2F10B7F1F}"/>
          </ac:spMkLst>
        </pc:spChg>
        <pc:spChg chg="add del mod">
          <ac:chgData name="Ricardo Rosenfeld" userId="29ed646a-75fb-4451-a67b-85738f90665c" providerId="ADAL" clId="{A1592339-C2C5-47C0-B508-42C830659C0C}" dt="2025-02-14T21:36:10.347" v="9409" actId="478"/>
          <ac:spMkLst>
            <pc:docMk/>
            <pc:sldMk cId="2171105650" sldId="495"/>
            <ac:spMk id="67" creationId="{E49939F1-5A2C-040A-34A9-A2025AB05033}"/>
          </ac:spMkLst>
        </pc:spChg>
        <pc:spChg chg="add del mod">
          <ac:chgData name="Ricardo Rosenfeld" userId="29ed646a-75fb-4451-a67b-85738f90665c" providerId="ADAL" clId="{A1592339-C2C5-47C0-B508-42C830659C0C}" dt="2025-02-14T21:36:58.082" v="9422" actId="478"/>
          <ac:spMkLst>
            <pc:docMk/>
            <pc:sldMk cId="2171105650" sldId="495"/>
            <ac:spMk id="68" creationId="{0584E008-BC67-C6DB-57D2-A665E5FF7AB3}"/>
          </ac:spMkLst>
        </pc:spChg>
        <pc:spChg chg="add mod">
          <ac:chgData name="Ricardo Rosenfeld" userId="29ed646a-75fb-4451-a67b-85738f90665c" providerId="ADAL" clId="{A1592339-C2C5-47C0-B508-42C830659C0C}" dt="2025-02-14T21:34:52.407" v="9403" actId="1076"/>
          <ac:spMkLst>
            <pc:docMk/>
            <pc:sldMk cId="2171105650" sldId="495"/>
            <ac:spMk id="71" creationId="{4D68D175-0AC0-BA70-CD42-10FE12E45B4D}"/>
          </ac:spMkLst>
        </pc:spChg>
        <pc:spChg chg="add mod">
          <ac:chgData name="Ricardo Rosenfeld" userId="29ed646a-75fb-4451-a67b-85738f90665c" providerId="ADAL" clId="{A1592339-C2C5-47C0-B508-42C830659C0C}" dt="2025-02-14T21:36:26.288" v="9413" actId="20577"/>
          <ac:spMkLst>
            <pc:docMk/>
            <pc:sldMk cId="2171105650" sldId="495"/>
            <ac:spMk id="72" creationId="{017DCF71-FD79-5E33-7629-DC666196B909}"/>
          </ac:spMkLst>
        </pc:spChg>
        <pc:spChg chg="add mod">
          <ac:chgData name="Ricardo Rosenfeld" userId="29ed646a-75fb-4451-a67b-85738f90665c" providerId="ADAL" clId="{A1592339-C2C5-47C0-B508-42C830659C0C}" dt="2025-02-14T21:36:51.482" v="9421" actId="20577"/>
          <ac:spMkLst>
            <pc:docMk/>
            <pc:sldMk cId="2171105650" sldId="495"/>
            <ac:spMk id="73" creationId="{10595459-EF45-BFBE-1F11-F7D7DC57771E}"/>
          </ac:spMkLst>
        </pc:spChg>
        <pc:spChg chg="add mod">
          <ac:chgData name="Ricardo Rosenfeld" userId="29ed646a-75fb-4451-a67b-85738f90665c" providerId="ADAL" clId="{A1592339-C2C5-47C0-B508-42C830659C0C}" dt="2025-02-14T21:37:19.477" v="9426" actId="1076"/>
          <ac:spMkLst>
            <pc:docMk/>
            <pc:sldMk cId="2171105650" sldId="495"/>
            <ac:spMk id="74" creationId="{4E6F6903-BFC5-283C-E8A1-5FCD1915B875}"/>
          </ac:spMkLst>
        </pc:spChg>
        <pc:spChg chg="add mod">
          <ac:chgData name="Ricardo Rosenfeld" userId="29ed646a-75fb-4451-a67b-85738f90665c" providerId="ADAL" clId="{A1592339-C2C5-47C0-B508-42C830659C0C}" dt="2025-02-14T21:37:19.477" v="9426" actId="1076"/>
          <ac:spMkLst>
            <pc:docMk/>
            <pc:sldMk cId="2171105650" sldId="495"/>
            <ac:spMk id="75" creationId="{FD1B2D49-6DEB-2360-38DD-547286F02EBA}"/>
          </ac:spMkLst>
        </pc:spChg>
        <pc:spChg chg="add mod">
          <ac:chgData name="Ricardo Rosenfeld" userId="29ed646a-75fb-4451-a67b-85738f90665c" providerId="ADAL" clId="{A1592339-C2C5-47C0-B508-42C830659C0C}" dt="2025-02-14T21:37:44.963" v="9429" actId="1076"/>
          <ac:spMkLst>
            <pc:docMk/>
            <pc:sldMk cId="2171105650" sldId="495"/>
            <ac:spMk id="76" creationId="{2075CB9C-52F9-CE90-8377-D8B4BDC94D09}"/>
          </ac:spMkLst>
        </pc:spChg>
        <pc:spChg chg="add mod">
          <ac:chgData name="Ricardo Rosenfeld" userId="29ed646a-75fb-4451-a67b-85738f90665c" providerId="ADAL" clId="{A1592339-C2C5-47C0-B508-42C830659C0C}" dt="2025-02-14T21:37:44.963" v="9429" actId="1076"/>
          <ac:spMkLst>
            <pc:docMk/>
            <pc:sldMk cId="2171105650" sldId="495"/>
            <ac:spMk id="77" creationId="{31539B68-1A70-637F-7713-B26D58BFB72E}"/>
          </ac:spMkLst>
        </pc:spChg>
        <pc:spChg chg="add mod">
          <ac:chgData name="Ricardo Rosenfeld" userId="29ed646a-75fb-4451-a67b-85738f90665c" providerId="ADAL" clId="{A1592339-C2C5-47C0-B508-42C830659C0C}" dt="2025-02-14T21:37:44.963" v="9429" actId="1076"/>
          <ac:spMkLst>
            <pc:docMk/>
            <pc:sldMk cId="2171105650" sldId="495"/>
            <ac:spMk id="78" creationId="{096F0868-8FEF-DCA8-8FFF-F5A2CC5663D3}"/>
          </ac:spMkLst>
        </pc:spChg>
        <pc:spChg chg="add mod">
          <ac:chgData name="Ricardo Rosenfeld" userId="29ed646a-75fb-4451-a67b-85738f90665c" providerId="ADAL" clId="{A1592339-C2C5-47C0-B508-42C830659C0C}" dt="2025-02-14T21:39:31.520" v="9436" actId="1076"/>
          <ac:spMkLst>
            <pc:docMk/>
            <pc:sldMk cId="2171105650" sldId="495"/>
            <ac:spMk id="79" creationId="{01851D2D-CDF7-95C2-ECBD-0A9D08F4ED3F}"/>
          </ac:spMkLst>
        </pc:spChg>
        <pc:spChg chg="add mod">
          <ac:chgData name="Ricardo Rosenfeld" userId="29ed646a-75fb-4451-a67b-85738f90665c" providerId="ADAL" clId="{A1592339-C2C5-47C0-B508-42C830659C0C}" dt="2025-02-14T21:39:44.129" v="9439" actId="1076"/>
          <ac:spMkLst>
            <pc:docMk/>
            <pc:sldMk cId="2171105650" sldId="495"/>
            <ac:spMk id="80" creationId="{B041FC18-E6DA-1E84-67CE-F4C1EB07076C}"/>
          </ac:spMkLst>
        </pc:spChg>
        <pc:spChg chg="add mod">
          <ac:chgData name="Ricardo Rosenfeld" userId="29ed646a-75fb-4451-a67b-85738f90665c" providerId="ADAL" clId="{A1592339-C2C5-47C0-B508-42C830659C0C}" dt="2025-02-14T21:40:00.692" v="9443" actId="6549"/>
          <ac:spMkLst>
            <pc:docMk/>
            <pc:sldMk cId="2171105650" sldId="495"/>
            <ac:spMk id="81" creationId="{CA7DAE47-841B-C019-7BE1-7D163BFB3DE1}"/>
          </ac:spMkLst>
        </pc:spChg>
        <pc:cxnChg chg="mod">
          <ac:chgData name="Ricardo Rosenfeld" userId="29ed646a-75fb-4451-a67b-85738f90665c" providerId="ADAL" clId="{A1592339-C2C5-47C0-B508-42C830659C0C}" dt="2025-02-14T21:23:16.022" v="8691" actId="688"/>
          <ac:cxnSpMkLst>
            <pc:docMk/>
            <pc:sldMk cId="2171105650" sldId="495"/>
            <ac:cxnSpMk id="14" creationId="{A71DBBAB-3605-807C-5C2F-5F2B9BAAD07E}"/>
          </ac:cxnSpMkLst>
        </pc:cxnChg>
        <pc:cxnChg chg="add mod">
          <ac:chgData name="Ricardo Rosenfeld" userId="29ed646a-75fb-4451-a67b-85738f90665c" providerId="ADAL" clId="{A1592339-C2C5-47C0-B508-42C830659C0C}" dt="2025-02-14T21:32:10.270" v="9314" actId="1076"/>
          <ac:cxnSpMkLst>
            <pc:docMk/>
            <pc:sldMk cId="2171105650" sldId="495"/>
            <ac:cxnSpMk id="23" creationId="{5DEB9CA2-3CA0-B945-AA82-B67F85BAF0CC}"/>
          </ac:cxnSpMkLst>
        </pc:cxnChg>
        <pc:cxnChg chg="del mod">
          <ac:chgData name="Ricardo Rosenfeld" userId="29ed646a-75fb-4451-a67b-85738f90665c" providerId="ADAL" clId="{A1592339-C2C5-47C0-B508-42C830659C0C}" dt="2025-02-14T21:22:38.379" v="8683" actId="478"/>
          <ac:cxnSpMkLst>
            <pc:docMk/>
            <pc:sldMk cId="2171105650" sldId="495"/>
            <ac:cxnSpMk id="24" creationId="{8C421966-CC22-40EC-A654-5594A5273EBC}"/>
          </ac:cxnSpMkLst>
        </pc:cxnChg>
        <pc:cxnChg chg="add mod">
          <ac:chgData name="Ricardo Rosenfeld" userId="29ed646a-75fb-4451-a67b-85738f90665c" providerId="ADAL" clId="{A1592339-C2C5-47C0-B508-42C830659C0C}" dt="2025-02-14T21:32:10.270" v="9314" actId="1076"/>
          <ac:cxnSpMkLst>
            <pc:docMk/>
            <pc:sldMk cId="2171105650" sldId="495"/>
            <ac:cxnSpMk id="25" creationId="{3033FDE7-8A21-334B-0F6D-EBE8F44170F7}"/>
          </ac:cxnSpMkLst>
        </pc:cxnChg>
        <pc:cxnChg chg="add mod">
          <ac:chgData name="Ricardo Rosenfeld" userId="29ed646a-75fb-4451-a67b-85738f90665c" providerId="ADAL" clId="{A1592339-C2C5-47C0-B508-42C830659C0C}" dt="2025-02-14T21:23:35.088" v="8695" actId="1076"/>
          <ac:cxnSpMkLst>
            <pc:docMk/>
            <pc:sldMk cId="2171105650" sldId="495"/>
            <ac:cxnSpMk id="47" creationId="{2CABCDE7-A5F4-0326-DA73-A8D01E5C59A4}"/>
          </ac:cxnSpMkLst>
        </pc:cxnChg>
        <pc:cxnChg chg="add mod">
          <ac:chgData name="Ricardo Rosenfeld" userId="29ed646a-75fb-4451-a67b-85738f90665c" providerId="ADAL" clId="{A1592339-C2C5-47C0-B508-42C830659C0C}" dt="2025-02-14T21:34:11.324" v="9334" actId="1076"/>
          <ac:cxnSpMkLst>
            <pc:docMk/>
            <pc:sldMk cId="2171105650" sldId="495"/>
            <ac:cxnSpMk id="62" creationId="{914FB6B1-A8D8-5FD8-6D53-9ED427E91FEA}"/>
          </ac:cxnSpMkLst>
        </pc:cxnChg>
        <pc:cxnChg chg="add mod">
          <ac:chgData name="Ricardo Rosenfeld" userId="29ed646a-75fb-4451-a67b-85738f90665c" providerId="ADAL" clId="{A1592339-C2C5-47C0-B508-42C830659C0C}" dt="2025-02-14T21:34:11.324" v="9334" actId="1076"/>
          <ac:cxnSpMkLst>
            <pc:docMk/>
            <pc:sldMk cId="2171105650" sldId="495"/>
            <ac:cxnSpMk id="65" creationId="{AC192516-108C-40B6-DC07-25A8724302DE}"/>
          </ac:cxnSpMkLst>
        </pc:cxnChg>
        <pc:cxnChg chg="add mod">
          <ac:chgData name="Ricardo Rosenfeld" userId="29ed646a-75fb-4451-a67b-85738f90665c" providerId="ADAL" clId="{A1592339-C2C5-47C0-B508-42C830659C0C}" dt="2025-02-14T21:33:45.564" v="9332" actId="1076"/>
          <ac:cxnSpMkLst>
            <pc:docMk/>
            <pc:sldMk cId="2171105650" sldId="495"/>
            <ac:cxnSpMk id="66" creationId="{BBA47CD2-7DAD-E8DC-17E6-6E75D8234600}"/>
          </ac:cxnSpMkLst>
        </pc:cxnChg>
        <pc:cxnChg chg="add mod">
          <ac:chgData name="Ricardo Rosenfeld" userId="29ed646a-75fb-4451-a67b-85738f90665c" providerId="ADAL" clId="{A1592339-C2C5-47C0-B508-42C830659C0C}" dt="2025-02-14T21:33:45.564" v="9332" actId="1076"/>
          <ac:cxnSpMkLst>
            <pc:docMk/>
            <pc:sldMk cId="2171105650" sldId="495"/>
            <ac:cxnSpMk id="69" creationId="{73A0C106-AE51-6D81-6301-BAA2971FB5E8}"/>
          </ac:cxnSpMkLst>
        </pc:cxnChg>
      </pc:sldChg>
    </pc:docChg>
  </pc:docChgLst>
  <pc:docChgLst>
    <pc:chgData name="Ricardo Rosenfeld" userId="29ed646a-75fb-4451-a67b-85738f90665c" providerId="ADAL" clId="{990D681D-A56B-4A7B-8CDA-C586B9B49F48}"/>
    <pc:docChg chg="modSld">
      <pc:chgData name="Ricardo Rosenfeld" userId="29ed646a-75fb-4451-a67b-85738f90665c" providerId="ADAL" clId="{990D681D-A56B-4A7B-8CDA-C586B9B49F48}" dt="2024-08-12T16:06:15.012" v="128" actId="20577"/>
      <pc:docMkLst>
        <pc:docMk/>
      </pc:docMkLst>
      <pc:sldChg chg="modSp mod">
        <pc:chgData name="Ricardo Rosenfeld" userId="29ed646a-75fb-4451-a67b-85738f90665c" providerId="ADAL" clId="{990D681D-A56B-4A7B-8CDA-C586B9B49F48}" dt="2024-08-12T16:05:27.916" v="62" actId="20577"/>
        <pc:sldMkLst>
          <pc:docMk/>
          <pc:sldMk cId="877460507" sldId="420"/>
        </pc:sldMkLst>
      </pc:sldChg>
      <pc:sldChg chg="modSp mod">
        <pc:chgData name="Ricardo Rosenfeld" userId="29ed646a-75fb-4451-a67b-85738f90665c" providerId="ADAL" clId="{990D681D-A56B-4A7B-8CDA-C586B9B49F48}" dt="2024-08-12T16:06:00.798" v="108" actId="6549"/>
        <pc:sldMkLst>
          <pc:docMk/>
          <pc:sldMk cId="2480000041" sldId="461"/>
        </pc:sldMkLst>
      </pc:sldChg>
      <pc:sldChg chg="modSp mod">
        <pc:chgData name="Ricardo Rosenfeld" userId="29ed646a-75fb-4451-a67b-85738f90665c" providerId="ADAL" clId="{990D681D-A56B-4A7B-8CDA-C586B9B49F48}" dt="2024-08-12T16:06:15.012" v="128" actId="20577"/>
        <pc:sldMkLst>
          <pc:docMk/>
          <pc:sldMk cId="1165040904" sldId="462"/>
        </pc:sldMkLst>
      </pc:sldChg>
    </pc:docChg>
  </pc:docChgLst>
  <pc:docChgLst>
    <pc:chgData name="Ricardo Rosenfeld" userId="29ed646a-75fb-4451-a67b-85738f90665c" providerId="ADAL" clId="{6BAEBE28-4983-4625-BC45-F4B659474AD9}"/>
    <pc:docChg chg="modSld">
      <pc:chgData name="Ricardo Rosenfeld" userId="29ed646a-75fb-4451-a67b-85738f90665c" providerId="ADAL" clId="{6BAEBE28-4983-4625-BC45-F4B659474AD9}" dt="2024-11-14T23:03:32.876" v="5" actId="6549"/>
      <pc:docMkLst>
        <pc:docMk/>
      </pc:docMkLst>
      <pc:sldChg chg="modSp mod">
        <pc:chgData name="Ricardo Rosenfeld" userId="29ed646a-75fb-4451-a67b-85738f90665c" providerId="ADAL" clId="{6BAEBE28-4983-4625-BC45-F4B659474AD9}" dt="2024-11-14T23:03:32.876" v="5" actId="6549"/>
        <pc:sldMkLst>
          <pc:docMk/>
          <pc:sldMk cId="4280401287" sldId="412"/>
        </pc:sldMkLst>
      </pc:sldChg>
    </pc:docChg>
  </pc:docChgLst>
  <pc:docChgLst>
    <pc:chgData name="Ricardo Rosenfeld" userId="29ed646a-75fb-4451-a67b-85738f90665c" providerId="ADAL" clId="{742DACC9-36C9-4022-A575-A20A20D3674C}"/>
    <pc:docChg chg="undo redo custSel addSld delSld modSld sldOrd">
      <pc:chgData name="Ricardo Rosenfeld" userId="29ed646a-75fb-4451-a67b-85738f90665c" providerId="ADAL" clId="{742DACC9-36C9-4022-A575-A20A20D3674C}" dt="2024-10-04T12:53:30.656" v="14403" actId="113"/>
      <pc:docMkLst>
        <pc:docMk/>
      </pc:docMkLst>
      <pc:sldChg chg="addSp delSp modSp mod">
        <pc:chgData name="Ricardo Rosenfeld" userId="29ed646a-75fb-4451-a67b-85738f90665c" providerId="ADAL" clId="{742DACC9-36C9-4022-A575-A20A20D3674C}" dt="2024-10-03T23:29:58.719" v="9800" actId="14100"/>
        <pc:sldMkLst>
          <pc:docMk/>
          <pc:sldMk cId="884467273" sldId="395"/>
        </pc:sldMkLst>
      </pc:sldChg>
      <pc:sldChg chg="addSp delSp modSp mod">
        <pc:chgData name="Ricardo Rosenfeld" userId="29ed646a-75fb-4451-a67b-85738f90665c" providerId="ADAL" clId="{742DACC9-36C9-4022-A575-A20A20D3674C}" dt="2024-10-04T12:23:51.138" v="13338" actId="1076"/>
        <pc:sldMkLst>
          <pc:docMk/>
          <pc:sldMk cId="1870162663" sldId="396"/>
        </pc:sldMkLst>
      </pc:sldChg>
      <pc:sldChg chg="modSp mod ord">
        <pc:chgData name="Ricardo Rosenfeld" userId="29ed646a-75fb-4451-a67b-85738f90665c" providerId="ADAL" clId="{742DACC9-36C9-4022-A575-A20A20D3674C}" dt="2024-10-04T00:48:15.488" v="11947" actId="20577"/>
        <pc:sldMkLst>
          <pc:docMk/>
          <pc:sldMk cId="1597010780" sldId="398"/>
        </pc:sldMkLst>
      </pc:sldChg>
      <pc:sldChg chg="modSp mod ord">
        <pc:chgData name="Ricardo Rosenfeld" userId="29ed646a-75fb-4451-a67b-85738f90665c" providerId="ADAL" clId="{742DACC9-36C9-4022-A575-A20A20D3674C}" dt="2024-10-04T00:49:07.254" v="11976" actId="20577"/>
        <pc:sldMkLst>
          <pc:docMk/>
          <pc:sldMk cId="2666961717" sldId="399"/>
        </pc:sldMkLst>
      </pc:sldChg>
      <pc:sldChg chg="del">
        <pc:chgData name="Ricardo Rosenfeld" userId="29ed646a-75fb-4451-a67b-85738f90665c" providerId="ADAL" clId="{742DACC9-36C9-4022-A575-A20A20D3674C}" dt="2024-10-03T14:46:33.239" v="4973" actId="47"/>
        <pc:sldMkLst>
          <pc:docMk/>
          <pc:sldMk cId="512012455" sldId="405"/>
        </pc:sldMkLst>
      </pc:sldChg>
      <pc:sldChg chg="del">
        <pc:chgData name="Ricardo Rosenfeld" userId="29ed646a-75fb-4451-a67b-85738f90665c" providerId="ADAL" clId="{742DACC9-36C9-4022-A575-A20A20D3674C}" dt="2024-10-03T14:46:52.916" v="4974" actId="47"/>
        <pc:sldMkLst>
          <pc:docMk/>
          <pc:sldMk cId="562306613" sldId="406"/>
        </pc:sldMkLst>
      </pc:sldChg>
      <pc:sldChg chg="addSp modSp add mod modAnim">
        <pc:chgData name="Ricardo Rosenfeld" userId="29ed646a-75fb-4451-a67b-85738f90665c" providerId="ADAL" clId="{742DACC9-36C9-4022-A575-A20A20D3674C}" dt="2024-10-04T12:48:20.516" v="14352" actId="20577"/>
        <pc:sldMkLst>
          <pc:docMk/>
          <pc:sldMk cId="1003041695" sldId="407"/>
        </pc:sldMkLst>
      </pc:sldChg>
      <pc:sldChg chg="addSp delSp modSp mod ord addAnim delAnim modAnim">
        <pc:chgData name="Ricardo Rosenfeld" userId="29ed646a-75fb-4451-a67b-85738f90665c" providerId="ADAL" clId="{742DACC9-36C9-4022-A575-A20A20D3674C}" dt="2024-10-04T11:59:21.759" v="12160"/>
        <pc:sldMkLst>
          <pc:docMk/>
          <pc:sldMk cId="3539972421" sldId="411"/>
        </pc:sldMkLst>
      </pc:sldChg>
      <pc:sldChg chg="addSp delSp modSp mod">
        <pc:chgData name="Ricardo Rosenfeld" userId="29ed646a-75fb-4451-a67b-85738f90665c" providerId="ADAL" clId="{742DACC9-36C9-4022-A575-A20A20D3674C}" dt="2024-10-04T12:01:24.747" v="12255" actId="1076"/>
        <pc:sldMkLst>
          <pc:docMk/>
          <pc:sldMk cId="4280401287" sldId="412"/>
        </pc:sldMkLst>
      </pc:sldChg>
      <pc:sldChg chg="addSp delSp modSp mod modAnim">
        <pc:chgData name="Ricardo Rosenfeld" userId="29ed646a-75fb-4451-a67b-85738f90665c" providerId="ADAL" clId="{742DACC9-36C9-4022-A575-A20A20D3674C}" dt="2024-10-04T12:03:16.937" v="12257" actId="255"/>
        <pc:sldMkLst>
          <pc:docMk/>
          <pc:sldMk cId="368494640" sldId="415"/>
        </pc:sldMkLst>
      </pc:sldChg>
      <pc:sldChg chg="delSp modSp del mod">
        <pc:chgData name="Ricardo Rosenfeld" userId="29ed646a-75fb-4451-a67b-85738f90665c" providerId="ADAL" clId="{742DACC9-36C9-4022-A575-A20A20D3674C}" dt="2024-10-03T15:59:13.267" v="6643" actId="47"/>
        <pc:sldMkLst>
          <pc:docMk/>
          <pc:sldMk cId="4044675631" sldId="416"/>
        </pc:sldMkLst>
      </pc:sldChg>
      <pc:sldChg chg="addSp modSp mod">
        <pc:chgData name="Ricardo Rosenfeld" userId="29ed646a-75fb-4451-a67b-85738f90665c" providerId="ADAL" clId="{742DACC9-36C9-4022-A575-A20A20D3674C}" dt="2024-10-04T00:54:23.052" v="12080" actId="1076"/>
        <pc:sldMkLst>
          <pc:docMk/>
          <pc:sldMk cId="856789689" sldId="418"/>
        </pc:sldMkLst>
      </pc:sldChg>
      <pc:sldChg chg="addSp modSp mod ord">
        <pc:chgData name="Ricardo Rosenfeld" userId="29ed646a-75fb-4451-a67b-85738f90665c" providerId="ADAL" clId="{742DACC9-36C9-4022-A575-A20A20D3674C}" dt="2024-10-04T00:54:06.879" v="12077" actId="1076"/>
        <pc:sldMkLst>
          <pc:docMk/>
          <pc:sldMk cId="3096803057" sldId="419"/>
        </pc:sldMkLst>
      </pc:sldChg>
      <pc:sldChg chg="modSp mod">
        <pc:chgData name="Ricardo Rosenfeld" userId="29ed646a-75fb-4451-a67b-85738f90665c" providerId="ADAL" clId="{742DACC9-36C9-4022-A575-A20A20D3674C}" dt="2024-10-03T11:30:05.965" v="15" actId="6549"/>
        <pc:sldMkLst>
          <pc:docMk/>
          <pc:sldMk cId="877460507" sldId="420"/>
        </pc:sldMkLst>
      </pc:sldChg>
      <pc:sldChg chg="addSp delSp modSp mod">
        <pc:chgData name="Ricardo Rosenfeld" userId="29ed646a-75fb-4451-a67b-85738f90665c" providerId="ADAL" clId="{742DACC9-36C9-4022-A575-A20A20D3674C}" dt="2024-10-03T19:45:19.989" v="8631" actId="6549"/>
        <pc:sldMkLst>
          <pc:docMk/>
          <pc:sldMk cId="527651062" sldId="449"/>
        </pc:sldMkLst>
      </pc:sldChg>
      <pc:sldChg chg="modSp mod ord">
        <pc:chgData name="Ricardo Rosenfeld" userId="29ed646a-75fb-4451-a67b-85738f90665c" providerId="ADAL" clId="{742DACC9-36C9-4022-A575-A20A20D3674C}" dt="2024-10-04T12:12:39.880" v="12826" actId="6549"/>
        <pc:sldMkLst>
          <pc:docMk/>
          <pc:sldMk cId="2749594818" sldId="450"/>
        </pc:sldMkLst>
      </pc:sldChg>
      <pc:sldChg chg="del">
        <pc:chgData name="Ricardo Rosenfeld" userId="29ed646a-75fb-4451-a67b-85738f90665c" providerId="ADAL" clId="{742DACC9-36C9-4022-A575-A20A20D3674C}" dt="2024-10-03T11:31:25.923" v="16" actId="47"/>
        <pc:sldMkLst>
          <pc:docMk/>
          <pc:sldMk cId="1167423395" sldId="454"/>
        </pc:sldMkLst>
      </pc:sldChg>
      <pc:sldChg chg="del">
        <pc:chgData name="Ricardo Rosenfeld" userId="29ed646a-75fb-4451-a67b-85738f90665c" providerId="ADAL" clId="{742DACC9-36C9-4022-A575-A20A20D3674C}" dt="2024-10-03T11:31:27.284" v="17" actId="47"/>
        <pc:sldMkLst>
          <pc:docMk/>
          <pc:sldMk cId="3342104163" sldId="455"/>
        </pc:sldMkLst>
      </pc:sldChg>
      <pc:sldChg chg="del">
        <pc:chgData name="Ricardo Rosenfeld" userId="29ed646a-75fb-4451-a67b-85738f90665c" providerId="ADAL" clId="{742DACC9-36C9-4022-A575-A20A20D3674C}" dt="2024-10-03T15:47:34.128" v="5916" actId="47"/>
        <pc:sldMkLst>
          <pc:docMk/>
          <pc:sldMk cId="1165040904" sldId="462"/>
        </pc:sldMkLst>
      </pc:sldChg>
      <pc:sldChg chg="addSp delSp modSp mod">
        <pc:chgData name="Ricardo Rosenfeld" userId="29ed646a-75fb-4451-a67b-85738f90665c" providerId="ADAL" clId="{742DACC9-36C9-4022-A575-A20A20D3674C}" dt="2024-10-04T12:53:30.656" v="14403" actId="113"/>
        <pc:sldMkLst>
          <pc:docMk/>
          <pc:sldMk cId="3855769426" sldId="474"/>
        </pc:sldMkLst>
      </pc:sldChg>
      <pc:sldChg chg="addSp modSp mod ord">
        <pc:chgData name="Ricardo Rosenfeld" userId="29ed646a-75fb-4451-a67b-85738f90665c" providerId="ADAL" clId="{742DACC9-36C9-4022-A575-A20A20D3674C}" dt="2024-10-04T00:53:40.523" v="12074" actId="1076"/>
        <pc:sldMkLst>
          <pc:docMk/>
          <pc:sldMk cId="357072047" sldId="475"/>
        </pc:sldMkLst>
      </pc:sldChg>
      <pc:sldChg chg="modSp add mod modAnim">
        <pc:chgData name="Ricardo Rosenfeld" userId="29ed646a-75fb-4451-a67b-85738f90665c" providerId="ADAL" clId="{742DACC9-36C9-4022-A575-A20A20D3674C}" dt="2024-10-04T00:50:54.427" v="12011" actId="1076"/>
        <pc:sldMkLst>
          <pc:docMk/>
          <pc:sldMk cId="345264322" sldId="477"/>
        </pc:sldMkLst>
      </pc:sldChg>
      <pc:sldChg chg="del">
        <pc:chgData name="Ricardo Rosenfeld" userId="29ed646a-75fb-4451-a67b-85738f90665c" providerId="ADAL" clId="{742DACC9-36C9-4022-A575-A20A20D3674C}" dt="2024-10-03T15:36:23.690" v="5544" actId="2696"/>
        <pc:sldMkLst>
          <pc:docMk/>
          <pc:sldMk cId="1242731620" sldId="477"/>
        </pc:sldMkLst>
      </pc:sldChg>
      <pc:sldChg chg="addSp delSp modSp mod modAnim">
        <pc:chgData name="Ricardo Rosenfeld" userId="29ed646a-75fb-4451-a67b-85738f90665c" providerId="ADAL" clId="{742DACC9-36C9-4022-A575-A20A20D3674C}" dt="2024-10-04T00:19:23.654" v="10841" actId="6549"/>
        <pc:sldMkLst>
          <pc:docMk/>
          <pc:sldMk cId="703497097" sldId="478"/>
        </pc:sldMkLst>
      </pc:sldChg>
      <pc:sldChg chg="addSp delSp modSp mod">
        <pc:chgData name="Ricardo Rosenfeld" userId="29ed646a-75fb-4451-a67b-85738f90665c" providerId="ADAL" clId="{742DACC9-36C9-4022-A575-A20A20D3674C}" dt="2024-10-03T23:27:49.427" v="9708" actId="20577"/>
        <pc:sldMkLst>
          <pc:docMk/>
          <pc:sldMk cId="4203113056" sldId="482"/>
        </pc:sldMkLst>
      </pc:sldChg>
      <pc:sldChg chg="addSp delSp modSp mod">
        <pc:chgData name="Ricardo Rosenfeld" userId="29ed646a-75fb-4451-a67b-85738f90665c" providerId="ADAL" clId="{742DACC9-36C9-4022-A575-A20A20D3674C}" dt="2024-10-03T23:32:17.563" v="9837" actId="1076"/>
        <pc:sldMkLst>
          <pc:docMk/>
          <pc:sldMk cId="2498562602" sldId="483"/>
        </pc:sldMkLst>
      </pc:sldChg>
      <pc:sldChg chg="addSp delSp modSp mod">
        <pc:chgData name="Ricardo Rosenfeld" userId="29ed646a-75fb-4451-a67b-85738f90665c" providerId="ADAL" clId="{742DACC9-36C9-4022-A575-A20A20D3674C}" dt="2024-10-03T23:33:02.613" v="9846" actId="6549"/>
        <pc:sldMkLst>
          <pc:docMk/>
          <pc:sldMk cId="2771586629" sldId="485"/>
        </pc:sldMkLst>
      </pc:sldChg>
      <pc:sldChg chg="modSp mod">
        <pc:chgData name="Ricardo Rosenfeld" userId="29ed646a-75fb-4451-a67b-85738f90665c" providerId="ADAL" clId="{742DACC9-36C9-4022-A575-A20A20D3674C}" dt="2024-10-04T00:29:16.347" v="11573" actId="113"/>
        <pc:sldMkLst>
          <pc:docMk/>
          <pc:sldMk cId="260713814" sldId="486"/>
        </pc:sldMkLst>
      </pc:sldChg>
      <pc:sldChg chg="modSp add mod">
        <pc:chgData name="Ricardo Rosenfeld" userId="29ed646a-75fb-4451-a67b-85738f90665c" providerId="ADAL" clId="{742DACC9-36C9-4022-A575-A20A20D3674C}" dt="2024-10-04T12:31:47.428" v="13431" actId="20577"/>
        <pc:sldMkLst>
          <pc:docMk/>
          <pc:sldMk cId="1728147001" sldId="487"/>
        </pc:sldMkLst>
      </pc:sldChg>
      <pc:sldChg chg="addSp delSp modSp add mod modAnim">
        <pc:chgData name="Ricardo Rosenfeld" userId="29ed646a-75fb-4451-a67b-85738f90665c" providerId="ADAL" clId="{742DACC9-36C9-4022-A575-A20A20D3674C}" dt="2024-10-04T12:14:43.166" v="12920" actId="20577"/>
        <pc:sldMkLst>
          <pc:docMk/>
          <pc:sldMk cId="1791255667" sldId="488"/>
        </pc:sldMkLst>
      </pc:sldChg>
      <pc:sldChg chg="addSp delSp modSp add mod">
        <pc:chgData name="Ricardo Rosenfeld" userId="29ed646a-75fb-4451-a67b-85738f90665c" providerId="ADAL" clId="{742DACC9-36C9-4022-A575-A20A20D3674C}" dt="2024-10-04T12:29:15.309" v="13412" actId="1076"/>
        <pc:sldMkLst>
          <pc:docMk/>
          <pc:sldMk cId="4253066743" sldId="489"/>
        </pc:sldMkLst>
      </pc:sldChg>
    </pc:docChg>
  </pc:docChgLst>
  <pc:docChgLst>
    <pc:chgData name="Ricardo Rosenfeld" userId="29ed646a-75fb-4451-a67b-85738f90665c" providerId="ADAL" clId="{4543B144-4698-4C8A-B2DC-188C0102A29E}"/>
    <pc:docChg chg="custSel modSld">
      <pc:chgData name="Ricardo Rosenfeld" userId="29ed646a-75fb-4451-a67b-85738f90665c" providerId="ADAL" clId="{4543B144-4698-4C8A-B2DC-188C0102A29E}" dt="2024-04-15T13:07:09.408" v="290" actId="1076"/>
      <pc:docMkLst>
        <pc:docMk/>
      </pc:docMkLst>
      <pc:sldChg chg="modSp mod">
        <pc:chgData name="Ricardo Rosenfeld" userId="29ed646a-75fb-4451-a67b-85738f90665c" providerId="ADAL" clId="{4543B144-4698-4C8A-B2DC-188C0102A29E}" dt="2024-04-15T13:03:07.297" v="273" actId="692"/>
        <pc:sldMkLst>
          <pc:docMk/>
          <pc:sldMk cId="884467273" sldId="395"/>
        </pc:sldMkLst>
      </pc:sldChg>
      <pc:sldChg chg="addSp delSp modSp mod">
        <pc:chgData name="Ricardo Rosenfeld" userId="29ed646a-75fb-4451-a67b-85738f90665c" providerId="ADAL" clId="{4543B144-4698-4C8A-B2DC-188C0102A29E}" dt="2024-04-15T12:59:30.369" v="263" actId="113"/>
        <pc:sldMkLst>
          <pc:docMk/>
          <pc:sldMk cId="4280401287" sldId="412"/>
        </pc:sldMkLst>
      </pc:sldChg>
      <pc:sldChg chg="modSp mod">
        <pc:chgData name="Ricardo Rosenfeld" userId="29ed646a-75fb-4451-a67b-85738f90665c" providerId="ADAL" clId="{4543B144-4698-4C8A-B2DC-188C0102A29E}" dt="2024-04-14T18:58:35.652" v="19" actId="6549"/>
        <pc:sldMkLst>
          <pc:docMk/>
          <pc:sldMk cId="877460507" sldId="420"/>
        </pc:sldMkLst>
      </pc:sldChg>
      <pc:sldChg chg="modSp mod">
        <pc:chgData name="Ricardo Rosenfeld" userId="29ed646a-75fb-4451-a67b-85738f90665c" providerId="ADAL" clId="{4543B144-4698-4C8A-B2DC-188C0102A29E}" dt="2024-04-14T18:58:52.586" v="39" actId="6549"/>
        <pc:sldMkLst>
          <pc:docMk/>
          <pc:sldMk cId="2480000041" sldId="461"/>
        </pc:sldMkLst>
      </pc:sldChg>
      <pc:sldChg chg="modSp mod">
        <pc:chgData name="Ricardo Rosenfeld" userId="29ed646a-75fb-4451-a67b-85738f90665c" providerId="ADAL" clId="{4543B144-4698-4C8A-B2DC-188C0102A29E}" dt="2024-04-14T18:59:08.387" v="59" actId="6549"/>
        <pc:sldMkLst>
          <pc:docMk/>
          <pc:sldMk cId="1165040904" sldId="462"/>
        </pc:sldMkLst>
      </pc:sldChg>
      <pc:sldChg chg="modSp mod">
        <pc:chgData name="Ricardo Rosenfeld" userId="29ed646a-75fb-4451-a67b-85738f90665c" providerId="ADAL" clId="{4543B144-4698-4C8A-B2DC-188C0102A29E}" dt="2024-04-15T13:05:46" v="289" actId="1076"/>
        <pc:sldMkLst>
          <pc:docMk/>
          <pc:sldMk cId="2498562602" sldId="483"/>
        </pc:sldMkLst>
      </pc:sldChg>
      <pc:sldChg chg="modSp mod">
        <pc:chgData name="Ricardo Rosenfeld" userId="29ed646a-75fb-4451-a67b-85738f90665c" providerId="ADAL" clId="{4543B144-4698-4C8A-B2DC-188C0102A29E}" dt="2024-04-15T13:07:09.408" v="290" actId="1076"/>
        <pc:sldMkLst>
          <pc:docMk/>
          <pc:sldMk cId="2771586629" sldId="4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C0A43-6D99-469E-A2A4-986F5A96B2D7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435F7-D700-49C2-9B70-E2E5ADB6D1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064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2A1F1-DAF8-7B1D-31F0-A9F4E5F9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465FEE-8DA4-96AF-BF0E-90DD1E49F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5EBA95-B897-432B-E0D7-F2A7C0D1B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FEE15E-7487-751A-8CE7-87EC45891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7219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9138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5621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112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3021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5667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9138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4524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1408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CDFD8-3B47-47B7-9D98-9CB28ED50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351C29-88F1-404A-88B5-AAFB933E7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BC8192-3085-40EC-A245-5C222F32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50C20B-B4AC-430A-8313-A3F7BDC0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EC49BD-1E18-4D92-9D24-7398DB0B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067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A5222-7243-4A2A-81E0-EFD4A97B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3C6E81-EB0F-46DA-9E5A-667EA14D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4B5F33-4F19-4979-8255-DD785CEE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CF551B-D411-43D5-91E0-D1144B10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56BA24-B1EE-4DB2-AAFD-AD6642DD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414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3B8AA-8824-42FA-95BA-B9BAD6FE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287F06-1F1F-4003-BCAA-C7B601E3F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5B110-FFCF-43EE-8AF6-DE5B2842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FA215F-73F9-4C6E-B7EC-68488086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422D6C-A7D6-41A9-B84A-4E190D85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3554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FB367-926C-43A9-9CEC-6BFEFCAE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F9C402-E080-471C-8FDA-676B5D640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815C77-D3F1-4F59-98FC-1C12D5B4B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8C8DE3-9740-42F7-A75D-5AD79151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716250-9E7E-4B4A-AE00-7A405C6D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3BA5F8-1996-419B-A547-BE167DD4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542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8EFD3-DE5B-46CC-9A55-EF83087CB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83A4CA-2CD6-4D12-8680-E55BE1714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C9E483-322E-42AA-BEE2-AD348AC5B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F3C280-1532-430A-A567-C1C468DBB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4D677A-924C-4D3E-B367-07331BECA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6C1839-3F71-4941-BB2A-B44CB6C3E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48C015-22B0-416F-BEC7-42EFB85F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FEA894-61ED-4AAB-83DF-19C01EE8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287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2AE01-3088-4313-9007-6B1AADB4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8D9A49-CAAC-4CB1-ACA6-6F6062D9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9D4133-9FCA-44D8-9FB8-A4815F3F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75C298-54F6-456C-BB16-F0563630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5178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9DFC64-5151-420C-9730-DFDC83B9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E318C4-3FDF-4018-950C-7C6F8C17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66FD2A-6527-4E5F-AEBF-BBA1707F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880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F2E8B-3206-4383-8645-1E3D162F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6BBE06-46BA-4FCC-8B18-70C154D44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08D200-9C17-459D-ACBF-27E79A38C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C25193-0668-4B1D-A8B6-F7470675A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19D8AA-90EA-4DD2-96E0-DD955B23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25CA9F-E879-43AA-AD1E-ACD887D0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0862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79DCD-B27A-4406-864E-7743DAE4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978869-74E6-47DC-AC53-E00D971CB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1CC178-2CF6-4746-8D87-0BE4A1418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54E583-6800-4663-AEED-581E2407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BADE39-CE1A-4FC8-8AD1-81EF7E96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DA765A-B094-4517-B235-3111B61D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8904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5CDAE-BB5E-4D14-AE23-9F3A1DFB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7F080C-030B-457D-B014-6848697ED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364F5B-EDB7-4A6D-A2E0-4F7F9A64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08DB3E-AF17-4955-B8AD-62C820EC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44975-9D39-4C1F-B3B4-4CCA8D25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27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F821CC-7EFE-4705-8EA8-DA07D2712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395BA9-E5AE-49B3-8968-DE994CFEE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489C8F-14CF-4605-98D3-14728A87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E19C36-9E90-4794-91ED-E9B11DB74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F57C4B-6B87-4FB3-8B36-5FD7C552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7821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D14711-40D9-47D6-9B41-0B8DB28C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E733F8-BEB9-48ED-96E8-B4B2409DE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247027-680B-4EDC-9484-D8AF07737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B3A0A-650C-414D-9908-5E3669971B9E}" type="datetimeFigureOut">
              <a:rPr lang="es-MX" smtClean="0"/>
              <a:t>11/04/2026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D6DD88-B1BE-4D9D-AF16-6C219E6B7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6D8EA2-8AC1-4530-9585-CCC8E40F1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65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5B3DA613-DB81-4EF8-A4E6-961AB4ECC18D}"/>
              </a:ext>
            </a:extLst>
          </p:cNvPr>
          <p:cNvSpPr txBox="1">
            <a:spLocks/>
          </p:cNvSpPr>
          <p:nvPr/>
        </p:nvSpPr>
        <p:spPr>
          <a:xfrm>
            <a:off x="2846838" y="2510734"/>
            <a:ext cx="6530427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Clase teórica 6</a:t>
            </a:r>
          </a:p>
          <a:p>
            <a:pPr algn="ctr"/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NP-completitud</a:t>
            </a:r>
          </a:p>
        </p:txBody>
      </p:sp>
    </p:spTree>
    <p:extLst>
      <p:ext uri="{BB962C8B-B14F-4D97-AF65-F5344CB8AC3E}">
        <p14:creationId xmlns:p14="http://schemas.microsoft.com/office/powerpoint/2010/main" val="87746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814B9-469A-0B2C-A51E-0C7E40D42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B420081-20F1-7EB7-2D87-8EF44C187A89}"/>
              </a:ext>
            </a:extLst>
          </p:cNvPr>
          <p:cNvSpPr/>
          <p:nvPr/>
        </p:nvSpPr>
        <p:spPr>
          <a:xfrm>
            <a:off x="5758191" y="1026872"/>
            <a:ext cx="74732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endParaRPr lang="es-MX" sz="22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9D72C9C-D28F-6515-333D-FC3DE4897395}"/>
              </a:ext>
            </a:extLst>
          </p:cNvPr>
          <p:cNvSpPr/>
          <p:nvPr/>
        </p:nvSpPr>
        <p:spPr>
          <a:xfrm>
            <a:off x="5845077" y="1477959"/>
            <a:ext cx="57579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220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672DAA4-F0C4-46C9-8BBC-A780BF8AF2B7}"/>
              </a:ext>
            </a:extLst>
          </p:cNvPr>
          <p:cNvSpPr/>
          <p:nvPr/>
        </p:nvSpPr>
        <p:spPr>
          <a:xfrm>
            <a:off x="5300284" y="5691462"/>
            <a:ext cx="641685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0781E44D-7626-9B23-FBAC-3E1AA55313C5}"/>
              </a:ext>
            </a:extLst>
          </p:cNvPr>
          <p:cNvSpPr/>
          <p:nvPr/>
        </p:nvSpPr>
        <p:spPr>
          <a:xfrm>
            <a:off x="4987158" y="880428"/>
            <a:ext cx="2289386" cy="291703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4F0ABC48-4458-27B4-E13B-C0CDD7EB18E0}"/>
              </a:ext>
            </a:extLst>
          </p:cNvPr>
          <p:cNvSpPr/>
          <p:nvPr/>
        </p:nvSpPr>
        <p:spPr>
          <a:xfrm>
            <a:off x="5306478" y="1562366"/>
            <a:ext cx="1717647" cy="2141238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Diagrama de flujo: conector 16">
            <a:extLst>
              <a:ext uri="{FF2B5EF4-FFF2-40B4-BE49-F238E27FC236}">
                <a16:creationId xmlns:a16="http://schemas.microsoft.com/office/drawing/2014/main" id="{6C393B69-0BCE-C244-CCB4-EA0A7A14E0F4}"/>
              </a:ext>
            </a:extLst>
          </p:cNvPr>
          <p:cNvSpPr/>
          <p:nvPr/>
        </p:nvSpPr>
        <p:spPr>
          <a:xfrm>
            <a:off x="5601612" y="2328639"/>
            <a:ext cx="1094015" cy="1318844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2DB6A13A-B5FB-6C64-8C5E-31788ACDA0A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CD9ED50-5456-4EF0-1EC5-83151BEA5536}"/>
              </a:ext>
            </a:extLst>
          </p:cNvPr>
          <p:cNvSpPr/>
          <p:nvPr/>
        </p:nvSpPr>
        <p:spPr>
          <a:xfrm>
            <a:off x="249172" y="143605"/>
            <a:ext cx="117065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Versión de la jerarquía temporal a la que llegamos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DF18691-ED6C-30A4-F6CC-A4388FE021B5}"/>
              </a:ext>
            </a:extLst>
          </p:cNvPr>
          <p:cNvSpPr txBox="1"/>
          <p:nvPr/>
        </p:nvSpPr>
        <p:spPr>
          <a:xfrm>
            <a:off x="2546057" y="2641480"/>
            <a:ext cx="2202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Lenguajes </a:t>
            </a:r>
            <a:r>
              <a:rPr lang="es-A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B035525-1EA8-1397-9CD7-79889693A2EC}"/>
              </a:ext>
            </a:extLst>
          </p:cNvPr>
          <p:cNvSpPr txBox="1"/>
          <p:nvPr/>
        </p:nvSpPr>
        <p:spPr>
          <a:xfrm>
            <a:off x="7596151" y="1754169"/>
            <a:ext cx="2339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Lenguajes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verificables</a:t>
            </a: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71712177-9E2C-8BBF-0EC1-B5D2752D46B0}"/>
              </a:ext>
            </a:extLst>
          </p:cNvPr>
          <p:cNvCxnSpPr>
            <a:cxnSpLocks/>
          </p:cNvCxnSpPr>
          <p:nvPr/>
        </p:nvCxnSpPr>
        <p:spPr>
          <a:xfrm rot="10800000" flipH="1">
            <a:off x="6434734" y="2021411"/>
            <a:ext cx="117878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A2728F42-9229-C100-745C-77FBBFF900F4}"/>
              </a:ext>
            </a:extLst>
          </p:cNvPr>
          <p:cNvSpPr/>
          <p:nvPr/>
        </p:nvSpPr>
        <p:spPr>
          <a:xfrm>
            <a:off x="5962510" y="2795368"/>
            <a:ext cx="37221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22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B51ECB4-B35C-E86A-D39F-29C80C52CF47}"/>
              </a:ext>
            </a:extLst>
          </p:cNvPr>
          <p:cNvSpPr/>
          <p:nvPr/>
        </p:nvSpPr>
        <p:spPr>
          <a:xfrm>
            <a:off x="10217070" y="5948437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F86048D-4BAE-213D-D50F-BC0A8F8A7DC5}"/>
              </a:ext>
            </a:extLst>
          </p:cNvPr>
          <p:cNvSpPr/>
          <p:nvPr/>
        </p:nvSpPr>
        <p:spPr>
          <a:xfrm>
            <a:off x="10152186" y="4962962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C8E6D74-604E-2BA7-D67A-846D76A4024A}"/>
              </a:ext>
            </a:extLst>
          </p:cNvPr>
          <p:cNvSpPr/>
          <p:nvPr/>
        </p:nvSpPr>
        <p:spPr>
          <a:xfrm>
            <a:off x="8199195" y="5316637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F7256A0-70DC-DCAC-D559-9BAB60B66C63}"/>
              </a:ext>
            </a:extLst>
          </p:cNvPr>
          <p:cNvCxnSpPr>
            <a:cxnSpLocks/>
          </p:cNvCxnSpPr>
          <p:nvPr/>
        </p:nvCxnSpPr>
        <p:spPr>
          <a:xfrm>
            <a:off x="7064117" y="5836500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985CC41A-AC21-FEE3-D925-FCA9FB2CB88A}"/>
              </a:ext>
            </a:extLst>
          </p:cNvPr>
          <p:cNvCxnSpPr>
            <a:cxnSpLocks/>
          </p:cNvCxnSpPr>
          <p:nvPr/>
        </p:nvCxnSpPr>
        <p:spPr>
          <a:xfrm>
            <a:off x="9113595" y="5804697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ítulo 1">
            <a:extLst>
              <a:ext uri="{FF2B5EF4-FFF2-40B4-BE49-F238E27FC236}">
                <a16:creationId xmlns:a16="http://schemas.microsoft.com/office/drawing/2014/main" id="{452F4D4E-5709-D055-39D5-D1D71CEF2F44}"/>
              </a:ext>
            </a:extLst>
          </p:cNvPr>
          <p:cNvSpPr txBox="1">
            <a:spLocks/>
          </p:cNvSpPr>
          <p:nvPr/>
        </p:nvSpPr>
        <p:spPr>
          <a:xfrm>
            <a:off x="7444135" y="5539026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44C8E8B9-655C-31FC-45D5-EB94EBF3454B}"/>
              </a:ext>
            </a:extLst>
          </p:cNvPr>
          <p:cNvCxnSpPr>
            <a:cxnSpLocks/>
          </p:cNvCxnSpPr>
          <p:nvPr/>
        </p:nvCxnSpPr>
        <p:spPr>
          <a:xfrm flipV="1">
            <a:off x="9116504" y="5135885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ítulo 1">
            <a:extLst>
              <a:ext uri="{FF2B5EF4-FFF2-40B4-BE49-F238E27FC236}">
                <a16:creationId xmlns:a16="http://schemas.microsoft.com/office/drawing/2014/main" id="{C4C64C19-D1C8-4B36-5FC0-E99420E44DD0}"/>
              </a:ext>
            </a:extLst>
          </p:cNvPr>
          <p:cNvSpPr txBox="1">
            <a:spLocks/>
          </p:cNvSpPr>
          <p:nvPr/>
        </p:nvSpPr>
        <p:spPr>
          <a:xfrm>
            <a:off x="8442399" y="5607895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C513A08-44B1-C5E8-AB6E-328B5AFD0CEA}"/>
              </a:ext>
            </a:extLst>
          </p:cNvPr>
          <p:cNvSpPr txBox="1"/>
          <p:nvPr/>
        </p:nvSpPr>
        <p:spPr>
          <a:xfrm>
            <a:off x="7429880" y="6216652"/>
            <a:ext cx="3086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u="sng" dirty="0">
                <a:latin typeface="Arial" panose="020B0604020202020204" pitchFamily="34" charset="0"/>
                <a:cs typeface="Arial" panose="020B0604020202020204" pitchFamily="34" charset="0"/>
              </a:rPr>
              <a:t>M tarda tiempo </a:t>
            </a:r>
            <a:r>
              <a:rPr lang="es-AR" sz="1600" u="sng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u="sng" dirty="0">
                <a:latin typeface="Arial" panose="020B0604020202020204" pitchFamily="34" charset="0"/>
                <a:cs typeface="Arial" panose="020B0604020202020204" pitchFamily="34" charset="0"/>
              </a:rPr>
              <a:t>(|w|)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BF2D0B4-37B1-130C-2B14-4834DE462A3D}"/>
              </a:ext>
            </a:extLst>
          </p:cNvPr>
          <p:cNvSpPr/>
          <p:nvPr/>
        </p:nvSpPr>
        <p:spPr>
          <a:xfrm>
            <a:off x="6094263" y="4053662"/>
            <a:ext cx="553916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 está en NP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existe una MT M que para todo w: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es-AR" sz="1600" dirty="0"/>
              <a:t>∈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L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existe x tal que M acepta (w, x) en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12FA3D9-1DB9-D3C5-C423-64F25654E597}"/>
              </a:ext>
            </a:extLst>
          </p:cNvPr>
          <p:cNvSpPr txBox="1"/>
          <p:nvPr/>
        </p:nvSpPr>
        <p:spPr>
          <a:xfrm>
            <a:off x="7276544" y="2590087"/>
            <a:ext cx="26501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Asumiendo P 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≠ NP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39778B0-FB8E-0AB5-6475-491694DFBA29}"/>
              </a:ext>
            </a:extLst>
          </p:cNvPr>
          <p:cNvSpPr txBox="1"/>
          <p:nvPr/>
        </p:nvSpPr>
        <p:spPr>
          <a:xfrm>
            <a:off x="7291313" y="2836392"/>
            <a:ext cx="26501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Asumiendo NP 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≠ EXP</a:t>
            </a: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Se cumple P </a:t>
            </a: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EXP 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D2460E9-AC38-6462-45D3-9ED412D0271C}"/>
              </a:ext>
            </a:extLst>
          </p:cNvPr>
          <p:cNvSpPr/>
          <p:nvPr/>
        </p:nvSpPr>
        <p:spPr>
          <a:xfrm>
            <a:off x="5857924" y="1793145"/>
            <a:ext cx="57579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22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9FE236E-53CC-3884-2CFF-E617608A6374}"/>
              </a:ext>
            </a:extLst>
          </p:cNvPr>
          <p:cNvSpPr/>
          <p:nvPr/>
        </p:nvSpPr>
        <p:spPr>
          <a:xfrm>
            <a:off x="4070538" y="5924319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363F34E-06E3-F891-F4EF-45BB9C2E13FD}"/>
              </a:ext>
            </a:extLst>
          </p:cNvPr>
          <p:cNvSpPr/>
          <p:nvPr/>
        </p:nvSpPr>
        <p:spPr>
          <a:xfrm>
            <a:off x="4005654" y="4938844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BEA52E7-AA12-0DD2-96E9-CCE5F0CEE3BA}"/>
              </a:ext>
            </a:extLst>
          </p:cNvPr>
          <p:cNvSpPr/>
          <p:nvPr/>
        </p:nvSpPr>
        <p:spPr>
          <a:xfrm>
            <a:off x="2052663" y="5292519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7F17AAEB-9281-252D-16A8-42F4DA1F1AD7}"/>
              </a:ext>
            </a:extLst>
          </p:cNvPr>
          <p:cNvCxnSpPr>
            <a:cxnSpLocks/>
          </p:cNvCxnSpPr>
          <p:nvPr/>
        </p:nvCxnSpPr>
        <p:spPr>
          <a:xfrm>
            <a:off x="921509" y="5757979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DA796CC0-450E-6CAC-74DB-AF2C08B86A7E}"/>
              </a:ext>
            </a:extLst>
          </p:cNvPr>
          <p:cNvCxnSpPr>
            <a:cxnSpLocks/>
          </p:cNvCxnSpPr>
          <p:nvPr/>
        </p:nvCxnSpPr>
        <p:spPr>
          <a:xfrm>
            <a:off x="2967063" y="5780579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ítulo 1">
            <a:extLst>
              <a:ext uri="{FF2B5EF4-FFF2-40B4-BE49-F238E27FC236}">
                <a16:creationId xmlns:a16="http://schemas.microsoft.com/office/drawing/2014/main" id="{A2B07B71-8098-B8D3-5420-FF90CFD3DD81}"/>
              </a:ext>
            </a:extLst>
          </p:cNvPr>
          <p:cNvSpPr txBox="1">
            <a:spLocks/>
          </p:cNvSpPr>
          <p:nvPr/>
        </p:nvSpPr>
        <p:spPr>
          <a:xfrm>
            <a:off x="1313541" y="5453179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3A41A1E2-B21C-ACF8-5DD2-26D654E0A343}"/>
              </a:ext>
            </a:extLst>
          </p:cNvPr>
          <p:cNvCxnSpPr>
            <a:cxnSpLocks/>
          </p:cNvCxnSpPr>
          <p:nvPr/>
        </p:nvCxnSpPr>
        <p:spPr>
          <a:xfrm flipV="1">
            <a:off x="2969972" y="5111767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ítulo 1">
            <a:extLst>
              <a:ext uri="{FF2B5EF4-FFF2-40B4-BE49-F238E27FC236}">
                <a16:creationId xmlns:a16="http://schemas.microsoft.com/office/drawing/2014/main" id="{5D619493-7EE0-5680-8868-B8F27BD9F4FB}"/>
              </a:ext>
            </a:extLst>
          </p:cNvPr>
          <p:cNvSpPr txBox="1">
            <a:spLocks/>
          </p:cNvSpPr>
          <p:nvPr/>
        </p:nvSpPr>
        <p:spPr>
          <a:xfrm>
            <a:off x="2295867" y="5583777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2F10218-0138-91D7-AB68-7315BF83059A}"/>
              </a:ext>
            </a:extLst>
          </p:cNvPr>
          <p:cNvSpPr txBox="1"/>
          <p:nvPr/>
        </p:nvSpPr>
        <p:spPr>
          <a:xfrm>
            <a:off x="1245486" y="6210858"/>
            <a:ext cx="28221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u="sng" dirty="0">
                <a:latin typeface="Arial" panose="020B0604020202020204" pitchFamily="34" charset="0"/>
                <a:cs typeface="Arial" panose="020B0604020202020204" pitchFamily="34" charset="0"/>
              </a:rPr>
              <a:t>M tarda tiempo </a:t>
            </a:r>
            <a:r>
              <a:rPr lang="es-AR" sz="1600" u="sng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u="sng" dirty="0">
                <a:latin typeface="Arial" panose="020B0604020202020204" pitchFamily="34" charset="0"/>
                <a:cs typeface="Arial" panose="020B0604020202020204" pitchFamily="34" charset="0"/>
              </a:rPr>
              <a:t>(|w|)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18AE8AA5-5DF8-B1C6-AFBB-06FB0856B8AB}"/>
              </a:ext>
            </a:extLst>
          </p:cNvPr>
          <p:cNvSpPr/>
          <p:nvPr/>
        </p:nvSpPr>
        <p:spPr>
          <a:xfrm>
            <a:off x="527403" y="4088719"/>
            <a:ext cx="45914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 está en P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existe una MT M que para todo w: 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es-AR" sz="1600" dirty="0"/>
              <a:t>∈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L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M acepta w en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82E48D3E-59CD-0B47-102D-5094291E23B8}"/>
              </a:ext>
            </a:extLst>
          </p:cNvPr>
          <p:cNvCxnSpPr>
            <a:cxnSpLocks/>
          </p:cNvCxnSpPr>
          <p:nvPr/>
        </p:nvCxnSpPr>
        <p:spPr>
          <a:xfrm flipH="1">
            <a:off x="4721938" y="2988061"/>
            <a:ext cx="117878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EE9E6BD-A984-6BA8-AEC8-4F3B5A8E2CCB}"/>
              </a:ext>
            </a:extLst>
          </p:cNvPr>
          <p:cNvCxnSpPr>
            <a:cxnSpLocks/>
          </p:cNvCxnSpPr>
          <p:nvPr/>
        </p:nvCxnSpPr>
        <p:spPr>
          <a:xfrm flipH="1">
            <a:off x="4579409" y="1242315"/>
            <a:ext cx="117878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DD00EB2-5951-D6C9-3BE2-D48A3268C5AA}"/>
              </a:ext>
            </a:extLst>
          </p:cNvPr>
          <p:cNvSpPr txBox="1"/>
          <p:nvPr/>
        </p:nvSpPr>
        <p:spPr>
          <a:xfrm>
            <a:off x="2426246" y="918109"/>
            <a:ext cx="2202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Lenguajes </a:t>
            </a:r>
            <a:r>
              <a:rPr lang="es-A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E42DCD7D-3DF9-917D-C2B7-44FC9E5051C9}"/>
              </a:ext>
            </a:extLst>
          </p:cNvPr>
          <p:cNvCxnSpPr>
            <a:cxnSpLocks/>
          </p:cNvCxnSpPr>
          <p:nvPr/>
        </p:nvCxnSpPr>
        <p:spPr>
          <a:xfrm rot="-120000">
            <a:off x="8607705" y="4748131"/>
            <a:ext cx="1825" cy="5441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ítulo 1">
            <a:extLst>
              <a:ext uri="{FF2B5EF4-FFF2-40B4-BE49-F238E27FC236}">
                <a16:creationId xmlns:a16="http://schemas.microsoft.com/office/drawing/2014/main" id="{7BBE9F75-760A-4C1B-4ED1-40099ECC4186}"/>
              </a:ext>
            </a:extLst>
          </p:cNvPr>
          <p:cNvSpPr txBox="1">
            <a:spLocks/>
          </p:cNvSpPr>
          <p:nvPr/>
        </p:nvSpPr>
        <p:spPr>
          <a:xfrm>
            <a:off x="8582637" y="4904805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6632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/>
      <p:bldP spid="20" grpId="0"/>
      <p:bldP spid="21" grpId="0" animBg="1"/>
      <p:bldP spid="24" grpId="0"/>
      <p:bldP spid="26" grpId="0"/>
      <p:bldP spid="30" grpId="0"/>
      <p:bldP spid="13" grpId="0"/>
      <p:bldP spid="29" grpId="0"/>
      <p:bldP spid="33" grpId="0"/>
      <p:bldP spid="34" grpId="0" animBg="1"/>
      <p:bldP spid="37" grpId="0"/>
      <p:bldP spid="39" grpId="0"/>
      <p:bldP spid="40" grpId="0"/>
      <p:bldP spid="41" grpId="0"/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67854" y="852328"/>
            <a:ext cx="11924145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Una manera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reforzar la sospecha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 que un lenguaje de NP no está en P es probando que e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NP-completo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sz="17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sz="17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sz="10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Se prueba que si un lenguaje NP-completo está en P, se cumple P = NP.</a:t>
            </a:r>
          </a:p>
          <a:p>
            <a:pPr algn="just"/>
            <a:endParaRPr lang="es-AR" sz="12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Por lo tanto,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si se cumple P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≠ NP, un lenguaje NP-completo no está en P.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</a:p>
          <a:p>
            <a:pPr algn="just"/>
            <a:endParaRPr lang="es-AR" sz="1200" b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1" name="Slide Number Placeholder 2">
            <a:extLst>
              <a:ext uri="{FF2B5EF4-FFF2-40B4-BE49-F238E27FC236}">
                <a16:creationId xmlns:a16="http://schemas.microsoft.com/office/drawing/2014/main" id="{2F17C997-A76C-465A-9E2D-1CBE1E5A5514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175F06D-4336-F1F6-0CAC-7E164D262EA8}"/>
              </a:ext>
            </a:extLst>
          </p:cNvPr>
          <p:cNvSpPr/>
          <p:nvPr/>
        </p:nvSpPr>
        <p:spPr>
          <a:xfrm>
            <a:off x="249172" y="143605"/>
            <a:ext cx="58468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Lenguajes NP-completos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957BC1B-6593-79DC-6C60-5A6A5AB98F5A}"/>
              </a:ext>
            </a:extLst>
          </p:cNvPr>
          <p:cNvSpPr/>
          <p:nvPr/>
        </p:nvSpPr>
        <p:spPr>
          <a:xfrm>
            <a:off x="7957921" y="2677732"/>
            <a:ext cx="57579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2200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0C496DEB-5BC5-82D2-9DD7-1B0CD8B30272}"/>
              </a:ext>
            </a:extLst>
          </p:cNvPr>
          <p:cNvSpPr/>
          <p:nvPr/>
        </p:nvSpPr>
        <p:spPr>
          <a:xfrm>
            <a:off x="7366682" y="1775638"/>
            <a:ext cx="1775792" cy="3344249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7FD803E3-A2FB-DE3F-E80A-B9AAAE3492AA}"/>
              </a:ext>
            </a:extLst>
          </p:cNvPr>
          <p:cNvSpPr/>
          <p:nvPr/>
        </p:nvSpPr>
        <p:spPr>
          <a:xfrm>
            <a:off x="7701266" y="3766601"/>
            <a:ext cx="1094015" cy="1233037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6888AF5-31B9-BA68-4845-EFC7D67D49E0}"/>
              </a:ext>
            </a:extLst>
          </p:cNvPr>
          <p:cNvSpPr/>
          <p:nvPr/>
        </p:nvSpPr>
        <p:spPr>
          <a:xfrm>
            <a:off x="8073662" y="4165416"/>
            <a:ext cx="37221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22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4935F6F-1FF9-4CF3-945B-5246353D1D3D}"/>
              </a:ext>
            </a:extLst>
          </p:cNvPr>
          <p:cNvSpPr/>
          <p:nvPr/>
        </p:nvSpPr>
        <p:spPr>
          <a:xfrm>
            <a:off x="7957921" y="3243381"/>
            <a:ext cx="6832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2800" dirty="0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E86062E0-0727-34AC-B6E7-244C26A60292}"/>
              </a:ext>
            </a:extLst>
          </p:cNvPr>
          <p:cNvSpPr/>
          <p:nvPr/>
        </p:nvSpPr>
        <p:spPr>
          <a:xfrm>
            <a:off x="7707570" y="1909124"/>
            <a:ext cx="1094015" cy="1332982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E0125F1-A898-9C06-3657-7B8C71AFAD1F}"/>
              </a:ext>
            </a:extLst>
          </p:cNvPr>
          <p:cNvSpPr/>
          <p:nvPr/>
        </p:nvSpPr>
        <p:spPr>
          <a:xfrm>
            <a:off x="7864886" y="2264976"/>
            <a:ext cx="77938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NPC</a:t>
            </a:r>
            <a:endParaRPr lang="es-MX" sz="22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EC63F85-BE20-CA6B-85C3-AD93F0C66364}"/>
              </a:ext>
            </a:extLst>
          </p:cNvPr>
          <p:cNvSpPr/>
          <p:nvPr/>
        </p:nvSpPr>
        <p:spPr>
          <a:xfrm>
            <a:off x="3014374" y="2677732"/>
            <a:ext cx="57579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2200" dirty="0"/>
          </a:p>
        </p:txBody>
      </p:sp>
      <p:sp>
        <p:nvSpPr>
          <p:cNvPr id="17" name="Diagrama de flujo: conector 16">
            <a:extLst>
              <a:ext uri="{FF2B5EF4-FFF2-40B4-BE49-F238E27FC236}">
                <a16:creationId xmlns:a16="http://schemas.microsoft.com/office/drawing/2014/main" id="{F126C47D-428F-32DC-64E4-EF34A6D39B01}"/>
              </a:ext>
            </a:extLst>
          </p:cNvPr>
          <p:cNvSpPr/>
          <p:nvPr/>
        </p:nvSpPr>
        <p:spPr>
          <a:xfrm>
            <a:off x="2423135" y="1775638"/>
            <a:ext cx="1775792" cy="3344249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2D072FD7-889E-5BBA-A31F-2CBE6284EC6C}"/>
              </a:ext>
            </a:extLst>
          </p:cNvPr>
          <p:cNvSpPr/>
          <p:nvPr/>
        </p:nvSpPr>
        <p:spPr>
          <a:xfrm>
            <a:off x="2757719" y="3766601"/>
            <a:ext cx="1094015" cy="1233037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9C620C7-6325-0A6D-22FD-899C0616940C}"/>
              </a:ext>
            </a:extLst>
          </p:cNvPr>
          <p:cNvSpPr/>
          <p:nvPr/>
        </p:nvSpPr>
        <p:spPr>
          <a:xfrm>
            <a:off x="3124920" y="4222505"/>
            <a:ext cx="37221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22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A25C827-C150-878F-2261-9B204F440A12}"/>
              </a:ext>
            </a:extLst>
          </p:cNvPr>
          <p:cNvSpPr/>
          <p:nvPr/>
        </p:nvSpPr>
        <p:spPr>
          <a:xfrm>
            <a:off x="2969429" y="2867366"/>
            <a:ext cx="6832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2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B4E2C3A-D6CC-3811-B824-55D728A52A2E}"/>
              </a:ext>
            </a:extLst>
          </p:cNvPr>
          <p:cNvSpPr txBox="1"/>
          <p:nvPr/>
        </p:nvSpPr>
        <p:spPr>
          <a:xfrm>
            <a:off x="9392824" y="2523844"/>
            <a:ext cx="25313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Clase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NPC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de los lenguajes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NP-completos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02D6A0E0-91C1-5F66-EB3B-FD6445618F49}"/>
              </a:ext>
            </a:extLst>
          </p:cNvPr>
          <p:cNvCxnSpPr>
            <a:cxnSpLocks/>
          </p:cNvCxnSpPr>
          <p:nvPr/>
        </p:nvCxnSpPr>
        <p:spPr>
          <a:xfrm rot="10800000" flipH="1">
            <a:off x="8231408" y="2791086"/>
            <a:ext cx="117878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8924A266-FE39-3966-4E6B-D97D29B916D6}"/>
              </a:ext>
            </a:extLst>
          </p:cNvPr>
          <p:cNvSpPr/>
          <p:nvPr/>
        </p:nvSpPr>
        <p:spPr>
          <a:xfrm>
            <a:off x="5311334" y="3191546"/>
            <a:ext cx="978408" cy="48463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008314D-6326-16D4-8213-2634F3DCC9B4}"/>
              </a:ext>
            </a:extLst>
          </p:cNvPr>
          <p:cNvSpPr txBox="1"/>
          <p:nvPr/>
        </p:nvSpPr>
        <p:spPr>
          <a:xfrm>
            <a:off x="4639161" y="3766601"/>
            <a:ext cx="25313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Versión más detallada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de la clase NP</a:t>
            </a:r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2DA9492-AFE5-B1B9-2F35-4D306B80AB54}"/>
              </a:ext>
            </a:extLst>
          </p:cNvPr>
          <p:cNvSpPr txBox="1"/>
          <p:nvPr/>
        </p:nvSpPr>
        <p:spPr>
          <a:xfrm>
            <a:off x="9410190" y="3088423"/>
            <a:ext cx="26501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la práctica, se asume que no están en P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9C87BFD-5764-E9A6-C62C-94E4CD864CAB}"/>
              </a:ext>
            </a:extLst>
          </p:cNvPr>
          <p:cNvSpPr txBox="1"/>
          <p:nvPr/>
        </p:nvSpPr>
        <p:spPr>
          <a:xfrm>
            <a:off x="8641121" y="4861790"/>
            <a:ext cx="26501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Asumiendo P 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≠ NP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ADFA982-8C99-B02C-F36F-0AA5CDF2818E}"/>
              </a:ext>
            </a:extLst>
          </p:cNvPr>
          <p:cNvSpPr txBox="1"/>
          <p:nvPr/>
        </p:nvSpPr>
        <p:spPr>
          <a:xfrm>
            <a:off x="3631677" y="4891070"/>
            <a:ext cx="26501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Asumiendo P 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≠ NP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65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410537" y="1004367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76986" y="787546"/>
            <a:ext cx="11638028" cy="4601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reducción polinomial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de un lenguaje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 un lenguaje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   es una reducción de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tiempo polinomial 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 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 lenguaje L es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NP-completo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o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 ∈ NPC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1.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 ∈ NP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2.  Todo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∈ NP cumple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MX" dirty="0"/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 (se dice que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 es NP-difícil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86BACF6-3407-435B-B352-1EEAB40F95BB}"/>
              </a:ext>
            </a:extLst>
          </p:cNvPr>
          <p:cNvSpPr/>
          <p:nvPr/>
        </p:nvSpPr>
        <p:spPr>
          <a:xfrm>
            <a:off x="3135282" y="4252255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MX" b="1" dirty="0">
              <a:solidFill>
                <a:srgbClr val="0070C0"/>
              </a:solidFill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324D2DD-91F9-4350-B114-673D0D4D75C4}"/>
              </a:ext>
            </a:extLst>
          </p:cNvPr>
          <p:cNvSpPr/>
          <p:nvPr/>
        </p:nvSpPr>
        <p:spPr>
          <a:xfrm>
            <a:off x="1579715" y="3318408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5768BE7-CD28-44E1-85FD-20C867072B0D}"/>
              </a:ext>
            </a:extLst>
          </p:cNvPr>
          <p:cNvSpPr/>
          <p:nvPr/>
        </p:nvSpPr>
        <p:spPr>
          <a:xfrm>
            <a:off x="1373507" y="3531067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B3603F0-8112-45F8-AB71-6C91E4316922}"/>
              </a:ext>
            </a:extLst>
          </p:cNvPr>
          <p:cNvSpPr/>
          <p:nvPr/>
        </p:nvSpPr>
        <p:spPr>
          <a:xfrm>
            <a:off x="1210378" y="3848181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68C133C-90A7-435A-A6CD-9475A0E09E59}"/>
              </a:ext>
            </a:extLst>
          </p:cNvPr>
          <p:cNvSpPr/>
          <p:nvPr/>
        </p:nvSpPr>
        <p:spPr>
          <a:xfrm>
            <a:off x="1598228" y="4928515"/>
            <a:ext cx="5983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b="1" dirty="0">
              <a:solidFill>
                <a:srgbClr val="0070C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CCB2763-8D59-41AA-A362-DCC9A00D6E81}"/>
              </a:ext>
            </a:extLst>
          </p:cNvPr>
          <p:cNvSpPr/>
          <p:nvPr/>
        </p:nvSpPr>
        <p:spPr>
          <a:xfrm>
            <a:off x="1995935" y="3056686"/>
            <a:ext cx="8287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2800" dirty="0"/>
          </a:p>
        </p:txBody>
      </p:sp>
      <p:sp>
        <p:nvSpPr>
          <p:cNvPr id="28" name="Diagrama de flujo: conector 27">
            <a:extLst>
              <a:ext uri="{FF2B5EF4-FFF2-40B4-BE49-F238E27FC236}">
                <a16:creationId xmlns:a16="http://schemas.microsoft.com/office/drawing/2014/main" id="{7747B9F9-D06D-4ECC-8298-B5C8975BDE03}"/>
              </a:ext>
            </a:extLst>
          </p:cNvPr>
          <p:cNvSpPr/>
          <p:nvPr/>
        </p:nvSpPr>
        <p:spPr>
          <a:xfrm>
            <a:off x="1031562" y="3060941"/>
            <a:ext cx="2490605" cy="247284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E9D81B9C-0BB5-422D-A00E-43D9D0AD2EC7}"/>
              </a:ext>
            </a:extLst>
          </p:cNvPr>
          <p:cNvCxnSpPr>
            <a:cxnSpLocks/>
          </p:cNvCxnSpPr>
          <p:nvPr/>
        </p:nvCxnSpPr>
        <p:spPr>
          <a:xfrm>
            <a:off x="1936194" y="3603901"/>
            <a:ext cx="1202215" cy="728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575A70B1-AD2D-4DF2-804E-9ADF0C2F71E3}"/>
              </a:ext>
            </a:extLst>
          </p:cNvPr>
          <p:cNvCxnSpPr>
            <a:cxnSpLocks/>
          </p:cNvCxnSpPr>
          <p:nvPr/>
        </p:nvCxnSpPr>
        <p:spPr>
          <a:xfrm>
            <a:off x="1757708" y="3848181"/>
            <a:ext cx="1377574" cy="5842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5B108950-D434-4929-9A36-5AA2DB8916E0}"/>
              </a:ext>
            </a:extLst>
          </p:cNvPr>
          <p:cNvCxnSpPr>
            <a:cxnSpLocks/>
          </p:cNvCxnSpPr>
          <p:nvPr/>
        </p:nvCxnSpPr>
        <p:spPr>
          <a:xfrm>
            <a:off x="1608244" y="4131347"/>
            <a:ext cx="1527038" cy="3787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9E334291-8C38-4D24-AE7A-19D0CE8C76FE}"/>
              </a:ext>
            </a:extLst>
          </p:cNvPr>
          <p:cNvCxnSpPr>
            <a:cxnSpLocks/>
          </p:cNvCxnSpPr>
          <p:nvPr/>
        </p:nvCxnSpPr>
        <p:spPr>
          <a:xfrm flipV="1">
            <a:off x="1936194" y="4576353"/>
            <a:ext cx="1199088" cy="556103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391E881-B921-4C11-9F01-7484C6039284}"/>
              </a:ext>
            </a:extLst>
          </p:cNvPr>
          <p:cNvSpPr/>
          <p:nvPr/>
        </p:nvSpPr>
        <p:spPr>
          <a:xfrm>
            <a:off x="1210378" y="4266614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3C26FBFC-E1A6-45F9-8CDC-3F08150CB40A}"/>
              </a:ext>
            </a:extLst>
          </p:cNvPr>
          <p:cNvCxnSpPr>
            <a:cxnSpLocks/>
          </p:cNvCxnSpPr>
          <p:nvPr/>
        </p:nvCxnSpPr>
        <p:spPr>
          <a:xfrm>
            <a:off x="1592883" y="4515396"/>
            <a:ext cx="1536222" cy="329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B5E135CB-46D4-4981-BD33-58A5358B9224}"/>
              </a:ext>
            </a:extLst>
          </p:cNvPr>
          <p:cNvCxnSpPr>
            <a:cxnSpLocks/>
          </p:cNvCxnSpPr>
          <p:nvPr/>
        </p:nvCxnSpPr>
        <p:spPr>
          <a:xfrm>
            <a:off x="1379603" y="4646247"/>
            <a:ext cx="228641" cy="3221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0D4FD3E4-CF60-49F4-BFA3-EF7DD904705A}"/>
              </a:ext>
            </a:extLst>
          </p:cNvPr>
          <p:cNvCxnSpPr>
            <a:cxnSpLocks/>
          </p:cNvCxnSpPr>
          <p:nvPr/>
        </p:nvCxnSpPr>
        <p:spPr>
          <a:xfrm flipV="1">
            <a:off x="1961984" y="5217223"/>
            <a:ext cx="928812" cy="2035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ángulo 40">
            <a:extLst>
              <a:ext uri="{FF2B5EF4-FFF2-40B4-BE49-F238E27FC236}">
                <a16:creationId xmlns:a16="http://schemas.microsoft.com/office/drawing/2014/main" id="{E4B6FD5C-ED3D-45C6-9DFE-A3B4DE76B3E9}"/>
              </a:ext>
            </a:extLst>
          </p:cNvPr>
          <p:cNvSpPr/>
          <p:nvPr/>
        </p:nvSpPr>
        <p:spPr>
          <a:xfrm>
            <a:off x="2318294" y="3649771"/>
            <a:ext cx="3016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400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7AC8E2F5-176D-456F-93DD-2D84049625B3}"/>
              </a:ext>
            </a:extLst>
          </p:cNvPr>
          <p:cNvSpPr/>
          <p:nvPr/>
        </p:nvSpPr>
        <p:spPr>
          <a:xfrm>
            <a:off x="2123644" y="3795577"/>
            <a:ext cx="3016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40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D01C3FC3-53CA-49AA-99CA-46FDC5FB184D}"/>
              </a:ext>
            </a:extLst>
          </p:cNvPr>
          <p:cNvSpPr/>
          <p:nvPr/>
        </p:nvSpPr>
        <p:spPr>
          <a:xfrm>
            <a:off x="1921242" y="3980309"/>
            <a:ext cx="3016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sz="1400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5D6938B4-36B5-4AFC-A88B-264F29CDB98E}"/>
              </a:ext>
            </a:extLst>
          </p:cNvPr>
          <p:cNvSpPr/>
          <p:nvPr/>
        </p:nvSpPr>
        <p:spPr>
          <a:xfrm>
            <a:off x="2098942" y="4254579"/>
            <a:ext cx="3016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sz="1400" dirty="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CF449B3-8085-4451-8C8B-D12BEF4238A1}"/>
              </a:ext>
            </a:extLst>
          </p:cNvPr>
          <p:cNvSpPr/>
          <p:nvPr/>
        </p:nvSpPr>
        <p:spPr>
          <a:xfrm>
            <a:off x="2196535" y="4661120"/>
            <a:ext cx="5169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sz="1400" b="1" dirty="0">
              <a:solidFill>
                <a:srgbClr val="0070C0"/>
              </a:solidFill>
            </a:endParaRP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CA132DD2-0356-2593-8543-D1DEF2642E5F}"/>
              </a:ext>
            </a:extLst>
          </p:cNvPr>
          <p:cNvSpPr/>
          <p:nvPr/>
        </p:nvSpPr>
        <p:spPr>
          <a:xfrm>
            <a:off x="7281386" y="490119"/>
            <a:ext cx="713494" cy="1075000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E50EB27-D924-0CC6-D1B3-963E403F83F6}"/>
              </a:ext>
            </a:extLst>
          </p:cNvPr>
          <p:cNvSpPr/>
          <p:nvPr/>
        </p:nvSpPr>
        <p:spPr>
          <a:xfrm>
            <a:off x="7409907" y="519453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b="1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7C110D1-65D2-548B-7E88-28542A3946AB}"/>
              </a:ext>
            </a:extLst>
          </p:cNvPr>
          <p:cNvCxnSpPr>
            <a:cxnSpLocks/>
          </p:cNvCxnSpPr>
          <p:nvPr/>
        </p:nvCxnSpPr>
        <p:spPr>
          <a:xfrm>
            <a:off x="7734571" y="1329312"/>
            <a:ext cx="7214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46CFEED-8308-A381-6CD4-0409093F1847}"/>
              </a:ext>
            </a:extLst>
          </p:cNvPr>
          <p:cNvSpPr/>
          <p:nvPr/>
        </p:nvSpPr>
        <p:spPr>
          <a:xfrm>
            <a:off x="7445596" y="1108557"/>
            <a:ext cx="11977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sz="16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1B93455-A8C0-C685-1F24-02DF947A59B0}"/>
              </a:ext>
            </a:extLst>
          </p:cNvPr>
          <p:cNvSpPr/>
          <p:nvPr/>
        </p:nvSpPr>
        <p:spPr>
          <a:xfrm>
            <a:off x="8457953" y="1198213"/>
            <a:ext cx="503077" cy="578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493CAFC-59AD-557A-1EEA-6378520A68AD}"/>
              </a:ext>
            </a:extLst>
          </p:cNvPr>
          <p:cNvSpPr/>
          <p:nvPr/>
        </p:nvSpPr>
        <p:spPr>
          <a:xfrm>
            <a:off x="8521188" y="1330438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7045929-A464-FED5-065D-82C04BEE815B}"/>
              </a:ext>
            </a:extLst>
          </p:cNvPr>
          <p:cNvSpPr/>
          <p:nvPr/>
        </p:nvSpPr>
        <p:spPr>
          <a:xfrm>
            <a:off x="7470182" y="1506038"/>
            <a:ext cx="3083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sz="16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1B403C3-42EC-F1AD-3E0E-C1587D39CCA9}"/>
              </a:ext>
            </a:extLst>
          </p:cNvPr>
          <p:cNvSpPr txBox="1"/>
          <p:nvPr/>
        </p:nvSpPr>
        <p:spPr>
          <a:xfrm>
            <a:off x="9631036" y="1494055"/>
            <a:ext cx="588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f(w)</a:t>
            </a:r>
            <a:endParaRPr lang="es-AR" dirty="0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3653D4CE-71CD-30B0-38BA-694CDE3BC60D}"/>
              </a:ext>
            </a:extLst>
          </p:cNvPr>
          <p:cNvSpPr/>
          <p:nvPr/>
        </p:nvSpPr>
        <p:spPr>
          <a:xfrm>
            <a:off x="9499944" y="485902"/>
            <a:ext cx="713494" cy="1075000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9630C56-6089-C2B1-E169-8937FEC359CE}"/>
              </a:ext>
            </a:extLst>
          </p:cNvPr>
          <p:cNvSpPr/>
          <p:nvPr/>
        </p:nvSpPr>
        <p:spPr>
          <a:xfrm>
            <a:off x="9665209" y="519453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b="1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2DF26F2-3E47-2EA6-5F6B-DA221B8EAB9E}"/>
              </a:ext>
            </a:extLst>
          </p:cNvPr>
          <p:cNvSpPr txBox="1"/>
          <p:nvPr/>
        </p:nvSpPr>
        <p:spPr>
          <a:xfrm>
            <a:off x="9618510" y="1157441"/>
            <a:ext cx="588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f(w)</a:t>
            </a:r>
            <a:endParaRPr lang="es-AR" dirty="0"/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631FAB2F-19BF-8B7E-F649-6C76A73EE6DE}"/>
              </a:ext>
            </a:extLst>
          </p:cNvPr>
          <p:cNvCxnSpPr>
            <a:cxnSpLocks/>
          </p:cNvCxnSpPr>
          <p:nvPr/>
        </p:nvCxnSpPr>
        <p:spPr>
          <a:xfrm>
            <a:off x="7734571" y="1678721"/>
            <a:ext cx="7214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CBA4F947-8F11-2DEC-A528-640D6B742C21}"/>
              </a:ext>
            </a:extLst>
          </p:cNvPr>
          <p:cNvCxnSpPr>
            <a:cxnSpLocks/>
          </p:cNvCxnSpPr>
          <p:nvPr/>
        </p:nvCxnSpPr>
        <p:spPr>
          <a:xfrm>
            <a:off x="8973556" y="1329312"/>
            <a:ext cx="7214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5AA1A0BD-F5F5-2735-036F-74F8DC28345C}"/>
              </a:ext>
            </a:extLst>
          </p:cNvPr>
          <p:cNvCxnSpPr>
            <a:cxnSpLocks/>
          </p:cNvCxnSpPr>
          <p:nvPr/>
        </p:nvCxnSpPr>
        <p:spPr>
          <a:xfrm>
            <a:off x="8973556" y="1668992"/>
            <a:ext cx="7214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ángulo 51">
            <a:extLst>
              <a:ext uri="{FF2B5EF4-FFF2-40B4-BE49-F238E27FC236}">
                <a16:creationId xmlns:a16="http://schemas.microsoft.com/office/drawing/2014/main" id="{6B04516D-96D8-F399-C4C0-7D0A6DDB0B28}"/>
              </a:ext>
            </a:extLst>
          </p:cNvPr>
          <p:cNvSpPr/>
          <p:nvPr/>
        </p:nvSpPr>
        <p:spPr>
          <a:xfrm>
            <a:off x="7638133" y="1802635"/>
            <a:ext cx="232843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MX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hace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(|w|) pasos</a:t>
            </a:r>
          </a:p>
        </p:txBody>
      </p:sp>
      <p:sp>
        <p:nvSpPr>
          <p:cNvPr id="58" name="Slide Number Placeholder 2">
            <a:extLst>
              <a:ext uri="{FF2B5EF4-FFF2-40B4-BE49-F238E27FC236}">
                <a16:creationId xmlns:a16="http://schemas.microsoft.com/office/drawing/2014/main" id="{AE9B085A-394E-E121-39D6-3810D629C982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ED949D2-12D1-3D55-1A8A-53DC973A2D95}"/>
              </a:ext>
            </a:extLst>
          </p:cNvPr>
          <p:cNvSpPr/>
          <p:nvPr/>
        </p:nvSpPr>
        <p:spPr>
          <a:xfrm>
            <a:off x="6560645" y="4231965"/>
            <a:ext cx="533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dirty="0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706D16EB-4F2D-D04F-78F3-B8D7302846A4}"/>
              </a:ext>
            </a:extLst>
          </p:cNvPr>
          <p:cNvSpPr/>
          <p:nvPr/>
        </p:nvSpPr>
        <p:spPr>
          <a:xfrm>
            <a:off x="7085932" y="4117934"/>
            <a:ext cx="886987" cy="8675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1D9743AC-8094-F651-1140-70FAC04AC357}"/>
              </a:ext>
            </a:extLst>
          </p:cNvPr>
          <p:cNvSpPr/>
          <p:nvPr/>
        </p:nvSpPr>
        <p:spPr>
          <a:xfrm>
            <a:off x="8002038" y="4198582"/>
            <a:ext cx="533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f(w)</a:t>
            </a:r>
            <a:endParaRPr lang="es-AR" sz="1400" dirty="0"/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4DF4A9E6-E55B-AE9C-60A7-71667A45134D}"/>
              </a:ext>
            </a:extLst>
          </p:cNvPr>
          <p:cNvCxnSpPr>
            <a:cxnSpLocks/>
          </p:cNvCxnSpPr>
          <p:nvPr/>
        </p:nvCxnSpPr>
        <p:spPr>
          <a:xfrm>
            <a:off x="7963836" y="4475346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ángulo 72">
            <a:extLst>
              <a:ext uri="{FF2B5EF4-FFF2-40B4-BE49-F238E27FC236}">
                <a16:creationId xmlns:a16="http://schemas.microsoft.com/office/drawing/2014/main" id="{DF7DB2EE-A8C4-46CA-5E65-7B61A63D6778}"/>
              </a:ext>
            </a:extLst>
          </p:cNvPr>
          <p:cNvSpPr/>
          <p:nvPr/>
        </p:nvSpPr>
        <p:spPr>
          <a:xfrm>
            <a:off x="7324259" y="4351005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7248E7B4-B418-A393-576F-EDD69C9CDCBB}"/>
              </a:ext>
            </a:extLst>
          </p:cNvPr>
          <p:cNvSpPr/>
          <p:nvPr/>
        </p:nvSpPr>
        <p:spPr>
          <a:xfrm>
            <a:off x="8555630" y="4106571"/>
            <a:ext cx="886987" cy="8675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4EA78584-F55D-8909-2572-CC4F8A049647}"/>
              </a:ext>
            </a:extLst>
          </p:cNvPr>
          <p:cNvSpPr/>
          <p:nvPr/>
        </p:nvSpPr>
        <p:spPr>
          <a:xfrm>
            <a:off x="9835570" y="4556887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2E294189-564B-D901-0756-52D4FC5D7D69}"/>
              </a:ext>
            </a:extLst>
          </p:cNvPr>
          <p:cNvCxnSpPr>
            <a:cxnSpLocks/>
          </p:cNvCxnSpPr>
          <p:nvPr/>
        </p:nvCxnSpPr>
        <p:spPr>
          <a:xfrm flipV="1">
            <a:off x="9432299" y="4363629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ángulo 77">
            <a:extLst>
              <a:ext uri="{FF2B5EF4-FFF2-40B4-BE49-F238E27FC236}">
                <a16:creationId xmlns:a16="http://schemas.microsoft.com/office/drawing/2014/main" id="{C2E1ABFF-D518-8A28-AC11-A3BDAFD92DEE}"/>
              </a:ext>
            </a:extLst>
          </p:cNvPr>
          <p:cNvSpPr/>
          <p:nvPr/>
        </p:nvSpPr>
        <p:spPr>
          <a:xfrm>
            <a:off x="9845122" y="4175007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0C972588-8F28-06C1-409D-F65069459A88}"/>
              </a:ext>
            </a:extLst>
          </p:cNvPr>
          <p:cNvCxnSpPr>
            <a:cxnSpLocks/>
          </p:cNvCxnSpPr>
          <p:nvPr/>
        </p:nvCxnSpPr>
        <p:spPr>
          <a:xfrm>
            <a:off x="9421514" y="4559409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7B6F072C-6871-1BF0-C5D7-E2CD838472D7}"/>
              </a:ext>
            </a:extLst>
          </p:cNvPr>
          <p:cNvSpPr/>
          <p:nvPr/>
        </p:nvSpPr>
        <p:spPr>
          <a:xfrm>
            <a:off x="8776667" y="4394432"/>
            <a:ext cx="5312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3811C1EC-98D4-2C65-33E3-3C28A5CD5A23}"/>
              </a:ext>
            </a:extLst>
          </p:cNvPr>
          <p:cNvSpPr/>
          <p:nvPr/>
        </p:nvSpPr>
        <p:spPr>
          <a:xfrm>
            <a:off x="6918177" y="3699651"/>
            <a:ext cx="2726902" cy="142137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FEA100F7-99EA-D1FB-7817-3533D0B5A904}"/>
              </a:ext>
            </a:extLst>
          </p:cNvPr>
          <p:cNvSpPr/>
          <p:nvPr/>
        </p:nvSpPr>
        <p:spPr>
          <a:xfrm>
            <a:off x="4917915" y="5163483"/>
            <a:ext cx="690964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MX" sz="1600" baseline="-25000" dirty="0"/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hace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(|w|) pasos y M hace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(|f(w)| pasos, 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|f(w)|</a:t>
            </a:r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  poly(|w|)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Por lo tanto,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decide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(|w|) +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(|w|)) =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(|w|) pasos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B33615F0-7AE3-D884-A196-25B0678E9DDC}"/>
              </a:ext>
            </a:extLst>
          </p:cNvPr>
          <p:cNvSpPr txBox="1"/>
          <p:nvPr/>
        </p:nvSpPr>
        <p:spPr>
          <a:xfrm>
            <a:off x="5469944" y="3244613"/>
            <a:ext cx="56688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Teorema: si 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MX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 y L ∈ P, entonces 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MX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∈ P 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E7E26E1C-0E75-0E64-AB56-E09D91A39945}"/>
              </a:ext>
            </a:extLst>
          </p:cNvPr>
          <p:cNvSpPr txBox="1"/>
          <p:nvPr/>
        </p:nvSpPr>
        <p:spPr>
          <a:xfrm>
            <a:off x="1596058" y="6194162"/>
            <a:ext cx="9160191" cy="33855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Si L está en P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, todo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de NP está en P, es decir: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NP = P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. Así,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latin typeface="Arial" panose="020B0604020202020204" pitchFamily="34" charset="0"/>
                <a:ea typeface="Calibri" panose="020F0502020204030204" pitchFamily="34" charset="0"/>
              </a:rPr>
              <a:t>≠ NP, entonces L no está en P.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EDA12D8-4973-A8BF-08C7-984E4076EEBA}"/>
              </a:ext>
            </a:extLst>
          </p:cNvPr>
          <p:cNvSpPr/>
          <p:nvPr/>
        </p:nvSpPr>
        <p:spPr>
          <a:xfrm>
            <a:off x="249172" y="143605"/>
            <a:ext cx="62347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Definición y utilidad de la NP-completitud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AECDD66-EE39-AF85-6EA8-F18DC2502371}"/>
              </a:ext>
            </a:extLst>
          </p:cNvPr>
          <p:cNvSpPr txBox="1"/>
          <p:nvPr/>
        </p:nvSpPr>
        <p:spPr>
          <a:xfrm>
            <a:off x="8003926" y="3713249"/>
            <a:ext cx="902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8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MX" sz="1800" b="1" baseline="-25000" dirty="0">
                <a:solidFill>
                  <a:srgbClr val="0070C0"/>
                </a:solidFill>
              </a:rPr>
              <a:t> </a:t>
            </a:r>
            <a:endParaRPr lang="es-AR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12096F4E-9C10-E5A6-1984-F7E920134DB1}"/>
              </a:ext>
            </a:extLst>
          </p:cNvPr>
          <p:cNvCxnSpPr>
            <a:cxnSpLocks/>
          </p:cNvCxnSpPr>
          <p:nvPr/>
        </p:nvCxnSpPr>
        <p:spPr>
          <a:xfrm>
            <a:off x="6469654" y="4468747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16BA34CF-0C08-1609-41E6-D78CBE2726F5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7529426" y="3556964"/>
            <a:ext cx="197342" cy="5609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6DA46FC2-8229-F2BB-7355-FBBFA34F8C5B}"/>
              </a:ext>
            </a:extLst>
          </p:cNvPr>
          <p:cNvCxnSpPr>
            <a:cxnSpLocks/>
            <a:endCxn id="74" idx="0"/>
          </p:cNvCxnSpPr>
          <p:nvPr/>
        </p:nvCxnSpPr>
        <p:spPr>
          <a:xfrm>
            <a:off x="8526050" y="3561881"/>
            <a:ext cx="473074" cy="5446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03D92AEE-0AD5-DE68-DFF6-A8A726A18B1A}"/>
              </a:ext>
            </a:extLst>
          </p:cNvPr>
          <p:cNvCxnSpPr>
            <a:cxnSpLocks/>
          </p:cNvCxnSpPr>
          <p:nvPr/>
        </p:nvCxnSpPr>
        <p:spPr>
          <a:xfrm flipV="1">
            <a:off x="2048008" y="4490797"/>
            <a:ext cx="4287458" cy="662205"/>
          </a:xfrm>
          <a:prstGeom prst="straightConnector1">
            <a:avLst/>
          </a:prstGeom>
          <a:ln w="19050">
            <a:solidFill>
              <a:schemeClr val="accent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115E2E0C-8643-2748-F3AB-F85F1D945B64}"/>
              </a:ext>
            </a:extLst>
          </p:cNvPr>
          <p:cNvSpPr txBox="1"/>
          <p:nvPr/>
        </p:nvSpPr>
        <p:spPr>
          <a:xfrm>
            <a:off x="762209" y="5503010"/>
            <a:ext cx="31121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toda 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es una reducción polinomial</a:t>
            </a:r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97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1" grpId="0"/>
      <p:bldP spid="22" grpId="0"/>
      <p:bldP spid="23" grpId="0"/>
      <p:bldP spid="28" grpId="0" animBg="1"/>
      <p:bldP spid="33" grpId="0"/>
      <p:bldP spid="41" grpId="0"/>
      <p:bldP spid="42" grpId="0"/>
      <p:bldP spid="43" grpId="0"/>
      <p:bldP spid="44" grpId="0"/>
      <p:bldP spid="45" grpId="0"/>
      <p:bldP spid="62" grpId="0"/>
      <p:bldP spid="63" grpId="0" animBg="1"/>
      <p:bldP spid="66" grpId="0"/>
      <p:bldP spid="73" grpId="0"/>
      <p:bldP spid="74" grpId="0" animBg="1"/>
      <p:bldP spid="76" grpId="0"/>
      <p:bldP spid="78" grpId="0"/>
      <p:bldP spid="80" grpId="0"/>
      <p:bldP spid="85" grpId="0" animBg="1"/>
      <p:bldP spid="89" grpId="0"/>
      <p:bldP spid="92" grpId="0"/>
      <p:bldP spid="108" grpId="0" animBg="1"/>
      <p:bldP spid="7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88758" y="853059"/>
            <a:ext cx="882897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S. Cook (EEUU) y L. Levin (URSS), en 1971, encontraron casi en simultáneo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un primer lenguaje NP-completo,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el lenguaje SAT.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 = {φ | φ es una fórmula booleana sin cuantificadores y es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CFF47D1-C42A-48F7-94B9-9597B794EBD3}"/>
              </a:ext>
            </a:extLst>
          </p:cNvPr>
          <p:cNvSpPr/>
          <p:nvPr/>
        </p:nvSpPr>
        <p:spPr>
          <a:xfrm>
            <a:off x="10703042" y="1487341"/>
            <a:ext cx="4797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/>
              <a:t>SAT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3AF207C8-67B0-4447-AEF0-9F3F0C0BE00E}"/>
              </a:ext>
            </a:extLst>
          </p:cNvPr>
          <p:cNvSpPr/>
          <p:nvPr/>
        </p:nvSpPr>
        <p:spPr>
          <a:xfrm>
            <a:off x="10151795" y="655464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2400" dirty="0"/>
          </a:p>
        </p:txBody>
      </p:sp>
      <p:sp>
        <p:nvSpPr>
          <p:cNvPr id="52" name="Diagrama de flujo: conector 51">
            <a:extLst>
              <a:ext uri="{FF2B5EF4-FFF2-40B4-BE49-F238E27FC236}">
                <a16:creationId xmlns:a16="http://schemas.microsoft.com/office/drawing/2014/main" id="{FB948C1D-05BE-4476-8053-2EA129833774}"/>
              </a:ext>
            </a:extLst>
          </p:cNvPr>
          <p:cNvSpPr/>
          <p:nvPr/>
        </p:nvSpPr>
        <p:spPr>
          <a:xfrm>
            <a:off x="9625005" y="590550"/>
            <a:ext cx="1567475" cy="176530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510BAEFD-766B-45C5-B15B-CFE9B84CFB72}"/>
              </a:ext>
            </a:extLst>
          </p:cNvPr>
          <p:cNvCxnSpPr>
            <a:cxnSpLocks/>
          </p:cNvCxnSpPr>
          <p:nvPr/>
        </p:nvCxnSpPr>
        <p:spPr>
          <a:xfrm>
            <a:off x="10055294" y="1105318"/>
            <a:ext cx="691914" cy="4063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7E30EC89-FD6B-4923-84DD-FA28A71DD030}"/>
              </a:ext>
            </a:extLst>
          </p:cNvPr>
          <p:cNvCxnSpPr>
            <a:cxnSpLocks/>
          </p:cNvCxnSpPr>
          <p:nvPr/>
        </p:nvCxnSpPr>
        <p:spPr>
          <a:xfrm>
            <a:off x="9934186" y="1271351"/>
            <a:ext cx="809895" cy="3405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E11180C7-C533-4780-A5C0-C9B2A479EC72}"/>
              </a:ext>
            </a:extLst>
          </p:cNvPr>
          <p:cNvCxnSpPr>
            <a:cxnSpLocks/>
          </p:cNvCxnSpPr>
          <p:nvPr/>
        </p:nvCxnSpPr>
        <p:spPr>
          <a:xfrm>
            <a:off x="9891009" y="1464529"/>
            <a:ext cx="853072" cy="225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D65436F3-6193-4C0F-9C0E-D5B1C26C9898}"/>
              </a:ext>
            </a:extLst>
          </p:cNvPr>
          <p:cNvCxnSpPr>
            <a:cxnSpLocks/>
          </p:cNvCxnSpPr>
          <p:nvPr/>
        </p:nvCxnSpPr>
        <p:spPr>
          <a:xfrm flipV="1">
            <a:off x="10007296" y="1755830"/>
            <a:ext cx="736785" cy="3758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D99DE08D-1AD3-43F7-B716-E244A1650BAD}"/>
              </a:ext>
            </a:extLst>
          </p:cNvPr>
          <p:cNvCxnSpPr>
            <a:cxnSpLocks/>
          </p:cNvCxnSpPr>
          <p:nvPr/>
        </p:nvCxnSpPr>
        <p:spPr>
          <a:xfrm>
            <a:off x="9934186" y="1705319"/>
            <a:ext cx="804077" cy="97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D2310306-5A26-4B13-A84E-D465EC1F79EA}"/>
              </a:ext>
            </a:extLst>
          </p:cNvPr>
          <p:cNvCxnSpPr>
            <a:cxnSpLocks/>
          </p:cNvCxnSpPr>
          <p:nvPr/>
        </p:nvCxnSpPr>
        <p:spPr>
          <a:xfrm>
            <a:off x="10195768" y="1774083"/>
            <a:ext cx="0" cy="210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39825B84-F15F-4CED-894A-DCE690EC0B2F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CAAE2B6-A0D7-45CC-AD2B-B936A8B2C06E}"/>
              </a:ext>
            </a:extLst>
          </p:cNvPr>
          <p:cNvSpPr/>
          <p:nvPr/>
        </p:nvSpPr>
        <p:spPr>
          <a:xfrm>
            <a:off x="9339468" y="2363827"/>
            <a:ext cx="21385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Todos los lenguajes de NP se reducen </a:t>
            </a:r>
            <a:r>
              <a:rPr lang="es-AR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polinomialmente</a:t>
            </a:r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al lenguaje SAT</a:t>
            </a:r>
            <a:endParaRPr lang="es-MX" sz="1200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75E8E450-612B-4CFD-BC8C-DEB073FF96D8}"/>
              </a:ext>
            </a:extLst>
          </p:cNvPr>
          <p:cNvSpPr/>
          <p:nvPr/>
        </p:nvSpPr>
        <p:spPr>
          <a:xfrm>
            <a:off x="2983549" y="3679441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213BEF5-2AE2-43A5-ADCE-E5D4196AAA39}"/>
              </a:ext>
            </a:extLst>
          </p:cNvPr>
          <p:cNvSpPr/>
          <p:nvPr/>
        </p:nvSpPr>
        <p:spPr>
          <a:xfrm>
            <a:off x="336884" y="3284824"/>
            <a:ext cx="115182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prueba es muy ingeniosa, similar a la que utilizó Turing en 1936 para probar que la lógica de predicados no 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decidible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E4B07426-4C67-4821-B1E4-07EC3F274ED1}"/>
              </a:ext>
            </a:extLst>
          </p:cNvPr>
          <p:cNvSpPr/>
          <p:nvPr/>
        </p:nvSpPr>
        <p:spPr>
          <a:xfrm>
            <a:off x="2582157" y="3742696"/>
            <a:ext cx="886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lang="es-AR" dirty="0"/>
              <a:t>∈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8157074-2F77-4959-B3B2-CDB0600B8198}"/>
              </a:ext>
            </a:extLst>
          </p:cNvPr>
          <p:cNvSpPr/>
          <p:nvPr/>
        </p:nvSpPr>
        <p:spPr>
          <a:xfrm>
            <a:off x="5168297" y="3742696"/>
            <a:ext cx="616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SAT</a:t>
            </a:r>
            <a:endParaRPr lang="es-MX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7113DB0-7C4B-4B28-B5C5-7F37D589CF19}"/>
              </a:ext>
            </a:extLst>
          </p:cNvPr>
          <p:cNvSpPr/>
          <p:nvPr/>
        </p:nvSpPr>
        <p:spPr>
          <a:xfrm>
            <a:off x="5337474" y="4553268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3E4AD20-2D97-434D-A231-27ECB0ED80B0}"/>
              </a:ext>
            </a:extLst>
          </p:cNvPr>
          <p:cNvSpPr/>
          <p:nvPr/>
        </p:nvSpPr>
        <p:spPr>
          <a:xfrm>
            <a:off x="5335497" y="5581597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BCD1C202-F5F8-4025-B99B-38A30BBCA2EC}"/>
              </a:ext>
            </a:extLst>
          </p:cNvPr>
          <p:cNvSpPr/>
          <p:nvPr/>
        </p:nvSpPr>
        <p:spPr>
          <a:xfrm>
            <a:off x="6346307" y="4080543"/>
            <a:ext cx="5131709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Dado cualquier L de NP:</a:t>
            </a:r>
          </a:p>
          <a:p>
            <a:pPr algn="just"/>
            <a:endParaRPr lang="es-A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MT 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asigna a toda cadena w, en tiempo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(|w|), una fórmula booleana φ tal que:</a:t>
            </a:r>
          </a:p>
          <a:p>
            <a:pPr algn="just"/>
            <a:endParaRPr lang="es-A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w ∈ L, entonces φ 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Tx/>
              <a:buChar char="-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w</a:t>
            </a:r>
            <a:r>
              <a:rPr lang="es-A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∉ L,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entonces φ no </a:t>
            </a:r>
            <a:r>
              <a:rPr lang="es-AR">
                <a:latin typeface="Arial" panose="020B0604020202020204" pitchFamily="34" charset="0"/>
                <a:cs typeface="Arial" panose="020B0604020202020204" pitchFamily="34" charset="0"/>
              </a:rPr>
              <a:t>es satisfactible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667EABE-BE48-4FC4-BA66-23ABEE160A79}"/>
              </a:ext>
            </a:extLst>
          </p:cNvPr>
          <p:cNvSpPr/>
          <p:nvPr/>
        </p:nvSpPr>
        <p:spPr>
          <a:xfrm>
            <a:off x="2800199" y="4553268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E5803F73-DB55-4414-A284-1A125114F73C}"/>
              </a:ext>
            </a:extLst>
          </p:cNvPr>
          <p:cNvSpPr/>
          <p:nvPr/>
        </p:nvSpPr>
        <p:spPr>
          <a:xfrm>
            <a:off x="2773148" y="5554056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44" name="Diagrama de flujo: conector 43">
            <a:extLst>
              <a:ext uri="{FF2B5EF4-FFF2-40B4-BE49-F238E27FC236}">
                <a16:creationId xmlns:a16="http://schemas.microsoft.com/office/drawing/2014/main" id="{F1C55235-C3B3-4A4A-BF9F-42311E1E8076}"/>
              </a:ext>
            </a:extLst>
          </p:cNvPr>
          <p:cNvSpPr/>
          <p:nvPr/>
        </p:nvSpPr>
        <p:spPr>
          <a:xfrm>
            <a:off x="2501590" y="4055317"/>
            <a:ext cx="960000" cy="148319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5" name="Diagrama de flujo: conector 44">
            <a:extLst>
              <a:ext uri="{FF2B5EF4-FFF2-40B4-BE49-F238E27FC236}">
                <a16:creationId xmlns:a16="http://schemas.microsoft.com/office/drawing/2014/main" id="{34868C51-5036-4722-A6E3-99D274BD701C}"/>
              </a:ext>
            </a:extLst>
          </p:cNvPr>
          <p:cNvSpPr/>
          <p:nvPr/>
        </p:nvSpPr>
        <p:spPr>
          <a:xfrm>
            <a:off x="4996491" y="4055316"/>
            <a:ext cx="960000" cy="148974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0CA72CE6-D44C-40A4-9F67-AC6247D60C26}"/>
              </a:ext>
            </a:extLst>
          </p:cNvPr>
          <p:cNvCxnSpPr>
            <a:cxnSpLocks/>
          </p:cNvCxnSpPr>
          <p:nvPr/>
        </p:nvCxnSpPr>
        <p:spPr>
          <a:xfrm>
            <a:off x="3157779" y="4791809"/>
            <a:ext cx="2092812" cy="102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ángulo 48">
            <a:extLst>
              <a:ext uri="{FF2B5EF4-FFF2-40B4-BE49-F238E27FC236}">
                <a16:creationId xmlns:a16="http://schemas.microsoft.com/office/drawing/2014/main" id="{2AAA70EE-C33E-4188-A630-4B995613CE33}"/>
              </a:ext>
            </a:extLst>
          </p:cNvPr>
          <p:cNvSpPr/>
          <p:nvPr/>
        </p:nvSpPr>
        <p:spPr>
          <a:xfrm>
            <a:off x="5415865" y="4580196"/>
            <a:ext cx="292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3669BC87-9148-49B4-8483-01E59CF4AB0B}"/>
              </a:ext>
            </a:extLst>
          </p:cNvPr>
          <p:cNvSpPr/>
          <p:nvPr/>
        </p:nvSpPr>
        <p:spPr>
          <a:xfrm>
            <a:off x="5435476" y="5587520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4BB7B1D1-D820-466C-8B61-6B8EA65B711A}"/>
              </a:ext>
            </a:extLst>
          </p:cNvPr>
          <p:cNvCxnSpPr>
            <a:cxnSpLocks/>
          </p:cNvCxnSpPr>
          <p:nvPr/>
        </p:nvCxnSpPr>
        <p:spPr>
          <a:xfrm>
            <a:off x="3192696" y="5782980"/>
            <a:ext cx="2092812" cy="102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ángulo 60">
            <a:extLst>
              <a:ext uri="{FF2B5EF4-FFF2-40B4-BE49-F238E27FC236}">
                <a16:creationId xmlns:a16="http://schemas.microsoft.com/office/drawing/2014/main" id="{351AE640-912D-4A15-BD12-638F32BD74DF}"/>
              </a:ext>
            </a:extLst>
          </p:cNvPr>
          <p:cNvSpPr/>
          <p:nvPr/>
        </p:nvSpPr>
        <p:spPr>
          <a:xfrm>
            <a:off x="2807906" y="4567642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4B355F81-0F0E-45D4-BA2F-5B9C3362156B}"/>
              </a:ext>
            </a:extLst>
          </p:cNvPr>
          <p:cNvSpPr/>
          <p:nvPr/>
        </p:nvSpPr>
        <p:spPr>
          <a:xfrm>
            <a:off x="5338568" y="4547345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E349238-BF53-C81F-B94E-BBED89A5E1F9}"/>
              </a:ext>
            </a:extLst>
          </p:cNvPr>
          <p:cNvSpPr/>
          <p:nvPr/>
        </p:nvSpPr>
        <p:spPr>
          <a:xfrm>
            <a:off x="3748320" y="4892318"/>
            <a:ext cx="893378" cy="800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6BF6BFB-038A-3086-4713-8C448593CEB4}"/>
              </a:ext>
            </a:extLst>
          </p:cNvPr>
          <p:cNvSpPr/>
          <p:nvPr/>
        </p:nvSpPr>
        <p:spPr>
          <a:xfrm>
            <a:off x="3981235" y="5115359"/>
            <a:ext cx="5160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6934858-E7A4-45E1-391E-84A3AB99D2A6}"/>
              </a:ext>
            </a:extLst>
          </p:cNvPr>
          <p:cNvSpPr/>
          <p:nvPr/>
        </p:nvSpPr>
        <p:spPr>
          <a:xfrm>
            <a:off x="249172" y="143605"/>
            <a:ext cx="7472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Primer lenguaje NP-completo encontrado: SAT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163D62A-D5BD-EE09-DC92-46721E68F919}"/>
              </a:ext>
            </a:extLst>
          </p:cNvPr>
          <p:cNvSpPr/>
          <p:nvPr/>
        </p:nvSpPr>
        <p:spPr>
          <a:xfrm>
            <a:off x="491913" y="6132978"/>
            <a:ext cx="115182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Idea general: si M es una MT asociada a L, φ expresa una computación de M a partir de w.</a:t>
            </a:r>
          </a:p>
        </p:txBody>
      </p:sp>
    </p:spTree>
    <p:extLst>
      <p:ext uri="{BB962C8B-B14F-4D97-AF65-F5344CB8AC3E}">
        <p14:creationId xmlns:p14="http://schemas.microsoft.com/office/powerpoint/2010/main" val="4280401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38DF031-984D-4215-BC1D-CEEC9D79EECE}"/>
              </a:ext>
            </a:extLst>
          </p:cNvPr>
          <p:cNvSpPr/>
          <p:nvPr/>
        </p:nvSpPr>
        <p:spPr>
          <a:xfrm>
            <a:off x="3643998" y="2615183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MX" b="1" dirty="0">
              <a:solidFill>
                <a:srgbClr val="0070C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95002B1-E656-489D-8D62-58FB76643F47}"/>
              </a:ext>
            </a:extLst>
          </p:cNvPr>
          <p:cNvSpPr/>
          <p:nvPr/>
        </p:nvSpPr>
        <p:spPr>
          <a:xfrm>
            <a:off x="2877745" y="2190227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NPC</a:t>
            </a:r>
            <a:endParaRPr lang="es-MX" b="1" dirty="0">
              <a:solidFill>
                <a:srgbClr val="7030A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73FAE86-16F6-4B3E-A3C9-6F04A9F14C9D}"/>
              </a:ext>
            </a:extLst>
          </p:cNvPr>
          <p:cNvSpPr/>
          <p:nvPr/>
        </p:nvSpPr>
        <p:spPr>
          <a:xfrm>
            <a:off x="1966856" y="1103099"/>
            <a:ext cx="7553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32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32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5D66F72-4F55-4C05-8A37-959109BEBE52}"/>
              </a:ext>
            </a:extLst>
          </p:cNvPr>
          <p:cNvSpPr/>
          <p:nvPr/>
        </p:nvSpPr>
        <p:spPr>
          <a:xfrm>
            <a:off x="3191470" y="2546062"/>
            <a:ext cx="2535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MX" sz="1600" b="1" dirty="0">
              <a:solidFill>
                <a:srgbClr val="C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F48C1F8-0478-4CF4-A2B7-DBE8FA7A159E}"/>
              </a:ext>
            </a:extLst>
          </p:cNvPr>
          <p:cNvSpPr/>
          <p:nvPr/>
        </p:nvSpPr>
        <p:spPr>
          <a:xfrm>
            <a:off x="4442162" y="1137855"/>
            <a:ext cx="7494817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Probar que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pertenece a NP</a:t>
            </a:r>
          </a:p>
          <a:p>
            <a:pPr marL="342900" indent="-342900">
              <a:buAutoNum type="arabicPeriod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Construir una reducción polinomial f de SAT a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Se cumple que </a:t>
            </a:r>
            <a:r>
              <a:rPr lang="es-AR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 es NP-completo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- Sea </a:t>
            </a:r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la composición de f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 </a:t>
            </a:r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  <a:p>
            <a:endParaRPr lang="es-AR" sz="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- La función </a:t>
            </a:r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una reducción polinomial de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a L</a:t>
            </a:r>
            <a:endParaRPr lang="es-AR" sz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(las reducciones polinomiales son transitivas)</a:t>
            </a:r>
          </a:p>
          <a:p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- Como lo anterior vale para todo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i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NP, entonces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 NP-completo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3785A3C-F05E-4F21-B1E1-450090183A74}"/>
              </a:ext>
            </a:extLst>
          </p:cNvPr>
          <p:cNvSpPr/>
          <p:nvPr/>
        </p:nvSpPr>
        <p:spPr>
          <a:xfrm>
            <a:off x="3925611" y="4539129"/>
            <a:ext cx="4536022" cy="1954381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Repaso del mecanismo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s-A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	Sabiendo que SAT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∈ NPC: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1)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∈ NP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2)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SAT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</a:p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	---------------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3)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∈ NPC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04D9D3D-0D56-48EF-9617-008FB7ACF9C5}"/>
              </a:ext>
            </a:extLst>
          </p:cNvPr>
          <p:cNvSpPr/>
          <p:nvPr/>
        </p:nvSpPr>
        <p:spPr>
          <a:xfrm>
            <a:off x="2453567" y="2627845"/>
            <a:ext cx="616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SAT</a:t>
            </a:r>
            <a:endParaRPr lang="es-MX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DF7C1BD-BB41-49B1-BB91-936EEF9F4821}"/>
              </a:ext>
            </a:extLst>
          </p:cNvPr>
          <p:cNvSpPr/>
          <p:nvPr/>
        </p:nvSpPr>
        <p:spPr>
          <a:xfrm>
            <a:off x="898000" y="1693998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475055E-E9BA-4702-9403-6A0515952DC9}"/>
              </a:ext>
            </a:extLst>
          </p:cNvPr>
          <p:cNvSpPr/>
          <p:nvPr/>
        </p:nvSpPr>
        <p:spPr>
          <a:xfrm>
            <a:off x="691792" y="1906657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80499EF-5885-46FB-BEF2-61B319BD94BE}"/>
              </a:ext>
            </a:extLst>
          </p:cNvPr>
          <p:cNvSpPr/>
          <p:nvPr/>
        </p:nvSpPr>
        <p:spPr>
          <a:xfrm>
            <a:off x="528663" y="2223771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34B4218-26B2-4482-915B-861B99575CBA}"/>
              </a:ext>
            </a:extLst>
          </p:cNvPr>
          <p:cNvSpPr/>
          <p:nvPr/>
        </p:nvSpPr>
        <p:spPr>
          <a:xfrm>
            <a:off x="916513" y="3304105"/>
            <a:ext cx="346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dirty="0"/>
          </a:p>
        </p:txBody>
      </p:sp>
      <p:sp>
        <p:nvSpPr>
          <p:cNvPr id="33" name="Diagrama de flujo: conector 32">
            <a:extLst>
              <a:ext uri="{FF2B5EF4-FFF2-40B4-BE49-F238E27FC236}">
                <a16:creationId xmlns:a16="http://schemas.microsoft.com/office/drawing/2014/main" id="{65415347-5093-4333-B9EC-1E2CF7BAA656}"/>
              </a:ext>
            </a:extLst>
          </p:cNvPr>
          <p:cNvSpPr/>
          <p:nvPr/>
        </p:nvSpPr>
        <p:spPr>
          <a:xfrm>
            <a:off x="331335" y="1051888"/>
            <a:ext cx="3975553" cy="293502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0ED217EF-1B0B-4479-A806-0C58D92316D7}"/>
              </a:ext>
            </a:extLst>
          </p:cNvPr>
          <p:cNvCxnSpPr>
            <a:cxnSpLocks/>
          </p:cNvCxnSpPr>
          <p:nvPr/>
        </p:nvCxnSpPr>
        <p:spPr>
          <a:xfrm>
            <a:off x="1254479" y="1979491"/>
            <a:ext cx="1202215" cy="728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417BB53E-9F9F-4D6A-9F54-6C9CCE42B6DF}"/>
              </a:ext>
            </a:extLst>
          </p:cNvPr>
          <p:cNvCxnSpPr>
            <a:cxnSpLocks/>
          </p:cNvCxnSpPr>
          <p:nvPr/>
        </p:nvCxnSpPr>
        <p:spPr>
          <a:xfrm>
            <a:off x="1075993" y="2223771"/>
            <a:ext cx="1377574" cy="5842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E261D8B4-1035-4CAD-83F8-B1FF6AB93E42}"/>
              </a:ext>
            </a:extLst>
          </p:cNvPr>
          <p:cNvCxnSpPr>
            <a:cxnSpLocks/>
          </p:cNvCxnSpPr>
          <p:nvPr/>
        </p:nvCxnSpPr>
        <p:spPr>
          <a:xfrm>
            <a:off x="926529" y="2506937"/>
            <a:ext cx="1527038" cy="3787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FF689A7-073E-4D3C-96C2-ECB96D6C9FA3}"/>
              </a:ext>
            </a:extLst>
          </p:cNvPr>
          <p:cNvCxnSpPr>
            <a:cxnSpLocks/>
          </p:cNvCxnSpPr>
          <p:nvPr/>
        </p:nvCxnSpPr>
        <p:spPr>
          <a:xfrm flipV="1">
            <a:off x="1254479" y="2951943"/>
            <a:ext cx="1199088" cy="5561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ángulo 37">
            <a:extLst>
              <a:ext uri="{FF2B5EF4-FFF2-40B4-BE49-F238E27FC236}">
                <a16:creationId xmlns:a16="http://schemas.microsoft.com/office/drawing/2014/main" id="{145CEBDD-24AA-42B0-A9FB-D92C0CC5C3AA}"/>
              </a:ext>
            </a:extLst>
          </p:cNvPr>
          <p:cNvSpPr/>
          <p:nvPr/>
        </p:nvSpPr>
        <p:spPr>
          <a:xfrm>
            <a:off x="528663" y="2642204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/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43599C59-714E-4667-BB62-8B030CF2A87E}"/>
              </a:ext>
            </a:extLst>
          </p:cNvPr>
          <p:cNvCxnSpPr>
            <a:cxnSpLocks/>
          </p:cNvCxnSpPr>
          <p:nvPr/>
        </p:nvCxnSpPr>
        <p:spPr>
          <a:xfrm>
            <a:off x="911168" y="2890986"/>
            <a:ext cx="1536222" cy="329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07916D93-9CFE-4984-99EF-0B685600BFA1}"/>
              </a:ext>
            </a:extLst>
          </p:cNvPr>
          <p:cNvCxnSpPr>
            <a:cxnSpLocks/>
          </p:cNvCxnSpPr>
          <p:nvPr/>
        </p:nvCxnSpPr>
        <p:spPr>
          <a:xfrm>
            <a:off x="697888" y="3021837"/>
            <a:ext cx="228641" cy="3221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iagrama de flujo: conector 41">
            <a:extLst>
              <a:ext uri="{FF2B5EF4-FFF2-40B4-BE49-F238E27FC236}">
                <a16:creationId xmlns:a16="http://schemas.microsoft.com/office/drawing/2014/main" id="{6DE80247-A411-4D53-9314-00C75F33AD70}"/>
              </a:ext>
            </a:extLst>
          </p:cNvPr>
          <p:cNvSpPr/>
          <p:nvPr/>
        </p:nvSpPr>
        <p:spPr>
          <a:xfrm>
            <a:off x="2447390" y="2173311"/>
            <a:ext cx="1527037" cy="1360355"/>
          </a:xfrm>
          <a:prstGeom prst="flowChartConnector">
            <a:avLst/>
          </a:prstGeom>
          <a:noFill/>
          <a:ln w="254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6F123A0E-FB7D-4C5B-B495-D7EB6D565B33}"/>
              </a:ext>
            </a:extLst>
          </p:cNvPr>
          <p:cNvCxnSpPr>
            <a:cxnSpLocks/>
          </p:cNvCxnSpPr>
          <p:nvPr/>
        </p:nvCxnSpPr>
        <p:spPr>
          <a:xfrm>
            <a:off x="3039049" y="2826870"/>
            <a:ext cx="604949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ángulo 49">
            <a:extLst>
              <a:ext uri="{FF2B5EF4-FFF2-40B4-BE49-F238E27FC236}">
                <a16:creationId xmlns:a16="http://schemas.microsoft.com/office/drawing/2014/main" id="{B35B6AF0-623C-413F-A6A8-4B3E6DFB441D}"/>
              </a:ext>
            </a:extLst>
          </p:cNvPr>
          <p:cNvSpPr/>
          <p:nvPr/>
        </p:nvSpPr>
        <p:spPr>
          <a:xfrm>
            <a:off x="1618259" y="1981957"/>
            <a:ext cx="301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400" dirty="0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B1F28086-FD02-47E1-8B74-84E559D47DF2}"/>
              </a:ext>
            </a:extLst>
          </p:cNvPr>
          <p:cNvSpPr/>
          <p:nvPr/>
        </p:nvSpPr>
        <p:spPr>
          <a:xfrm>
            <a:off x="1356453" y="2141418"/>
            <a:ext cx="301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400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C40DE035-995C-43D6-984B-A287BE14C9C8}"/>
              </a:ext>
            </a:extLst>
          </p:cNvPr>
          <p:cNvSpPr/>
          <p:nvPr/>
        </p:nvSpPr>
        <p:spPr>
          <a:xfrm>
            <a:off x="1211267" y="2359910"/>
            <a:ext cx="301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sz="1400" dirty="0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5F2BCD7E-B79D-40A9-9F7E-CD8FE6F1E0B0}"/>
              </a:ext>
            </a:extLst>
          </p:cNvPr>
          <p:cNvSpPr/>
          <p:nvPr/>
        </p:nvSpPr>
        <p:spPr>
          <a:xfrm>
            <a:off x="1360358" y="2660665"/>
            <a:ext cx="301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sz="1400" dirty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4C9CC9DC-97F1-4072-9600-C7B28C27987E}"/>
              </a:ext>
            </a:extLst>
          </p:cNvPr>
          <p:cNvSpPr/>
          <p:nvPr/>
        </p:nvSpPr>
        <p:spPr>
          <a:xfrm>
            <a:off x="1467416" y="3036066"/>
            <a:ext cx="2616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sz="1400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0A5960DC-249F-5A0F-7550-58BB935ADA5D}"/>
              </a:ext>
            </a:extLst>
          </p:cNvPr>
          <p:cNvCxnSpPr>
            <a:cxnSpLocks/>
          </p:cNvCxnSpPr>
          <p:nvPr/>
        </p:nvCxnSpPr>
        <p:spPr>
          <a:xfrm flipV="1">
            <a:off x="1307580" y="2923950"/>
            <a:ext cx="2336418" cy="67800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9C1586F4-66E2-44D6-D66B-C6629DB6B5D4}"/>
              </a:ext>
            </a:extLst>
          </p:cNvPr>
          <p:cNvSpPr/>
          <p:nvPr/>
        </p:nvSpPr>
        <p:spPr>
          <a:xfrm>
            <a:off x="2196980" y="2998233"/>
            <a:ext cx="3097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s-MX" sz="1600" b="1" dirty="0">
              <a:solidFill>
                <a:srgbClr val="C00000"/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8B89C6D-0FC3-8C84-D7FA-2D7DDB56D7F7}"/>
              </a:ext>
            </a:extLst>
          </p:cNvPr>
          <p:cNvCxnSpPr>
            <a:cxnSpLocks/>
          </p:cNvCxnSpPr>
          <p:nvPr/>
        </p:nvCxnSpPr>
        <p:spPr>
          <a:xfrm>
            <a:off x="1356453" y="3664757"/>
            <a:ext cx="691529" cy="19652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C61DD479-B342-368A-61D9-71002DE81B6E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7AED055-F231-6FC4-C6EF-2725BE2CD76E}"/>
              </a:ext>
            </a:extLst>
          </p:cNvPr>
          <p:cNvSpPr/>
          <p:nvPr/>
        </p:nvSpPr>
        <p:spPr>
          <a:xfrm>
            <a:off x="249172" y="143605"/>
            <a:ext cx="105149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¿Cómo encontrar otro lenguaje L que sea NP-completo?</a:t>
            </a:r>
          </a:p>
        </p:txBody>
      </p:sp>
    </p:spTree>
    <p:extLst>
      <p:ext uri="{BB962C8B-B14F-4D97-AF65-F5344CB8AC3E}">
        <p14:creationId xmlns:p14="http://schemas.microsoft.com/office/powerpoint/2010/main" val="36849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  <p:bldP spid="22" grpId="0" animBg="1"/>
      <p:bldP spid="42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873FAE86-16F6-4B3E-A3C9-6F04A9F14C9D}"/>
              </a:ext>
            </a:extLst>
          </p:cNvPr>
          <p:cNvSpPr/>
          <p:nvPr/>
        </p:nvSpPr>
        <p:spPr>
          <a:xfrm>
            <a:off x="4028536" y="1212778"/>
            <a:ext cx="8652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32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320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04D9D3D-0D56-48EF-9617-008FB7ACF9C5}"/>
              </a:ext>
            </a:extLst>
          </p:cNvPr>
          <p:cNvSpPr/>
          <p:nvPr/>
        </p:nvSpPr>
        <p:spPr>
          <a:xfrm>
            <a:off x="2466636" y="3559901"/>
            <a:ext cx="76482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SAT</a:t>
            </a:r>
            <a:endParaRPr lang="es-MX" sz="16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DF7C1BD-BB41-49B1-BB91-936EEF9F4821}"/>
              </a:ext>
            </a:extLst>
          </p:cNvPr>
          <p:cNvSpPr/>
          <p:nvPr/>
        </p:nvSpPr>
        <p:spPr>
          <a:xfrm>
            <a:off x="640535" y="2671892"/>
            <a:ext cx="10352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475055E-E9BA-4702-9403-6A0515952DC9}"/>
              </a:ext>
            </a:extLst>
          </p:cNvPr>
          <p:cNvSpPr/>
          <p:nvPr/>
        </p:nvSpPr>
        <p:spPr>
          <a:xfrm>
            <a:off x="434327" y="2884551"/>
            <a:ext cx="10352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80499EF-5885-46FB-BEF2-61B319BD94BE}"/>
              </a:ext>
            </a:extLst>
          </p:cNvPr>
          <p:cNvSpPr/>
          <p:nvPr/>
        </p:nvSpPr>
        <p:spPr>
          <a:xfrm>
            <a:off x="271198" y="3201665"/>
            <a:ext cx="10352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34B4218-26B2-4482-915B-861B99575CBA}"/>
              </a:ext>
            </a:extLst>
          </p:cNvPr>
          <p:cNvSpPr/>
          <p:nvPr/>
        </p:nvSpPr>
        <p:spPr>
          <a:xfrm>
            <a:off x="551212" y="4347037"/>
            <a:ext cx="901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dirty="0"/>
          </a:p>
        </p:txBody>
      </p:sp>
      <p:sp>
        <p:nvSpPr>
          <p:cNvPr id="33" name="Diagrama de flujo: conector 32">
            <a:extLst>
              <a:ext uri="{FF2B5EF4-FFF2-40B4-BE49-F238E27FC236}">
                <a16:creationId xmlns:a16="http://schemas.microsoft.com/office/drawing/2014/main" id="{65415347-5093-4333-B9EC-1E2CF7BAA656}"/>
              </a:ext>
            </a:extLst>
          </p:cNvPr>
          <p:cNvSpPr/>
          <p:nvPr/>
        </p:nvSpPr>
        <p:spPr>
          <a:xfrm>
            <a:off x="201779" y="964033"/>
            <a:ext cx="9674454" cy="540683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0ED217EF-1B0B-4479-A806-0C58D92316D7}"/>
              </a:ext>
            </a:extLst>
          </p:cNvPr>
          <p:cNvCxnSpPr>
            <a:cxnSpLocks/>
          </p:cNvCxnSpPr>
          <p:nvPr/>
        </p:nvCxnSpPr>
        <p:spPr>
          <a:xfrm>
            <a:off x="1046754" y="2940359"/>
            <a:ext cx="1457753" cy="6295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417BB53E-9F9F-4D6A-9F54-6C9CCE42B6DF}"/>
              </a:ext>
            </a:extLst>
          </p:cNvPr>
          <p:cNvCxnSpPr>
            <a:cxnSpLocks/>
          </p:cNvCxnSpPr>
          <p:nvPr/>
        </p:nvCxnSpPr>
        <p:spPr>
          <a:xfrm>
            <a:off x="839525" y="3173650"/>
            <a:ext cx="1624896" cy="4765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E261D8B4-1035-4CAD-83F8-B1FF6AB93E42}"/>
              </a:ext>
            </a:extLst>
          </p:cNvPr>
          <p:cNvCxnSpPr>
            <a:cxnSpLocks/>
          </p:cNvCxnSpPr>
          <p:nvPr/>
        </p:nvCxnSpPr>
        <p:spPr>
          <a:xfrm>
            <a:off x="657343" y="3467196"/>
            <a:ext cx="1753446" cy="2857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5FF689A7-073E-4D3C-96C2-ECB96D6C9FA3}"/>
              </a:ext>
            </a:extLst>
          </p:cNvPr>
          <p:cNvCxnSpPr>
            <a:cxnSpLocks/>
          </p:cNvCxnSpPr>
          <p:nvPr/>
        </p:nvCxnSpPr>
        <p:spPr>
          <a:xfrm flipV="1">
            <a:off x="866623" y="3814528"/>
            <a:ext cx="1489354" cy="6995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ángulo 37">
            <a:extLst>
              <a:ext uri="{FF2B5EF4-FFF2-40B4-BE49-F238E27FC236}">
                <a16:creationId xmlns:a16="http://schemas.microsoft.com/office/drawing/2014/main" id="{145CEBDD-24AA-42B0-A9FB-D92C0CC5C3AA}"/>
              </a:ext>
            </a:extLst>
          </p:cNvPr>
          <p:cNvSpPr/>
          <p:nvPr/>
        </p:nvSpPr>
        <p:spPr>
          <a:xfrm>
            <a:off x="271198" y="3620098"/>
            <a:ext cx="10352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/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43599C59-714E-4667-BB62-8B030CF2A87E}"/>
              </a:ext>
            </a:extLst>
          </p:cNvPr>
          <p:cNvCxnSpPr>
            <a:cxnSpLocks/>
          </p:cNvCxnSpPr>
          <p:nvPr/>
        </p:nvCxnSpPr>
        <p:spPr>
          <a:xfrm flipV="1">
            <a:off x="631631" y="3822006"/>
            <a:ext cx="1775489" cy="51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07916D93-9CFE-4984-99EF-0B685600BFA1}"/>
              </a:ext>
            </a:extLst>
          </p:cNvPr>
          <p:cNvCxnSpPr>
            <a:cxnSpLocks/>
          </p:cNvCxnSpPr>
          <p:nvPr/>
        </p:nvCxnSpPr>
        <p:spPr>
          <a:xfrm>
            <a:off x="445347" y="4030725"/>
            <a:ext cx="145891" cy="35940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iagrama de flujo: conector 41">
            <a:extLst>
              <a:ext uri="{FF2B5EF4-FFF2-40B4-BE49-F238E27FC236}">
                <a16:creationId xmlns:a16="http://schemas.microsoft.com/office/drawing/2014/main" id="{6DE80247-A411-4D53-9314-00C75F33AD70}"/>
              </a:ext>
            </a:extLst>
          </p:cNvPr>
          <p:cNvSpPr/>
          <p:nvPr/>
        </p:nvSpPr>
        <p:spPr>
          <a:xfrm>
            <a:off x="2480187" y="2046298"/>
            <a:ext cx="7221659" cy="3450042"/>
          </a:xfrm>
          <a:prstGeom prst="flowChartConnector">
            <a:avLst/>
          </a:prstGeom>
          <a:noFill/>
          <a:ln w="254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6F123A0E-FB7D-4C5B-B495-D7EB6D565B33}"/>
              </a:ext>
            </a:extLst>
          </p:cNvPr>
          <p:cNvCxnSpPr>
            <a:cxnSpLocks/>
          </p:cNvCxnSpPr>
          <p:nvPr/>
        </p:nvCxnSpPr>
        <p:spPr>
          <a:xfrm flipV="1">
            <a:off x="2958851" y="3375184"/>
            <a:ext cx="382206" cy="376869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ángulo 49">
            <a:extLst>
              <a:ext uri="{FF2B5EF4-FFF2-40B4-BE49-F238E27FC236}">
                <a16:creationId xmlns:a16="http://schemas.microsoft.com/office/drawing/2014/main" id="{B35B6AF0-623C-413F-A6A8-4B3E6DFB441D}"/>
              </a:ext>
            </a:extLst>
          </p:cNvPr>
          <p:cNvSpPr/>
          <p:nvPr/>
        </p:nvSpPr>
        <p:spPr>
          <a:xfrm>
            <a:off x="1383124" y="2848502"/>
            <a:ext cx="785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400" dirty="0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B1F28086-FD02-47E1-8B74-84E559D47DF2}"/>
              </a:ext>
            </a:extLst>
          </p:cNvPr>
          <p:cNvSpPr/>
          <p:nvPr/>
        </p:nvSpPr>
        <p:spPr>
          <a:xfrm>
            <a:off x="1146143" y="3038310"/>
            <a:ext cx="785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400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C40DE035-995C-43D6-984B-A287BE14C9C8}"/>
              </a:ext>
            </a:extLst>
          </p:cNvPr>
          <p:cNvSpPr/>
          <p:nvPr/>
        </p:nvSpPr>
        <p:spPr>
          <a:xfrm>
            <a:off x="975290" y="3288720"/>
            <a:ext cx="785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sz="1400" dirty="0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5F2BCD7E-B79D-40A9-9F7E-CD8FE6F1E0B0}"/>
              </a:ext>
            </a:extLst>
          </p:cNvPr>
          <p:cNvSpPr/>
          <p:nvPr/>
        </p:nvSpPr>
        <p:spPr>
          <a:xfrm>
            <a:off x="983268" y="3581137"/>
            <a:ext cx="785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sz="1400" dirty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4C9CC9DC-97F1-4072-9600-C7B28C27987E}"/>
              </a:ext>
            </a:extLst>
          </p:cNvPr>
          <p:cNvSpPr/>
          <p:nvPr/>
        </p:nvSpPr>
        <p:spPr>
          <a:xfrm>
            <a:off x="1050403" y="4032096"/>
            <a:ext cx="6807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sz="1400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8B89C6D-0FC3-8C84-D7FA-2D7DDB56D7F7}"/>
              </a:ext>
            </a:extLst>
          </p:cNvPr>
          <p:cNvCxnSpPr>
            <a:cxnSpLocks/>
          </p:cNvCxnSpPr>
          <p:nvPr/>
        </p:nvCxnSpPr>
        <p:spPr>
          <a:xfrm>
            <a:off x="788798" y="4723847"/>
            <a:ext cx="188671" cy="25653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C61DD479-B342-368A-61D9-71002DE81B6E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2531F81E-A238-FE8B-1DF0-DC9D526633A0}"/>
              </a:ext>
            </a:extLst>
          </p:cNvPr>
          <p:cNvCxnSpPr>
            <a:cxnSpLocks/>
          </p:cNvCxnSpPr>
          <p:nvPr/>
        </p:nvCxnSpPr>
        <p:spPr>
          <a:xfrm>
            <a:off x="2968217" y="3758164"/>
            <a:ext cx="386819" cy="300077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ángulo 73">
            <a:extLst>
              <a:ext uri="{FF2B5EF4-FFF2-40B4-BE49-F238E27FC236}">
                <a16:creationId xmlns:a16="http://schemas.microsoft.com/office/drawing/2014/main" id="{B9EBEED6-8EB3-38FD-1C2B-BE7DC6A3C21A}"/>
              </a:ext>
            </a:extLst>
          </p:cNvPr>
          <p:cNvSpPr/>
          <p:nvPr/>
        </p:nvSpPr>
        <p:spPr>
          <a:xfrm>
            <a:off x="3256126" y="3107394"/>
            <a:ext cx="9046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CSAT</a:t>
            </a:r>
            <a:endParaRPr lang="es-MX" sz="1600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58BAACB2-8055-12BB-F083-518B9A007656}"/>
              </a:ext>
            </a:extLst>
          </p:cNvPr>
          <p:cNvSpPr/>
          <p:nvPr/>
        </p:nvSpPr>
        <p:spPr>
          <a:xfrm>
            <a:off x="3310840" y="3836574"/>
            <a:ext cx="9046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3-SAT</a:t>
            </a:r>
            <a:endParaRPr lang="es-MX" sz="1600" dirty="0"/>
          </a:p>
        </p:txBody>
      </p: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B3DA2B51-7945-068C-B60C-635E60E56F42}"/>
              </a:ext>
            </a:extLst>
          </p:cNvPr>
          <p:cNvCxnSpPr>
            <a:cxnSpLocks/>
          </p:cNvCxnSpPr>
          <p:nvPr/>
        </p:nvCxnSpPr>
        <p:spPr>
          <a:xfrm rot="1200000" flipV="1">
            <a:off x="3945138" y="3209985"/>
            <a:ext cx="469071" cy="175014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ángulo 82">
            <a:extLst>
              <a:ext uri="{FF2B5EF4-FFF2-40B4-BE49-F238E27FC236}">
                <a16:creationId xmlns:a16="http://schemas.microsoft.com/office/drawing/2014/main" id="{439BDF87-16D0-04F3-13C3-5EE3DBC57A0A}"/>
              </a:ext>
            </a:extLst>
          </p:cNvPr>
          <p:cNvSpPr/>
          <p:nvPr/>
        </p:nvSpPr>
        <p:spPr>
          <a:xfrm>
            <a:off x="4390770" y="3106417"/>
            <a:ext cx="10808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CLIQUE</a:t>
            </a:r>
            <a:endParaRPr lang="es-MX" sz="1600" dirty="0"/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EA09631B-CAA1-6EF6-C20D-313563E11DBE}"/>
              </a:ext>
            </a:extLst>
          </p:cNvPr>
          <p:cNvSpPr/>
          <p:nvPr/>
        </p:nvSpPr>
        <p:spPr>
          <a:xfrm>
            <a:off x="4447869" y="3752876"/>
            <a:ext cx="15069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HROMATIC NUMBER</a:t>
            </a:r>
            <a:endParaRPr lang="es-MX" sz="1600" dirty="0"/>
          </a:p>
        </p:txBody>
      </p: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813DF594-AC7A-C682-8C2B-525DED889BC0}"/>
              </a:ext>
            </a:extLst>
          </p:cNvPr>
          <p:cNvCxnSpPr>
            <a:cxnSpLocks/>
          </p:cNvCxnSpPr>
          <p:nvPr/>
        </p:nvCxnSpPr>
        <p:spPr>
          <a:xfrm rot="1200000" flipV="1">
            <a:off x="4013267" y="3952796"/>
            <a:ext cx="469071" cy="175014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A3D6EA63-BE30-94D2-36BB-3A2F16EA0534}"/>
              </a:ext>
            </a:extLst>
          </p:cNvPr>
          <p:cNvCxnSpPr>
            <a:cxnSpLocks/>
          </p:cNvCxnSpPr>
          <p:nvPr/>
        </p:nvCxnSpPr>
        <p:spPr>
          <a:xfrm rot="1200000" flipV="1">
            <a:off x="5308789" y="3195019"/>
            <a:ext cx="469071" cy="175014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ángulo 98">
            <a:extLst>
              <a:ext uri="{FF2B5EF4-FFF2-40B4-BE49-F238E27FC236}">
                <a16:creationId xmlns:a16="http://schemas.microsoft.com/office/drawing/2014/main" id="{5299A189-F6B7-1623-7651-E2B6DCB90BA5}"/>
              </a:ext>
            </a:extLst>
          </p:cNvPr>
          <p:cNvSpPr/>
          <p:nvPr/>
        </p:nvSpPr>
        <p:spPr>
          <a:xfrm>
            <a:off x="5758331" y="3009453"/>
            <a:ext cx="10808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ERTEX COVER</a:t>
            </a:r>
            <a:endParaRPr lang="es-MX" sz="1600" dirty="0"/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3314E382-4CB5-79CF-1A00-57F8A89E313F}"/>
              </a:ext>
            </a:extLst>
          </p:cNvPr>
          <p:cNvSpPr/>
          <p:nvPr/>
        </p:nvSpPr>
        <p:spPr>
          <a:xfrm>
            <a:off x="6249409" y="3762262"/>
            <a:ext cx="10808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EXACT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COVER</a:t>
            </a:r>
            <a:endParaRPr lang="es-MX" sz="1600" dirty="0"/>
          </a:p>
        </p:txBody>
      </p: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382F0C6A-AE25-EA81-627B-2F8C86CC95F6}"/>
              </a:ext>
            </a:extLst>
          </p:cNvPr>
          <p:cNvCxnSpPr>
            <a:cxnSpLocks/>
          </p:cNvCxnSpPr>
          <p:nvPr/>
        </p:nvCxnSpPr>
        <p:spPr>
          <a:xfrm rot="1200000" flipV="1">
            <a:off x="5828127" y="4005316"/>
            <a:ext cx="469071" cy="175014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26596DAF-B5B8-2F7C-F15D-1DC6DB93F8DC}"/>
              </a:ext>
            </a:extLst>
          </p:cNvPr>
          <p:cNvSpPr/>
          <p:nvPr/>
        </p:nvSpPr>
        <p:spPr>
          <a:xfrm>
            <a:off x="7207897" y="2880415"/>
            <a:ext cx="15614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DIRECTED HAMILTONIAN CIRCUIT</a:t>
            </a:r>
            <a:endParaRPr lang="es-MX" sz="1600" dirty="0"/>
          </a:p>
        </p:txBody>
      </p:sp>
      <p:cxnSp>
        <p:nvCxnSpPr>
          <p:cNvPr id="103" name="Conector recto de flecha 102">
            <a:extLst>
              <a:ext uri="{FF2B5EF4-FFF2-40B4-BE49-F238E27FC236}">
                <a16:creationId xmlns:a16="http://schemas.microsoft.com/office/drawing/2014/main" id="{4C7055AD-07AE-1CE6-88D4-9E8F31A5A050}"/>
              </a:ext>
            </a:extLst>
          </p:cNvPr>
          <p:cNvCxnSpPr>
            <a:cxnSpLocks/>
          </p:cNvCxnSpPr>
          <p:nvPr/>
        </p:nvCxnSpPr>
        <p:spPr>
          <a:xfrm rot="1200000" flipV="1">
            <a:off x="6711665" y="3227189"/>
            <a:ext cx="469071" cy="175014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AC9F3CC2-8CEA-DDF6-CBF1-0CBCA036E17D}"/>
              </a:ext>
            </a:extLst>
          </p:cNvPr>
          <p:cNvSpPr/>
          <p:nvPr/>
        </p:nvSpPr>
        <p:spPr>
          <a:xfrm>
            <a:off x="7600458" y="3862488"/>
            <a:ext cx="14431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KNAPSACK</a:t>
            </a:r>
            <a:endParaRPr lang="es-MX" sz="1600" dirty="0"/>
          </a:p>
        </p:txBody>
      </p:sp>
      <p:cxnSp>
        <p:nvCxnSpPr>
          <p:cNvPr id="108" name="Conector recto de flecha 107">
            <a:extLst>
              <a:ext uri="{FF2B5EF4-FFF2-40B4-BE49-F238E27FC236}">
                <a16:creationId xmlns:a16="http://schemas.microsoft.com/office/drawing/2014/main" id="{86F66F8D-D0E4-423F-7EB5-7E40903EB145}"/>
              </a:ext>
            </a:extLst>
          </p:cNvPr>
          <p:cNvCxnSpPr>
            <a:cxnSpLocks/>
          </p:cNvCxnSpPr>
          <p:nvPr/>
        </p:nvCxnSpPr>
        <p:spPr>
          <a:xfrm rot="1200000" flipV="1">
            <a:off x="7115602" y="3961628"/>
            <a:ext cx="469071" cy="175014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AACE23DC-38D6-87B2-CABC-85E1239DC4BD}"/>
              </a:ext>
            </a:extLst>
          </p:cNvPr>
          <p:cNvCxnSpPr>
            <a:cxnSpLocks/>
          </p:cNvCxnSpPr>
          <p:nvPr/>
        </p:nvCxnSpPr>
        <p:spPr>
          <a:xfrm rot="1200000" flipV="1">
            <a:off x="8741218" y="3227189"/>
            <a:ext cx="469071" cy="175014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de flecha 109">
            <a:extLst>
              <a:ext uri="{FF2B5EF4-FFF2-40B4-BE49-F238E27FC236}">
                <a16:creationId xmlns:a16="http://schemas.microsoft.com/office/drawing/2014/main" id="{D05BFECA-4401-1542-82BF-096B03D4E1A3}"/>
              </a:ext>
            </a:extLst>
          </p:cNvPr>
          <p:cNvCxnSpPr>
            <a:cxnSpLocks/>
          </p:cNvCxnSpPr>
          <p:nvPr/>
        </p:nvCxnSpPr>
        <p:spPr>
          <a:xfrm rot="1200000" flipV="1">
            <a:off x="8848752" y="3952580"/>
            <a:ext cx="469071" cy="175014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1FBDE918-6071-3BDE-9427-56C5BB248C21}"/>
              </a:ext>
            </a:extLst>
          </p:cNvPr>
          <p:cNvSpPr/>
          <p:nvPr/>
        </p:nvSpPr>
        <p:spPr>
          <a:xfrm>
            <a:off x="9175189" y="3080507"/>
            <a:ext cx="5266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/>
              <a:t>…..</a:t>
            </a:r>
          </a:p>
        </p:txBody>
      </p:sp>
      <p:sp>
        <p:nvSpPr>
          <p:cNvPr id="112" name="Rectángulo 111">
            <a:extLst>
              <a:ext uri="{FF2B5EF4-FFF2-40B4-BE49-F238E27FC236}">
                <a16:creationId xmlns:a16="http://schemas.microsoft.com/office/drawing/2014/main" id="{F6082AA2-0E9B-DB18-BAF8-83D2E573BB1B}"/>
              </a:ext>
            </a:extLst>
          </p:cNvPr>
          <p:cNvSpPr/>
          <p:nvPr/>
        </p:nvSpPr>
        <p:spPr>
          <a:xfrm>
            <a:off x="9291964" y="3801610"/>
            <a:ext cx="5266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/>
              <a:t>…..</a:t>
            </a:r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68EE8C32-0B6F-30DA-12F6-89FF7BDB54E3}"/>
              </a:ext>
            </a:extLst>
          </p:cNvPr>
          <p:cNvSpPr/>
          <p:nvPr/>
        </p:nvSpPr>
        <p:spPr>
          <a:xfrm>
            <a:off x="5758331" y="2138036"/>
            <a:ext cx="8354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NPC</a:t>
            </a:r>
            <a:endParaRPr lang="es-MX" sz="2400" b="1" dirty="0">
              <a:solidFill>
                <a:srgbClr val="7030A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37C1F81-80CA-B51A-54F7-67EB70C9971C}"/>
              </a:ext>
            </a:extLst>
          </p:cNvPr>
          <p:cNvSpPr/>
          <p:nvPr/>
        </p:nvSpPr>
        <p:spPr>
          <a:xfrm>
            <a:off x="249172" y="143605"/>
            <a:ext cx="105149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¿Cómo encontrar más lenguajes NP-completos?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A1D7C19-E6FB-6149-E3B9-0FB085E0C3DE}"/>
              </a:ext>
            </a:extLst>
          </p:cNvPr>
          <p:cNvSpPr/>
          <p:nvPr/>
        </p:nvSpPr>
        <p:spPr>
          <a:xfrm>
            <a:off x="10079464" y="2731220"/>
            <a:ext cx="1678209" cy="1754326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Mecanismo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endParaRPr lang="es-A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Dado L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∈ NPC</a:t>
            </a:r>
          </a:p>
          <a:p>
            <a:pPr marL="342900" indent="-342900" algn="just">
              <a:buAutoNum type="arabicParenR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∈ NP</a:t>
            </a:r>
          </a:p>
          <a:p>
            <a:pPr marL="342900" indent="-342900" algn="just">
              <a:buAutoNum type="arabicParenR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just"/>
            <a:r>
              <a:rPr lang="es-AR" sz="500" dirty="0">
                <a:latin typeface="Arial" panose="020B0604020202020204" pitchFamily="34" charset="0"/>
                <a:cs typeface="Arial" panose="020B0604020202020204" pitchFamily="34" charset="0"/>
              </a:rPr>
              <a:t>__________________________________________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3)   L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∈ NPC</a:t>
            </a:r>
          </a:p>
        </p:txBody>
      </p:sp>
    </p:spTree>
    <p:extLst>
      <p:ext uri="{BB962C8B-B14F-4D97-AF65-F5344CB8AC3E}">
        <p14:creationId xmlns:p14="http://schemas.microsoft.com/office/powerpoint/2010/main" val="427456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391582" y="237325"/>
            <a:ext cx="11408836" cy="6560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AR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AR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120"/>
              </a:spcAft>
              <a:buSzPts val="1000"/>
              <a:tabLst>
                <a:tab pos="457200" algn="l"/>
              </a:tabLst>
            </a:pPr>
            <a:endParaRPr lang="es-AR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CSAT: </a:t>
            </a:r>
            <a:r>
              <a:rPr lang="es-AR" sz="14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problema de satisfactibilidad de las fórmulas booleanas sin cuantificadores en la forma normal conjuntiva</a:t>
            </a:r>
            <a:endParaRPr lang="es-AR" sz="1400" dirty="0">
              <a:solidFill>
                <a:srgbClr val="0070C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INTEGER PROGRAMMING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CLIQUE: problema del clique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13716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 PACKING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13716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VERTEX COVER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600200" lvl="3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18288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SET COVERING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600200" lvl="3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1828800" algn="l"/>
              </a:tabLst>
            </a:pPr>
            <a:r>
              <a:rPr lang="es-AR" sz="1400" strike="noStrike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FEEDBACK NODE SET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600200" lvl="3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1828800" algn="l"/>
              </a:tabLst>
            </a:pPr>
            <a:r>
              <a:rPr lang="es-AR" sz="1400" strike="noStrike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FEEDBACK ARC SET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600200" lvl="3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18288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DIRECTED HAMILTONIAN CIRCUIT</a:t>
            </a:r>
            <a:r>
              <a:rPr lang="es-AR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problema del circuito de Hamilton en grafos dirigidos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057400" lvl="4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22860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UNDIRECTED HAMILTONIAN CIRCUIT: problema del circuito de Hamilton en grafos no dirigidos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3-SAT: </a:t>
            </a:r>
            <a:r>
              <a:rPr lang="es-AR" sz="14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problema CSAT con tres literales por cláusula</a:t>
            </a:r>
            <a:endParaRPr lang="es-AR" sz="1400" dirty="0">
              <a:solidFill>
                <a:srgbClr val="0070C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13716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CHROMATIC NUMBER: problema de coloración de grafos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600200" lvl="3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18288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CLIQUE COVER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600200" lvl="3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18288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EXACT COVER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057400" lvl="4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22860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HITTING SET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057400" lvl="4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22860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STEINER TREE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057400" lvl="4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22860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3-DIMENSIONAL MATCHING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057400" lvl="4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22860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KNAPSACK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514600" lvl="5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27432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JOB SEQUENCING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514600" lvl="5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27432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PARTITION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971800" lvl="6" indent="-228600">
              <a:lnSpc>
                <a:spcPct val="115000"/>
              </a:lnSpc>
              <a:spcAft>
                <a:spcPts val="120"/>
              </a:spcAft>
              <a:buSzPts val="1000"/>
              <a:buFont typeface="Symbol" panose="05050102010706020507" pitchFamily="18" charset="2"/>
              <a:buChar char=""/>
              <a:tabLst>
                <a:tab pos="3200400" algn="l"/>
              </a:tabLst>
            </a:pPr>
            <a:r>
              <a:rPr lang="es-A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MAX-CUT</a:t>
            </a:r>
            <a:endParaRPr lang="es-AR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F56685E-B2D4-456D-A5BE-A6963D942C81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2C2C0C-4C5C-A06D-4EA8-2C91B44D0DD9}"/>
              </a:ext>
            </a:extLst>
          </p:cNvPr>
          <p:cNvSpPr/>
          <p:nvPr/>
        </p:nvSpPr>
        <p:spPr>
          <a:xfrm>
            <a:off x="249172" y="143605"/>
            <a:ext cx="115512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21 lenguajes NP-completos encontrados a partir de SAT (R. Karp, 1972)</a:t>
            </a:r>
          </a:p>
        </p:txBody>
      </p:sp>
    </p:spTree>
    <p:extLst>
      <p:ext uri="{BB962C8B-B14F-4D97-AF65-F5344CB8AC3E}">
        <p14:creationId xmlns:p14="http://schemas.microsoft.com/office/powerpoint/2010/main" val="2749594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98697" y="255515"/>
            <a:ext cx="11893303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u="sng" dirty="0">
                <a:latin typeface="Arial" panose="020B0604020202020204" pitchFamily="34" charset="0"/>
                <a:cs typeface="Arial" panose="020B0604020202020204" pitchFamily="34" charset="0"/>
              </a:rPr>
              <a:t>Ejemplos clásicos de reducciones polinomiales para encontrar lenguajes NP-completos</a:t>
            </a:r>
          </a:p>
          <a:p>
            <a:pPr algn="just"/>
            <a:endParaRPr lang="es-A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SAT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{φ | φ es una fórmula booleana sin cuantificadores y 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(x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dirty="0"/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s-AR" dirty="0">
                <a:sym typeface="Symbol" panose="05050102010706020507" pitchFamily="18" charset="2"/>
              </a:rPr>
              <a:t> (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/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sym typeface="Symbol" panose="05050102010706020507" pitchFamily="18" charset="2"/>
              </a:rPr>
              <a:t>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AR" dirty="0">
                <a:sym typeface="Symbol" panose="05050102010706020507" pitchFamily="18" charset="2"/>
              </a:rPr>
              <a:t> (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/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s-AR" dirty="0">
                <a:sym typeface="Symbol" panose="05050102010706020507" pitchFamily="18" charset="2"/>
              </a:rPr>
              <a:t> 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dirty="0"/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CSAT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{φ | φ es una fórmula booleana sin cuantificadores en la forma normal conjuntiva (FNC) y 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sym typeface="Symbol" panose="05050102010706020507" pitchFamily="18" charset="2"/>
              </a:rPr>
              <a:t>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/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s-AR" dirty="0">
                <a:sym typeface="Symbol" panose="05050102010706020507" pitchFamily="18" charset="2"/>
              </a:rPr>
              <a:t>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dirty="0"/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/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s-AR" dirty="0">
                <a:sym typeface="Symbol" panose="05050102010706020507" pitchFamily="18" charset="2"/>
              </a:rPr>
              <a:t> 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/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         </a:t>
            </a:r>
          </a:p>
          <a:p>
            <a:pPr algn="ctr"/>
            <a:r>
              <a:rPr lang="es-A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conjunciones de disyunciones de literales (variables o variables negadas), conocidas como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cláusulas</a:t>
            </a:r>
          </a:p>
          <a:p>
            <a:pPr algn="just"/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3-SAT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{φ | φ es una fórmula booleana sin cuantificadores en FNC con tres literales por cláusula y 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(x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(¬x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         </a:t>
            </a:r>
          </a:p>
          <a:p>
            <a:pPr algn="ctr"/>
            <a:r>
              <a:rPr lang="es-A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cláusulas de tres literales</a:t>
            </a:r>
            <a:endParaRPr lang="es-AR" sz="1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ABC9443-52E4-4A40-8904-674747F990A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994AB20-5F41-D8E0-1A0A-0E6239247C4B}"/>
              </a:ext>
            </a:extLst>
          </p:cNvPr>
          <p:cNvSpPr/>
          <p:nvPr/>
        </p:nvSpPr>
        <p:spPr>
          <a:xfrm>
            <a:off x="2535305" y="4349055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1808C9C-6109-B92F-14F8-A24A37B66458}"/>
              </a:ext>
            </a:extLst>
          </p:cNvPr>
          <p:cNvSpPr/>
          <p:nvPr/>
        </p:nvSpPr>
        <p:spPr>
          <a:xfrm>
            <a:off x="2222016" y="4412310"/>
            <a:ext cx="616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SAT</a:t>
            </a:r>
            <a:endParaRPr lang="es-MX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9D00CF8-FE39-3BAF-D5CA-AA3006ECF8C5}"/>
              </a:ext>
            </a:extLst>
          </p:cNvPr>
          <p:cNvSpPr/>
          <p:nvPr/>
        </p:nvSpPr>
        <p:spPr>
          <a:xfrm>
            <a:off x="4655127" y="4422143"/>
            <a:ext cx="783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CSAT</a:t>
            </a:r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E62857-D826-195B-1C79-77568917032B}"/>
              </a:ext>
            </a:extLst>
          </p:cNvPr>
          <p:cNvSpPr/>
          <p:nvPr/>
        </p:nvSpPr>
        <p:spPr>
          <a:xfrm>
            <a:off x="4889230" y="5222882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8D85ED9-19E7-6650-D7E0-0B6E7FF5E6FA}"/>
              </a:ext>
            </a:extLst>
          </p:cNvPr>
          <p:cNvSpPr/>
          <p:nvPr/>
        </p:nvSpPr>
        <p:spPr>
          <a:xfrm>
            <a:off x="4887253" y="6251211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F5B5EED-DFC9-1EE0-8AF5-60B2343A33D8}"/>
              </a:ext>
            </a:extLst>
          </p:cNvPr>
          <p:cNvSpPr/>
          <p:nvPr/>
        </p:nvSpPr>
        <p:spPr>
          <a:xfrm>
            <a:off x="2351955" y="5222882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AC1E0F9-A88F-BDD6-FE68-41E400E8C529}"/>
              </a:ext>
            </a:extLst>
          </p:cNvPr>
          <p:cNvSpPr/>
          <p:nvPr/>
        </p:nvSpPr>
        <p:spPr>
          <a:xfrm>
            <a:off x="2354569" y="6195534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DC3587F0-4E7A-1D67-0C50-1E9BD111856C}"/>
              </a:ext>
            </a:extLst>
          </p:cNvPr>
          <p:cNvSpPr/>
          <p:nvPr/>
        </p:nvSpPr>
        <p:spPr>
          <a:xfrm>
            <a:off x="2053346" y="4724931"/>
            <a:ext cx="960000" cy="148319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Diagrama de flujo: conector 27">
            <a:extLst>
              <a:ext uri="{FF2B5EF4-FFF2-40B4-BE49-F238E27FC236}">
                <a16:creationId xmlns:a16="http://schemas.microsoft.com/office/drawing/2014/main" id="{AA18E853-69A0-CFCD-B8BB-F99314300B17}"/>
              </a:ext>
            </a:extLst>
          </p:cNvPr>
          <p:cNvSpPr/>
          <p:nvPr/>
        </p:nvSpPr>
        <p:spPr>
          <a:xfrm>
            <a:off x="4548247" y="4724930"/>
            <a:ext cx="960000" cy="148974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A40B1A8-BE69-4FEA-1AE9-188756CDE23C}"/>
              </a:ext>
            </a:extLst>
          </p:cNvPr>
          <p:cNvCxnSpPr>
            <a:cxnSpLocks/>
          </p:cNvCxnSpPr>
          <p:nvPr/>
        </p:nvCxnSpPr>
        <p:spPr>
          <a:xfrm>
            <a:off x="2709535" y="5461423"/>
            <a:ext cx="2092812" cy="102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CF38EF4-8536-9C50-8F7C-4EE786E5B7C3}"/>
              </a:ext>
            </a:extLst>
          </p:cNvPr>
          <p:cNvSpPr/>
          <p:nvPr/>
        </p:nvSpPr>
        <p:spPr>
          <a:xfrm>
            <a:off x="4967621" y="5249810"/>
            <a:ext cx="292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9F8BC029-25B4-3744-4AD4-52F4C87D605E}"/>
              </a:ext>
            </a:extLst>
          </p:cNvPr>
          <p:cNvSpPr/>
          <p:nvPr/>
        </p:nvSpPr>
        <p:spPr>
          <a:xfrm>
            <a:off x="4987232" y="6257134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´</a:t>
            </a:r>
            <a:endParaRPr lang="es-MX" dirty="0"/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778C397D-80A9-919D-0239-3AD76270537B}"/>
              </a:ext>
            </a:extLst>
          </p:cNvPr>
          <p:cNvCxnSpPr>
            <a:cxnSpLocks/>
          </p:cNvCxnSpPr>
          <p:nvPr/>
        </p:nvCxnSpPr>
        <p:spPr>
          <a:xfrm>
            <a:off x="2744452" y="6452594"/>
            <a:ext cx="2092812" cy="102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ángulo 37">
            <a:extLst>
              <a:ext uri="{FF2B5EF4-FFF2-40B4-BE49-F238E27FC236}">
                <a16:creationId xmlns:a16="http://schemas.microsoft.com/office/drawing/2014/main" id="{EBFF02FD-2A98-427B-18D0-056EE477A89B}"/>
              </a:ext>
            </a:extLst>
          </p:cNvPr>
          <p:cNvSpPr/>
          <p:nvPr/>
        </p:nvSpPr>
        <p:spPr>
          <a:xfrm>
            <a:off x="2359662" y="5237256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0CE56A51-4D8C-4F04-9552-314DD2418EDE}"/>
              </a:ext>
            </a:extLst>
          </p:cNvPr>
          <p:cNvSpPr/>
          <p:nvPr/>
        </p:nvSpPr>
        <p:spPr>
          <a:xfrm>
            <a:off x="4890324" y="5216959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φ´</a:t>
            </a:r>
            <a:endParaRPr lang="es-MX" dirty="0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FDA9FBA5-DB02-A513-05D2-E4DDD7ADE11B}"/>
              </a:ext>
            </a:extLst>
          </p:cNvPr>
          <p:cNvSpPr/>
          <p:nvPr/>
        </p:nvSpPr>
        <p:spPr>
          <a:xfrm>
            <a:off x="7654824" y="4320919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91E42A49-B8AC-9406-02A1-B2CB2A375580}"/>
              </a:ext>
            </a:extLst>
          </p:cNvPr>
          <p:cNvSpPr/>
          <p:nvPr/>
        </p:nvSpPr>
        <p:spPr>
          <a:xfrm>
            <a:off x="7253432" y="4384174"/>
            <a:ext cx="783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CSAT</a:t>
            </a:r>
            <a:endParaRPr lang="es-MX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198F976E-3A65-60D7-0B3A-6F6FDCAE860F}"/>
              </a:ext>
            </a:extLst>
          </p:cNvPr>
          <p:cNvSpPr/>
          <p:nvPr/>
        </p:nvSpPr>
        <p:spPr>
          <a:xfrm>
            <a:off x="9736980" y="4393170"/>
            <a:ext cx="821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3-SAT</a:t>
            </a:r>
            <a:endParaRPr lang="es-MX" dirty="0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CE51804F-FDAD-5936-EE04-405E8C734A0B}"/>
              </a:ext>
            </a:extLst>
          </p:cNvPr>
          <p:cNvSpPr/>
          <p:nvPr/>
        </p:nvSpPr>
        <p:spPr>
          <a:xfrm>
            <a:off x="10008749" y="5194746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FA248BDC-D5A5-32CD-D772-C8FE27DA9F04}"/>
              </a:ext>
            </a:extLst>
          </p:cNvPr>
          <p:cNvSpPr/>
          <p:nvPr/>
        </p:nvSpPr>
        <p:spPr>
          <a:xfrm>
            <a:off x="7471474" y="5194746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96FFB03A-A9B9-61D6-9CFE-C8F7C850676C}"/>
              </a:ext>
            </a:extLst>
          </p:cNvPr>
          <p:cNvSpPr/>
          <p:nvPr/>
        </p:nvSpPr>
        <p:spPr>
          <a:xfrm>
            <a:off x="7471474" y="6155179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51" name="Diagrama de flujo: conector 50">
            <a:extLst>
              <a:ext uri="{FF2B5EF4-FFF2-40B4-BE49-F238E27FC236}">
                <a16:creationId xmlns:a16="http://schemas.microsoft.com/office/drawing/2014/main" id="{FA13BE24-566A-F63F-430D-5B730DF53DE2}"/>
              </a:ext>
            </a:extLst>
          </p:cNvPr>
          <p:cNvSpPr/>
          <p:nvPr/>
        </p:nvSpPr>
        <p:spPr>
          <a:xfrm>
            <a:off x="7172865" y="4696795"/>
            <a:ext cx="960000" cy="148319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2" name="Diagrama de flujo: conector 51">
            <a:extLst>
              <a:ext uri="{FF2B5EF4-FFF2-40B4-BE49-F238E27FC236}">
                <a16:creationId xmlns:a16="http://schemas.microsoft.com/office/drawing/2014/main" id="{5AF1DBBD-34E6-4D07-AD7F-ACA1F917CE07}"/>
              </a:ext>
            </a:extLst>
          </p:cNvPr>
          <p:cNvSpPr/>
          <p:nvPr/>
        </p:nvSpPr>
        <p:spPr>
          <a:xfrm>
            <a:off x="9667766" y="4696794"/>
            <a:ext cx="960000" cy="148974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A41F8424-6C48-03B0-04C7-8DC448F15731}"/>
              </a:ext>
            </a:extLst>
          </p:cNvPr>
          <p:cNvCxnSpPr>
            <a:cxnSpLocks/>
          </p:cNvCxnSpPr>
          <p:nvPr/>
        </p:nvCxnSpPr>
        <p:spPr>
          <a:xfrm>
            <a:off x="7829054" y="5433287"/>
            <a:ext cx="2092812" cy="102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ángulo 53">
            <a:extLst>
              <a:ext uri="{FF2B5EF4-FFF2-40B4-BE49-F238E27FC236}">
                <a16:creationId xmlns:a16="http://schemas.microsoft.com/office/drawing/2014/main" id="{F675CE80-EBCF-0ED0-6CEC-B7458F926A8C}"/>
              </a:ext>
            </a:extLst>
          </p:cNvPr>
          <p:cNvSpPr/>
          <p:nvPr/>
        </p:nvSpPr>
        <p:spPr>
          <a:xfrm>
            <a:off x="10087140" y="5221674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´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71D1ED60-E52F-9914-5F95-3BB2DBC8764E}"/>
              </a:ext>
            </a:extLst>
          </p:cNvPr>
          <p:cNvSpPr/>
          <p:nvPr/>
        </p:nvSpPr>
        <p:spPr>
          <a:xfrm>
            <a:off x="10030368" y="6223091"/>
            <a:ext cx="4106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φ´</a:t>
            </a:r>
            <a:endParaRPr lang="es-MX" dirty="0"/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AF8B31F4-3736-347C-2CFE-1366BEDF1605}"/>
              </a:ext>
            </a:extLst>
          </p:cNvPr>
          <p:cNvCxnSpPr>
            <a:cxnSpLocks/>
          </p:cNvCxnSpPr>
          <p:nvPr/>
        </p:nvCxnSpPr>
        <p:spPr>
          <a:xfrm>
            <a:off x="7863971" y="6424458"/>
            <a:ext cx="2092812" cy="102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9B9031A-8807-43EB-746E-72641DA729E6}"/>
              </a:ext>
            </a:extLst>
          </p:cNvPr>
          <p:cNvSpPr/>
          <p:nvPr/>
        </p:nvSpPr>
        <p:spPr>
          <a:xfrm>
            <a:off x="7479181" y="5209120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CE02A3A2-C8EE-53DE-BC2B-F2C34099560B}"/>
              </a:ext>
            </a:extLst>
          </p:cNvPr>
          <p:cNvSpPr/>
          <p:nvPr/>
        </p:nvSpPr>
        <p:spPr>
          <a:xfrm>
            <a:off x="10009843" y="5188823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F95209-CA75-3592-477C-559E1C597C1E}"/>
              </a:ext>
            </a:extLst>
          </p:cNvPr>
          <p:cNvSpPr/>
          <p:nvPr/>
        </p:nvSpPr>
        <p:spPr>
          <a:xfrm>
            <a:off x="3277369" y="5558155"/>
            <a:ext cx="893378" cy="800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66FE5B4-B748-3E39-241C-88DE2D1B7952}"/>
              </a:ext>
            </a:extLst>
          </p:cNvPr>
          <p:cNvSpPr/>
          <p:nvPr/>
        </p:nvSpPr>
        <p:spPr>
          <a:xfrm>
            <a:off x="3510284" y="5781196"/>
            <a:ext cx="5160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4120D31-E16A-08BC-5E7C-E5F3FF52F34A}"/>
              </a:ext>
            </a:extLst>
          </p:cNvPr>
          <p:cNvSpPr/>
          <p:nvPr/>
        </p:nvSpPr>
        <p:spPr>
          <a:xfrm>
            <a:off x="8474942" y="5545464"/>
            <a:ext cx="893378" cy="800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DDB1303-AB8F-7258-6F79-7BA0D1E7D483}"/>
              </a:ext>
            </a:extLst>
          </p:cNvPr>
          <p:cNvSpPr/>
          <p:nvPr/>
        </p:nvSpPr>
        <p:spPr>
          <a:xfrm>
            <a:off x="8707857" y="5768505"/>
            <a:ext cx="5160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4203113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98697" y="255515"/>
            <a:ext cx="1189330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u="sng" dirty="0">
                <a:latin typeface="Arial" panose="020B0604020202020204" pitchFamily="34" charset="0"/>
                <a:cs typeface="Arial" panose="020B0604020202020204" pitchFamily="34" charset="0"/>
              </a:rPr>
              <a:t>Ejemplos clásicos de reducciones polinomiales para encontrar lenguajes NP-completos (continuación)</a:t>
            </a:r>
          </a:p>
          <a:p>
            <a:pPr algn="just"/>
            <a:endParaRPr lang="es-A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3-SAT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{φ | φ es una fórmula booleana sin cuantificadores en FNC con tres literales por cláusula y 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(x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(¬x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         </a:t>
            </a:r>
          </a:p>
          <a:p>
            <a:r>
              <a:rPr lang="es-AR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CV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{(G, K) | G es un grafo no dirigido y tiene un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cubrimiento de vértices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tamaño K}          </a:t>
            </a:r>
          </a:p>
          <a:p>
            <a:pPr algn="just"/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ABC9443-52E4-4A40-8904-674747F990A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994AB20-5F41-D8E0-1A0A-0E6239247C4B}"/>
              </a:ext>
            </a:extLst>
          </p:cNvPr>
          <p:cNvSpPr/>
          <p:nvPr/>
        </p:nvSpPr>
        <p:spPr>
          <a:xfrm>
            <a:off x="905967" y="4429112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1808C9C-6109-B92F-14F8-A24A37B66458}"/>
              </a:ext>
            </a:extLst>
          </p:cNvPr>
          <p:cNvSpPr/>
          <p:nvPr/>
        </p:nvSpPr>
        <p:spPr>
          <a:xfrm>
            <a:off x="532927" y="4483964"/>
            <a:ext cx="821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3-SAT</a:t>
            </a:r>
            <a:endParaRPr lang="es-MX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9D00CF8-FE39-3BAF-D5CA-AA3006ECF8C5}"/>
              </a:ext>
            </a:extLst>
          </p:cNvPr>
          <p:cNvSpPr/>
          <p:nvPr/>
        </p:nvSpPr>
        <p:spPr>
          <a:xfrm>
            <a:off x="3125084" y="4483964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CV</a:t>
            </a:r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E62857-D826-195B-1C79-77568917032B}"/>
              </a:ext>
            </a:extLst>
          </p:cNvPr>
          <p:cNvSpPr/>
          <p:nvPr/>
        </p:nvSpPr>
        <p:spPr>
          <a:xfrm>
            <a:off x="3259892" y="5302939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8D85ED9-19E7-6650-D7E0-0B6E7FF5E6FA}"/>
              </a:ext>
            </a:extLst>
          </p:cNvPr>
          <p:cNvSpPr/>
          <p:nvPr/>
        </p:nvSpPr>
        <p:spPr>
          <a:xfrm>
            <a:off x="3110722" y="6348609"/>
            <a:ext cx="8194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(G, 2K)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F5B5EED-DFC9-1EE0-8AF5-60B2343A33D8}"/>
              </a:ext>
            </a:extLst>
          </p:cNvPr>
          <p:cNvSpPr/>
          <p:nvPr/>
        </p:nvSpPr>
        <p:spPr>
          <a:xfrm>
            <a:off x="722617" y="5302939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AC1E0F9-A88F-BDD6-FE68-41E400E8C529}"/>
              </a:ext>
            </a:extLst>
          </p:cNvPr>
          <p:cNvSpPr/>
          <p:nvPr/>
        </p:nvSpPr>
        <p:spPr>
          <a:xfrm>
            <a:off x="776840" y="6302552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DC3587F0-4E7A-1D67-0C50-1E9BD111856C}"/>
              </a:ext>
            </a:extLst>
          </p:cNvPr>
          <p:cNvSpPr/>
          <p:nvPr/>
        </p:nvSpPr>
        <p:spPr>
          <a:xfrm>
            <a:off x="424008" y="4804988"/>
            <a:ext cx="960000" cy="148319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Diagrama de flujo: conector 27">
            <a:extLst>
              <a:ext uri="{FF2B5EF4-FFF2-40B4-BE49-F238E27FC236}">
                <a16:creationId xmlns:a16="http://schemas.microsoft.com/office/drawing/2014/main" id="{AA18E853-69A0-CFCD-B8BB-F99314300B17}"/>
              </a:ext>
            </a:extLst>
          </p:cNvPr>
          <p:cNvSpPr/>
          <p:nvPr/>
        </p:nvSpPr>
        <p:spPr>
          <a:xfrm>
            <a:off x="2918909" y="4804987"/>
            <a:ext cx="960000" cy="148974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A40B1A8-BE69-4FEA-1AE9-188756CDE23C}"/>
              </a:ext>
            </a:extLst>
          </p:cNvPr>
          <p:cNvCxnSpPr>
            <a:cxnSpLocks/>
          </p:cNvCxnSpPr>
          <p:nvPr/>
        </p:nvCxnSpPr>
        <p:spPr>
          <a:xfrm>
            <a:off x="1018059" y="5541480"/>
            <a:ext cx="2092812" cy="102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CF38EF4-8536-9C50-8F7C-4EE786E5B7C3}"/>
              </a:ext>
            </a:extLst>
          </p:cNvPr>
          <p:cNvSpPr/>
          <p:nvPr/>
        </p:nvSpPr>
        <p:spPr>
          <a:xfrm>
            <a:off x="3338283" y="5329867"/>
            <a:ext cx="292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778C397D-80A9-919D-0239-3AD76270537B}"/>
              </a:ext>
            </a:extLst>
          </p:cNvPr>
          <p:cNvCxnSpPr>
            <a:cxnSpLocks/>
          </p:cNvCxnSpPr>
          <p:nvPr/>
        </p:nvCxnSpPr>
        <p:spPr>
          <a:xfrm>
            <a:off x="1077289" y="6515103"/>
            <a:ext cx="2092812" cy="102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ángulo 37">
            <a:extLst>
              <a:ext uri="{FF2B5EF4-FFF2-40B4-BE49-F238E27FC236}">
                <a16:creationId xmlns:a16="http://schemas.microsoft.com/office/drawing/2014/main" id="{EBFF02FD-2A98-427B-18D0-056EE477A89B}"/>
              </a:ext>
            </a:extLst>
          </p:cNvPr>
          <p:cNvSpPr/>
          <p:nvPr/>
        </p:nvSpPr>
        <p:spPr>
          <a:xfrm>
            <a:off x="730324" y="5317313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0CE56A51-4D8C-4F04-9552-314DD2418EDE}"/>
              </a:ext>
            </a:extLst>
          </p:cNvPr>
          <p:cNvSpPr/>
          <p:nvPr/>
        </p:nvSpPr>
        <p:spPr>
          <a:xfrm>
            <a:off x="3051493" y="5348707"/>
            <a:ext cx="8194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(G, 2K)</a:t>
            </a:r>
          </a:p>
        </p:txBody>
      </p:sp>
      <p:sp>
        <p:nvSpPr>
          <p:cNvPr id="60" name="Diagrama de flujo: conector 59">
            <a:extLst>
              <a:ext uri="{FF2B5EF4-FFF2-40B4-BE49-F238E27FC236}">
                <a16:creationId xmlns:a16="http://schemas.microsoft.com/office/drawing/2014/main" id="{504AF503-A41B-3CD2-206A-FFDE3CF8F884}"/>
              </a:ext>
            </a:extLst>
          </p:cNvPr>
          <p:cNvSpPr/>
          <p:nvPr/>
        </p:nvSpPr>
        <p:spPr>
          <a:xfrm>
            <a:off x="5014077" y="2424085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1" name="Diagrama de flujo: conector 60">
            <a:extLst>
              <a:ext uri="{FF2B5EF4-FFF2-40B4-BE49-F238E27FC236}">
                <a16:creationId xmlns:a16="http://schemas.microsoft.com/office/drawing/2014/main" id="{7BA1F469-A1A4-CAAE-698D-37FEB08C1A5D}"/>
              </a:ext>
            </a:extLst>
          </p:cNvPr>
          <p:cNvSpPr/>
          <p:nvPr/>
        </p:nvSpPr>
        <p:spPr>
          <a:xfrm>
            <a:off x="4458318" y="2734996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2" name="Diagrama de flujo: conector 61">
            <a:extLst>
              <a:ext uri="{FF2B5EF4-FFF2-40B4-BE49-F238E27FC236}">
                <a16:creationId xmlns:a16="http://schemas.microsoft.com/office/drawing/2014/main" id="{60C00C16-3358-47EF-F24D-534ED23BE9E0}"/>
              </a:ext>
            </a:extLst>
          </p:cNvPr>
          <p:cNvSpPr/>
          <p:nvPr/>
        </p:nvSpPr>
        <p:spPr>
          <a:xfrm>
            <a:off x="5503396" y="2574593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3" name="Diagrama de flujo: conector 62">
            <a:extLst>
              <a:ext uri="{FF2B5EF4-FFF2-40B4-BE49-F238E27FC236}">
                <a16:creationId xmlns:a16="http://schemas.microsoft.com/office/drawing/2014/main" id="{64944465-D577-78F3-ED3E-91E2EFB496A4}"/>
              </a:ext>
            </a:extLst>
          </p:cNvPr>
          <p:cNvSpPr/>
          <p:nvPr/>
        </p:nvSpPr>
        <p:spPr>
          <a:xfrm>
            <a:off x="5030413" y="2982968"/>
            <a:ext cx="319551" cy="320807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4" name="Diagrama de flujo: conector 63">
            <a:extLst>
              <a:ext uri="{FF2B5EF4-FFF2-40B4-BE49-F238E27FC236}">
                <a16:creationId xmlns:a16="http://schemas.microsoft.com/office/drawing/2014/main" id="{3B11BF02-B734-CB57-3295-F4AE7C74AD09}"/>
              </a:ext>
            </a:extLst>
          </p:cNvPr>
          <p:cNvSpPr/>
          <p:nvPr/>
        </p:nvSpPr>
        <p:spPr>
          <a:xfrm>
            <a:off x="5936224" y="2949753"/>
            <a:ext cx="319551" cy="320807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7" name="Diagrama de flujo: conector 66">
            <a:extLst>
              <a:ext uri="{FF2B5EF4-FFF2-40B4-BE49-F238E27FC236}">
                <a16:creationId xmlns:a16="http://schemas.microsoft.com/office/drawing/2014/main" id="{3CD11748-01EC-C3D4-AF94-E5219E7B4B4A}"/>
              </a:ext>
            </a:extLst>
          </p:cNvPr>
          <p:cNvSpPr/>
          <p:nvPr/>
        </p:nvSpPr>
        <p:spPr>
          <a:xfrm>
            <a:off x="6036743" y="2388768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8" name="Diagrama de flujo: conector 67">
            <a:extLst>
              <a:ext uri="{FF2B5EF4-FFF2-40B4-BE49-F238E27FC236}">
                <a16:creationId xmlns:a16="http://schemas.microsoft.com/office/drawing/2014/main" id="{44E2D692-3229-133E-AD01-8F24501A6CE2}"/>
              </a:ext>
            </a:extLst>
          </p:cNvPr>
          <p:cNvSpPr/>
          <p:nvPr/>
        </p:nvSpPr>
        <p:spPr>
          <a:xfrm>
            <a:off x="6584184" y="2549171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7B5CDA9B-FC2E-8F8F-75F1-5185214C6E8B}"/>
              </a:ext>
            </a:extLst>
          </p:cNvPr>
          <p:cNvCxnSpPr>
            <a:cxnSpLocks/>
          </p:cNvCxnSpPr>
          <p:nvPr/>
        </p:nvCxnSpPr>
        <p:spPr>
          <a:xfrm>
            <a:off x="4767848" y="2956940"/>
            <a:ext cx="260748" cy="1532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81F7C47C-43A8-0250-C2F3-D5F737A3DCB8}"/>
              </a:ext>
            </a:extLst>
          </p:cNvPr>
          <p:cNvCxnSpPr>
            <a:cxnSpLocks/>
          </p:cNvCxnSpPr>
          <p:nvPr/>
        </p:nvCxnSpPr>
        <p:spPr>
          <a:xfrm>
            <a:off x="5160461" y="2728432"/>
            <a:ext cx="3399" cy="254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EF0B52E2-D55C-141F-410C-6A2125A63C14}"/>
              </a:ext>
            </a:extLst>
          </p:cNvPr>
          <p:cNvCxnSpPr>
            <a:cxnSpLocks/>
            <a:endCxn id="64" idx="2"/>
          </p:cNvCxnSpPr>
          <p:nvPr/>
        </p:nvCxnSpPr>
        <p:spPr>
          <a:xfrm flipV="1">
            <a:off x="5365292" y="3110157"/>
            <a:ext cx="570932" cy="42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FED61068-E4EC-C3EC-CF5E-7A781B811920}"/>
              </a:ext>
            </a:extLst>
          </p:cNvPr>
          <p:cNvCxnSpPr>
            <a:cxnSpLocks/>
            <a:endCxn id="62" idx="3"/>
          </p:cNvCxnSpPr>
          <p:nvPr/>
        </p:nvCxnSpPr>
        <p:spPr>
          <a:xfrm flipV="1">
            <a:off x="5304512" y="2848419"/>
            <a:ext cx="245681" cy="1960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EE829AA6-B8AB-CA4B-9E86-49D52AFF9B7E}"/>
              </a:ext>
            </a:extLst>
          </p:cNvPr>
          <p:cNvCxnSpPr>
            <a:cxnSpLocks/>
            <a:endCxn id="68" idx="3"/>
          </p:cNvCxnSpPr>
          <p:nvPr/>
        </p:nvCxnSpPr>
        <p:spPr>
          <a:xfrm flipV="1">
            <a:off x="6255775" y="2822997"/>
            <a:ext cx="375206" cy="2788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CFD735C7-E109-A8C3-B264-20F345317648}"/>
              </a:ext>
            </a:extLst>
          </p:cNvPr>
          <p:cNvCxnSpPr>
            <a:cxnSpLocks/>
            <a:endCxn id="67" idx="4"/>
          </p:cNvCxnSpPr>
          <p:nvPr/>
        </p:nvCxnSpPr>
        <p:spPr>
          <a:xfrm flipV="1">
            <a:off x="6158979" y="2709575"/>
            <a:ext cx="37540" cy="239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76">
            <a:extLst>
              <a:ext uri="{FF2B5EF4-FFF2-40B4-BE49-F238E27FC236}">
                <a16:creationId xmlns:a16="http://schemas.microsoft.com/office/drawing/2014/main" id="{0BC790D8-5FDA-C7EB-F731-3AE2571CA258}"/>
              </a:ext>
            </a:extLst>
          </p:cNvPr>
          <p:cNvSpPr/>
          <p:nvPr/>
        </p:nvSpPr>
        <p:spPr>
          <a:xfrm>
            <a:off x="1892305" y="3333492"/>
            <a:ext cx="89049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Ejemplo de cubrimiento de vértices de tamaño 2 (con 2 vértices se tocan todos los arcos)</a:t>
            </a:r>
            <a:endParaRPr lang="es-MX" sz="1600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F4DF78D4-63BD-5558-99AF-D55EF4BEDAF3}"/>
              </a:ext>
            </a:extLst>
          </p:cNvPr>
          <p:cNvCxnSpPr>
            <a:cxnSpLocks/>
          </p:cNvCxnSpPr>
          <p:nvPr/>
        </p:nvCxnSpPr>
        <p:spPr>
          <a:xfrm>
            <a:off x="9316179" y="5627908"/>
            <a:ext cx="472464" cy="3136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iagrama de flujo: conector 30">
            <a:extLst>
              <a:ext uri="{FF2B5EF4-FFF2-40B4-BE49-F238E27FC236}">
                <a16:creationId xmlns:a16="http://schemas.microsoft.com/office/drawing/2014/main" id="{E6E04F28-9929-8343-3D49-8808C50BE9C1}"/>
              </a:ext>
            </a:extLst>
          </p:cNvPr>
          <p:cNvSpPr/>
          <p:nvPr/>
        </p:nvSpPr>
        <p:spPr>
          <a:xfrm>
            <a:off x="9747139" y="5821651"/>
            <a:ext cx="515494" cy="50663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Diagrama de flujo: conector 31">
            <a:extLst>
              <a:ext uri="{FF2B5EF4-FFF2-40B4-BE49-F238E27FC236}">
                <a16:creationId xmlns:a16="http://schemas.microsoft.com/office/drawing/2014/main" id="{F0558F13-53C1-F1C7-D18A-B321485C2D5A}"/>
              </a:ext>
            </a:extLst>
          </p:cNvPr>
          <p:cNvSpPr/>
          <p:nvPr/>
        </p:nvSpPr>
        <p:spPr>
          <a:xfrm>
            <a:off x="9519926" y="4408966"/>
            <a:ext cx="515494" cy="506632"/>
          </a:xfrm>
          <a:prstGeom prst="flowChartConnector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Diagrama de flujo: conector 32">
            <a:extLst>
              <a:ext uri="{FF2B5EF4-FFF2-40B4-BE49-F238E27FC236}">
                <a16:creationId xmlns:a16="http://schemas.microsoft.com/office/drawing/2014/main" id="{04A4BFE6-8DB0-C2AE-44AF-6D343F3E7489}"/>
              </a:ext>
            </a:extLst>
          </p:cNvPr>
          <p:cNvSpPr/>
          <p:nvPr/>
        </p:nvSpPr>
        <p:spPr>
          <a:xfrm>
            <a:off x="8815696" y="5215730"/>
            <a:ext cx="515494" cy="506632"/>
          </a:xfrm>
          <a:prstGeom prst="flowChartConnector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38E3B01-505E-5DB3-7563-743EB48F05C5}"/>
              </a:ext>
            </a:extLst>
          </p:cNvPr>
          <p:cNvCxnSpPr>
            <a:cxnSpLocks/>
          </p:cNvCxnSpPr>
          <p:nvPr/>
        </p:nvCxnSpPr>
        <p:spPr>
          <a:xfrm flipV="1">
            <a:off x="10054781" y="4582033"/>
            <a:ext cx="812067" cy="265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A687CD7E-EF0D-4E94-2CDC-554F9A375D80}"/>
              </a:ext>
            </a:extLst>
          </p:cNvPr>
          <p:cNvCxnSpPr>
            <a:cxnSpLocks/>
          </p:cNvCxnSpPr>
          <p:nvPr/>
        </p:nvCxnSpPr>
        <p:spPr>
          <a:xfrm flipV="1">
            <a:off x="9218564" y="4866386"/>
            <a:ext cx="383620" cy="3546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C2955B8F-A78E-46A8-8811-EC8371F2B6DA}"/>
              </a:ext>
            </a:extLst>
          </p:cNvPr>
          <p:cNvCxnSpPr>
            <a:cxnSpLocks/>
          </p:cNvCxnSpPr>
          <p:nvPr/>
        </p:nvCxnSpPr>
        <p:spPr>
          <a:xfrm>
            <a:off x="9881207" y="4878149"/>
            <a:ext cx="70759" cy="9200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770C1760-FD71-B1EE-D2C0-BE73D664DF13}"/>
              </a:ext>
            </a:extLst>
          </p:cNvPr>
          <p:cNvCxnSpPr>
            <a:cxnSpLocks/>
          </p:cNvCxnSpPr>
          <p:nvPr/>
        </p:nvCxnSpPr>
        <p:spPr>
          <a:xfrm>
            <a:off x="10642478" y="5584914"/>
            <a:ext cx="472464" cy="3136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Diagrama de flujo: conector 45">
            <a:extLst>
              <a:ext uri="{FF2B5EF4-FFF2-40B4-BE49-F238E27FC236}">
                <a16:creationId xmlns:a16="http://schemas.microsoft.com/office/drawing/2014/main" id="{6B223665-6F27-F01F-92F5-6897B4F6E059}"/>
              </a:ext>
            </a:extLst>
          </p:cNvPr>
          <p:cNvSpPr/>
          <p:nvPr/>
        </p:nvSpPr>
        <p:spPr>
          <a:xfrm>
            <a:off x="11073438" y="5778657"/>
            <a:ext cx="515494" cy="506632"/>
          </a:xfrm>
          <a:prstGeom prst="flowChartConnector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7" name="Diagrama de flujo: conector 46">
            <a:extLst>
              <a:ext uri="{FF2B5EF4-FFF2-40B4-BE49-F238E27FC236}">
                <a16:creationId xmlns:a16="http://schemas.microsoft.com/office/drawing/2014/main" id="{2F288748-0289-A4FC-0E3A-A1C6B700BBB9}"/>
              </a:ext>
            </a:extLst>
          </p:cNvPr>
          <p:cNvSpPr/>
          <p:nvPr/>
        </p:nvSpPr>
        <p:spPr>
          <a:xfrm>
            <a:off x="10846225" y="4365972"/>
            <a:ext cx="515494" cy="50663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8" name="Diagrama de flujo: conector 47">
            <a:extLst>
              <a:ext uri="{FF2B5EF4-FFF2-40B4-BE49-F238E27FC236}">
                <a16:creationId xmlns:a16="http://schemas.microsoft.com/office/drawing/2014/main" id="{0495B3B1-2D36-13A8-E2B2-40BB801ED16E}"/>
              </a:ext>
            </a:extLst>
          </p:cNvPr>
          <p:cNvSpPr/>
          <p:nvPr/>
        </p:nvSpPr>
        <p:spPr>
          <a:xfrm>
            <a:off x="10141995" y="5172736"/>
            <a:ext cx="515494" cy="506632"/>
          </a:xfrm>
          <a:prstGeom prst="flowChartConnector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5CA25DA4-C122-2B2B-05B9-816F07D9B68D}"/>
              </a:ext>
            </a:extLst>
          </p:cNvPr>
          <p:cNvCxnSpPr>
            <a:cxnSpLocks/>
          </p:cNvCxnSpPr>
          <p:nvPr/>
        </p:nvCxnSpPr>
        <p:spPr>
          <a:xfrm flipV="1">
            <a:off x="10544863" y="4823392"/>
            <a:ext cx="383620" cy="3546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DFDB257F-1E99-8EEB-62E2-731D9B71A6B7}"/>
              </a:ext>
            </a:extLst>
          </p:cNvPr>
          <p:cNvCxnSpPr>
            <a:cxnSpLocks/>
          </p:cNvCxnSpPr>
          <p:nvPr/>
        </p:nvCxnSpPr>
        <p:spPr>
          <a:xfrm>
            <a:off x="11207506" y="4835155"/>
            <a:ext cx="70759" cy="9200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792691C-DCFE-CA9D-8622-39AD962E58F9}"/>
              </a:ext>
            </a:extLst>
          </p:cNvPr>
          <p:cNvSpPr txBox="1"/>
          <p:nvPr/>
        </p:nvSpPr>
        <p:spPr>
          <a:xfrm>
            <a:off x="8866465" y="5256535"/>
            <a:ext cx="528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0F39F8A0-628B-6784-AF20-F63C74A706A2}"/>
              </a:ext>
            </a:extLst>
          </p:cNvPr>
          <p:cNvSpPr txBox="1"/>
          <p:nvPr/>
        </p:nvSpPr>
        <p:spPr>
          <a:xfrm>
            <a:off x="9602184" y="4434596"/>
            <a:ext cx="528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9DA7163-BA82-8621-21D9-742CCFEC74D0}"/>
              </a:ext>
            </a:extLst>
          </p:cNvPr>
          <p:cNvSpPr txBox="1"/>
          <p:nvPr/>
        </p:nvSpPr>
        <p:spPr>
          <a:xfrm>
            <a:off x="9854295" y="5876146"/>
            <a:ext cx="528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C435AC5F-3831-DF0E-0CF6-989ECC49C86A}"/>
              </a:ext>
            </a:extLst>
          </p:cNvPr>
          <p:cNvSpPr txBox="1"/>
          <p:nvPr/>
        </p:nvSpPr>
        <p:spPr>
          <a:xfrm>
            <a:off x="10186889" y="5192623"/>
            <a:ext cx="528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B91E2F1F-1B90-FF4E-AC02-88D4672C9D57}"/>
              </a:ext>
            </a:extLst>
          </p:cNvPr>
          <p:cNvSpPr txBox="1"/>
          <p:nvPr/>
        </p:nvSpPr>
        <p:spPr>
          <a:xfrm>
            <a:off x="11177732" y="5827852"/>
            <a:ext cx="528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C81BFD2-B11F-CF90-4D67-4990584C38E5}"/>
              </a:ext>
            </a:extLst>
          </p:cNvPr>
          <p:cNvSpPr txBox="1"/>
          <p:nvPr/>
        </p:nvSpPr>
        <p:spPr>
          <a:xfrm>
            <a:off x="10876432" y="4395369"/>
            <a:ext cx="528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BEDD849B-DBC9-462C-A3CD-E90F08DD17B1}"/>
              </a:ext>
            </a:extLst>
          </p:cNvPr>
          <p:cNvSpPr txBox="1"/>
          <p:nvPr/>
        </p:nvSpPr>
        <p:spPr>
          <a:xfrm>
            <a:off x="4777869" y="5253953"/>
            <a:ext cx="3300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s-MX" dirty="0"/>
          </a:p>
        </p:txBody>
      </p:sp>
      <p:sp>
        <p:nvSpPr>
          <p:cNvPr id="71" name="Flecha: a la derecha 70">
            <a:extLst>
              <a:ext uri="{FF2B5EF4-FFF2-40B4-BE49-F238E27FC236}">
                <a16:creationId xmlns:a16="http://schemas.microsoft.com/office/drawing/2014/main" id="{BF9D2012-E70F-D390-180E-1A031AC15615}"/>
              </a:ext>
            </a:extLst>
          </p:cNvPr>
          <p:cNvSpPr/>
          <p:nvPr/>
        </p:nvSpPr>
        <p:spPr>
          <a:xfrm>
            <a:off x="8020935" y="5207534"/>
            <a:ext cx="602231" cy="479328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5EF42118-9C00-6BE3-7D3D-BE1365296A33}"/>
              </a:ext>
            </a:extLst>
          </p:cNvPr>
          <p:cNvSpPr txBox="1"/>
          <p:nvPr/>
        </p:nvSpPr>
        <p:spPr>
          <a:xfrm>
            <a:off x="1391715" y="4825359"/>
            <a:ext cx="15097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K =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nro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de</a:t>
            </a:r>
          </a:p>
          <a:p>
            <a:pPr algn="ctr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cláusulas de φ</a:t>
            </a:r>
            <a:endParaRPr lang="es-MX" sz="16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725EF5C-3CD3-4923-79D2-2F3C12028608}"/>
              </a:ext>
            </a:extLst>
          </p:cNvPr>
          <p:cNvSpPr/>
          <p:nvPr/>
        </p:nvSpPr>
        <p:spPr>
          <a:xfrm>
            <a:off x="1713443" y="5633359"/>
            <a:ext cx="893378" cy="800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463CEEA-49C2-ED1F-6651-021974FF6C81}"/>
              </a:ext>
            </a:extLst>
          </p:cNvPr>
          <p:cNvSpPr/>
          <p:nvPr/>
        </p:nvSpPr>
        <p:spPr>
          <a:xfrm>
            <a:off x="1946358" y="5856400"/>
            <a:ext cx="5160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C56F6A8-2D3B-43D2-8B26-0793FDB02DC9}"/>
              </a:ext>
            </a:extLst>
          </p:cNvPr>
          <p:cNvSpPr/>
          <p:nvPr/>
        </p:nvSpPr>
        <p:spPr>
          <a:xfrm>
            <a:off x="4825127" y="5684393"/>
            <a:ext cx="37304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Se genera un grafo con un cubrimiento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de 4 vértices (φ tiene 2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clásulas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16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B74DD0C-9B53-6A08-136A-A7016576B1E3}"/>
              </a:ext>
            </a:extLst>
          </p:cNvPr>
          <p:cNvSpPr/>
          <p:nvPr/>
        </p:nvSpPr>
        <p:spPr>
          <a:xfrm>
            <a:off x="4769765" y="4864859"/>
            <a:ext cx="15496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u="sng" dirty="0">
                <a:latin typeface="Arial" panose="020B0604020202020204" pitchFamily="34" charset="0"/>
                <a:cs typeface="Arial" panose="020B0604020202020204" pitchFamily="34" charset="0"/>
              </a:rPr>
              <a:t>Por ejemplo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884467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83564" y="137332"/>
            <a:ext cx="11893303" cy="4539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u="sng" dirty="0">
                <a:latin typeface="Arial" panose="020B0604020202020204" pitchFamily="34" charset="0"/>
                <a:cs typeface="Arial" panose="020B0604020202020204" pitchFamily="34" charset="0"/>
              </a:rPr>
              <a:t>Ejemplos clásicos de reducciones polinomiales para encontrar lenguajes NP-completos (continuación)</a:t>
            </a:r>
            <a:r>
              <a:rPr lang="es-AR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CV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{(G, K) | G es un grafo no dirigido de m vértices y tiene un cubrimiento de vértices de tamaño K}   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CLIQUE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{(G, K) | G es un grafo no dirigido de m vértices y tiene un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clique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tamaño K}   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</a:p>
          <a:p>
            <a:pPr algn="just"/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ABC9443-52E4-4A40-8904-674747F990A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994AB20-5F41-D8E0-1A0A-0E6239247C4B}"/>
              </a:ext>
            </a:extLst>
          </p:cNvPr>
          <p:cNvSpPr/>
          <p:nvPr/>
        </p:nvSpPr>
        <p:spPr>
          <a:xfrm>
            <a:off x="2049407" y="4248226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1808C9C-6109-B92F-14F8-A24A37B66458}"/>
              </a:ext>
            </a:extLst>
          </p:cNvPr>
          <p:cNvSpPr/>
          <p:nvPr/>
        </p:nvSpPr>
        <p:spPr>
          <a:xfrm>
            <a:off x="1775406" y="4294747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CV</a:t>
            </a:r>
            <a:endParaRPr lang="es-MX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9D00CF8-FE39-3BAF-D5CA-AA3006ECF8C5}"/>
              </a:ext>
            </a:extLst>
          </p:cNvPr>
          <p:cNvSpPr/>
          <p:nvPr/>
        </p:nvSpPr>
        <p:spPr>
          <a:xfrm>
            <a:off x="3574218" y="4319873"/>
            <a:ext cx="104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CLIQUE</a:t>
            </a:r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E62857-D826-195B-1C79-77568917032B}"/>
              </a:ext>
            </a:extLst>
          </p:cNvPr>
          <p:cNvSpPr/>
          <p:nvPr/>
        </p:nvSpPr>
        <p:spPr>
          <a:xfrm>
            <a:off x="4007819" y="5115426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8D85ED9-19E7-6650-D7E0-0B6E7FF5E6FA}"/>
              </a:ext>
            </a:extLst>
          </p:cNvPr>
          <p:cNvSpPr/>
          <p:nvPr/>
        </p:nvSpPr>
        <p:spPr>
          <a:xfrm>
            <a:off x="3756147" y="6186258"/>
            <a:ext cx="8370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(G´, K´)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F5B5EED-DFC9-1EE0-8AF5-60B2343A33D8}"/>
              </a:ext>
            </a:extLst>
          </p:cNvPr>
          <p:cNvSpPr/>
          <p:nvPr/>
        </p:nvSpPr>
        <p:spPr>
          <a:xfrm>
            <a:off x="1866057" y="5122053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DC3587F0-4E7A-1D67-0C50-1E9BD111856C}"/>
              </a:ext>
            </a:extLst>
          </p:cNvPr>
          <p:cNvSpPr/>
          <p:nvPr/>
        </p:nvSpPr>
        <p:spPr>
          <a:xfrm>
            <a:off x="1567448" y="4624102"/>
            <a:ext cx="960000" cy="148319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Diagrama de flujo: conector 27">
            <a:extLst>
              <a:ext uri="{FF2B5EF4-FFF2-40B4-BE49-F238E27FC236}">
                <a16:creationId xmlns:a16="http://schemas.microsoft.com/office/drawing/2014/main" id="{AA18E853-69A0-CFCD-B8BB-F99314300B17}"/>
              </a:ext>
            </a:extLst>
          </p:cNvPr>
          <p:cNvSpPr/>
          <p:nvPr/>
        </p:nvSpPr>
        <p:spPr>
          <a:xfrm>
            <a:off x="3574218" y="4659754"/>
            <a:ext cx="960000" cy="148974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A40B1A8-BE69-4FEA-1AE9-188756CDE23C}"/>
              </a:ext>
            </a:extLst>
          </p:cNvPr>
          <p:cNvCxnSpPr>
            <a:cxnSpLocks/>
          </p:cNvCxnSpPr>
          <p:nvPr/>
        </p:nvCxnSpPr>
        <p:spPr>
          <a:xfrm>
            <a:off x="2350353" y="5337680"/>
            <a:ext cx="139785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CF38EF4-8536-9C50-8F7C-4EE786E5B7C3}"/>
              </a:ext>
            </a:extLst>
          </p:cNvPr>
          <p:cNvSpPr/>
          <p:nvPr/>
        </p:nvSpPr>
        <p:spPr>
          <a:xfrm>
            <a:off x="4086210" y="5142354"/>
            <a:ext cx="292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0CE56A51-4D8C-4F04-9552-314DD2418EDE}"/>
              </a:ext>
            </a:extLst>
          </p:cNvPr>
          <p:cNvSpPr/>
          <p:nvPr/>
        </p:nvSpPr>
        <p:spPr>
          <a:xfrm>
            <a:off x="3708846" y="5142354"/>
            <a:ext cx="8370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(G´, K´)</a:t>
            </a:r>
          </a:p>
        </p:txBody>
      </p:sp>
      <p:sp>
        <p:nvSpPr>
          <p:cNvPr id="60" name="Diagrama de flujo: conector 59">
            <a:extLst>
              <a:ext uri="{FF2B5EF4-FFF2-40B4-BE49-F238E27FC236}">
                <a16:creationId xmlns:a16="http://schemas.microsoft.com/office/drawing/2014/main" id="{504AF503-A41B-3CD2-206A-FFDE3CF8F884}"/>
              </a:ext>
            </a:extLst>
          </p:cNvPr>
          <p:cNvSpPr/>
          <p:nvPr/>
        </p:nvSpPr>
        <p:spPr>
          <a:xfrm>
            <a:off x="5173853" y="1259978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1" name="Diagrama de flujo: conector 60">
            <a:extLst>
              <a:ext uri="{FF2B5EF4-FFF2-40B4-BE49-F238E27FC236}">
                <a16:creationId xmlns:a16="http://schemas.microsoft.com/office/drawing/2014/main" id="{7BA1F469-A1A4-CAAE-698D-37FEB08C1A5D}"/>
              </a:ext>
            </a:extLst>
          </p:cNvPr>
          <p:cNvSpPr/>
          <p:nvPr/>
        </p:nvSpPr>
        <p:spPr>
          <a:xfrm>
            <a:off x="4618094" y="1570889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2" name="Diagrama de flujo: conector 61">
            <a:extLst>
              <a:ext uri="{FF2B5EF4-FFF2-40B4-BE49-F238E27FC236}">
                <a16:creationId xmlns:a16="http://schemas.microsoft.com/office/drawing/2014/main" id="{60C00C16-3358-47EF-F24D-534ED23BE9E0}"/>
              </a:ext>
            </a:extLst>
          </p:cNvPr>
          <p:cNvSpPr/>
          <p:nvPr/>
        </p:nvSpPr>
        <p:spPr>
          <a:xfrm>
            <a:off x="5663172" y="1410486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3" name="Diagrama de flujo: conector 62">
            <a:extLst>
              <a:ext uri="{FF2B5EF4-FFF2-40B4-BE49-F238E27FC236}">
                <a16:creationId xmlns:a16="http://schemas.microsoft.com/office/drawing/2014/main" id="{64944465-D577-78F3-ED3E-91E2EFB496A4}"/>
              </a:ext>
            </a:extLst>
          </p:cNvPr>
          <p:cNvSpPr/>
          <p:nvPr/>
        </p:nvSpPr>
        <p:spPr>
          <a:xfrm>
            <a:off x="5190189" y="1818861"/>
            <a:ext cx="319551" cy="320807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4" name="Diagrama de flujo: conector 63">
            <a:extLst>
              <a:ext uri="{FF2B5EF4-FFF2-40B4-BE49-F238E27FC236}">
                <a16:creationId xmlns:a16="http://schemas.microsoft.com/office/drawing/2014/main" id="{3B11BF02-B734-CB57-3295-F4AE7C74AD09}"/>
              </a:ext>
            </a:extLst>
          </p:cNvPr>
          <p:cNvSpPr/>
          <p:nvPr/>
        </p:nvSpPr>
        <p:spPr>
          <a:xfrm>
            <a:off x="6096000" y="1785646"/>
            <a:ext cx="319551" cy="320807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7" name="Diagrama de flujo: conector 66">
            <a:extLst>
              <a:ext uri="{FF2B5EF4-FFF2-40B4-BE49-F238E27FC236}">
                <a16:creationId xmlns:a16="http://schemas.microsoft.com/office/drawing/2014/main" id="{3CD11748-01EC-C3D4-AF94-E5219E7B4B4A}"/>
              </a:ext>
            </a:extLst>
          </p:cNvPr>
          <p:cNvSpPr/>
          <p:nvPr/>
        </p:nvSpPr>
        <p:spPr>
          <a:xfrm>
            <a:off x="6196519" y="1224661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8" name="Diagrama de flujo: conector 67">
            <a:extLst>
              <a:ext uri="{FF2B5EF4-FFF2-40B4-BE49-F238E27FC236}">
                <a16:creationId xmlns:a16="http://schemas.microsoft.com/office/drawing/2014/main" id="{44E2D692-3229-133E-AD01-8F24501A6CE2}"/>
              </a:ext>
            </a:extLst>
          </p:cNvPr>
          <p:cNvSpPr/>
          <p:nvPr/>
        </p:nvSpPr>
        <p:spPr>
          <a:xfrm>
            <a:off x="6743960" y="1385064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7B5CDA9B-FC2E-8F8F-75F1-5185214C6E8B}"/>
              </a:ext>
            </a:extLst>
          </p:cNvPr>
          <p:cNvCxnSpPr>
            <a:cxnSpLocks/>
          </p:cNvCxnSpPr>
          <p:nvPr/>
        </p:nvCxnSpPr>
        <p:spPr>
          <a:xfrm>
            <a:off x="4927624" y="1792833"/>
            <a:ext cx="260748" cy="1532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81F7C47C-43A8-0250-C2F3-D5F737A3DCB8}"/>
              </a:ext>
            </a:extLst>
          </p:cNvPr>
          <p:cNvCxnSpPr>
            <a:cxnSpLocks/>
          </p:cNvCxnSpPr>
          <p:nvPr/>
        </p:nvCxnSpPr>
        <p:spPr>
          <a:xfrm>
            <a:off x="5320237" y="1564325"/>
            <a:ext cx="3399" cy="254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EF0B52E2-D55C-141F-410C-6A2125A63C14}"/>
              </a:ext>
            </a:extLst>
          </p:cNvPr>
          <p:cNvCxnSpPr>
            <a:cxnSpLocks/>
            <a:endCxn id="64" idx="2"/>
          </p:cNvCxnSpPr>
          <p:nvPr/>
        </p:nvCxnSpPr>
        <p:spPr>
          <a:xfrm flipV="1">
            <a:off x="5525068" y="1946050"/>
            <a:ext cx="570932" cy="42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FED61068-E4EC-C3EC-CF5E-7A781B811920}"/>
              </a:ext>
            </a:extLst>
          </p:cNvPr>
          <p:cNvCxnSpPr>
            <a:cxnSpLocks/>
            <a:endCxn id="62" idx="3"/>
          </p:cNvCxnSpPr>
          <p:nvPr/>
        </p:nvCxnSpPr>
        <p:spPr>
          <a:xfrm flipV="1">
            <a:off x="5464288" y="1684312"/>
            <a:ext cx="245681" cy="1960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EE829AA6-B8AB-CA4B-9E86-49D52AFF9B7E}"/>
              </a:ext>
            </a:extLst>
          </p:cNvPr>
          <p:cNvCxnSpPr>
            <a:cxnSpLocks/>
            <a:endCxn id="68" idx="3"/>
          </p:cNvCxnSpPr>
          <p:nvPr/>
        </p:nvCxnSpPr>
        <p:spPr>
          <a:xfrm flipV="1">
            <a:off x="6415551" y="1658890"/>
            <a:ext cx="375206" cy="2788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CFD735C7-E109-A8C3-B264-20F345317648}"/>
              </a:ext>
            </a:extLst>
          </p:cNvPr>
          <p:cNvCxnSpPr>
            <a:cxnSpLocks/>
            <a:endCxn id="67" idx="4"/>
          </p:cNvCxnSpPr>
          <p:nvPr/>
        </p:nvCxnSpPr>
        <p:spPr>
          <a:xfrm flipV="1">
            <a:off x="6318755" y="1545468"/>
            <a:ext cx="37540" cy="239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iagrama de flujo: conector 1">
            <a:extLst>
              <a:ext uri="{FF2B5EF4-FFF2-40B4-BE49-F238E27FC236}">
                <a16:creationId xmlns:a16="http://schemas.microsoft.com/office/drawing/2014/main" id="{976FCF25-5C11-202D-D1B0-B19612F21526}"/>
              </a:ext>
            </a:extLst>
          </p:cNvPr>
          <p:cNvSpPr/>
          <p:nvPr/>
        </p:nvSpPr>
        <p:spPr>
          <a:xfrm>
            <a:off x="5301538" y="2731297"/>
            <a:ext cx="319551" cy="320807"/>
          </a:xfrm>
          <a:prstGeom prst="flowChartConnecto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Diagrama de flujo: conector 2">
            <a:extLst>
              <a:ext uri="{FF2B5EF4-FFF2-40B4-BE49-F238E27FC236}">
                <a16:creationId xmlns:a16="http://schemas.microsoft.com/office/drawing/2014/main" id="{4A0F2FBF-B366-506F-B62D-1356EED60563}"/>
              </a:ext>
            </a:extLst>
          </p:cNvPr>
          <p:cNvSpPr/>
          <p:nvPr/>
        </p:nvSpPr>
        <p:spPr>
          <a:xfrm>
            <a:off x="5301537" y="3239439"/>
            <a:ext cx="319551" cy="320807"/>
          </a:xfrm>
          <a:prstGeom prst="flowChartConnecto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717EED17-9545-13C9-E941-DAE7E403F73A}"/>
              </a:ext>
            </a:extLst>
          </p:cNvPr>
          <p:cNvSpPr/>
          <p:nvPr/>
        </p:nvSpPr>
        <p:spPr>
          <a:xfrm>
            <a:off x="6045535" y="2709521"/>
            <a:ext cx="319551" cy="320807"/>
          </a:xfrm>
          <a:prstGeom prst="flowChartConnecto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79737427-9366-6587-0920-8C8FC21D147D}"/>
              </a:ext>
            </a:extLst>
          </p:cNvPr>
          <p:cNvSpPr/>
          <p:nvPr/>
        </p:nvSpPr>
        <p:spPr>
          <a:xfrm>
            <a:off x="6075497" y="3240147"/>
            <a:ext cx="319551" cy="3208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F8FCC78-D251-56D2-0A5E-730932F82FEC}"/>
              </a:ext>
            </a:extLst>
          </p:cNvPr>
          <p:cNvCxnSpPr>
            <a:cxnSpLocks/>
          </p:cNvCxnSpPr>
          <p:nvPr/>
        </p:nvCxnSpPr>
        <p:spPr>
          <a:xfrm flipV="1">
            <a:off x="5617319" y="2891700"/>
            <a:ext cx="458178" cy="6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D2F02DED-1574-438B-0BE7-81DEB97C073B}"/>
              </a:ext>
            </a:extLst>
          </p:cNvPr>
          <p:cNvSpPr/>
          <p:nvPr/>
        </p:nvSpPr>
        <p:spPr>
          <a:xfrm>
            <a:off x="6420105" y="2869924"/>
            <a:ext cx="32071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Ejemplo de clique de tamaño 3 (subgrafo completo de 3 vértices)</a:t>
            </a:r>
            <a:endParaRPr lang="es-MX" sz="1600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AEC5671-CFF4-2564-D67B-73FB09A199FE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450908" y="3068825"/>
            <a:ext cx="10405" cy="170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0FD84B92-9340-B6D9-B719-DB3A0E01C113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6204619" y="3030328"/>
            <a:ext cx="692" cy="198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E17632B1-6292-75DE-92C6-C28C68D7FA1D}"/>
              </a:ext>
            </a:extLst>
          </p:cNvPr>
          <p:cNvCxnSpPr>
            <a:cxnSpLocks/>
            <a:stCxn id="6" idx="3"/>
          </p:cNvCxnSpPr>
          <p:nvPr/>
        </p:nvCxnSpPr>
        <p:spPr>
          <a:xfrm flipH="1">
            <a:off x="5613713" y="2983347"/>
            <a:ext cx="478619" cy="4084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B714D61-B900-ACA1-ADF2-FA14C0682386}"/>
              </a:ext>
            </a:extLst>
          </p:cNvPr>
          <p:cNvSpPr/>
          <p:nvPr/>
        </p:nvSpPr>
        <p:spPr>
          <a:xfrm>
            <a:off x="1657898" y="5148981"/>
            <a:ext cx="702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(G, K)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7C2051D-064B-FE15-FB41-22BACCDD2058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421639" y="6370924"/>
            <a:ext cx="13345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560B133-27BB-1C20-EAEC-101355690924}"/>
              </a:ext>
            </a:extLst>
          </p:cNvPr>
          <p:cNvSpPr/>
          <p:nvPr/>
        </p:nvSpPr>
        <p:spPr>
          <a:xfrm>
            <a:off x="1719203" y="6149501"/>
            <a:ext cx="702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(G, K)</a:t>
            </a:r>
          </a:p>
        </p:txBody>
      </p:sp>
      <p:pic>
        <p:nvPicPr>
          <p:cNvPr id="11" name="Imagen 10" descr="8.10">
            <a:extLst>
              <a:ext uri="{FF2B5EF4-FFF2-40B4-BE49-F238E27FC236}">
                <a16:creationId xmlns:a16="http://schemas.microsoft.com/office/drawing/2014/main" id="{6F12EADA-875D-9DB2-901C-1F05BFF8C13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1" t="10107" r="3880" b="16989"/>
          <a:stretch>
            <a:fillRect/>
          </a:stretch>
        </p:blipFill>
        <p:spPr bwMode="auto">
          <a:xfrm>
            <a:off x="5844192" y="4254703"/>
            <a:ext cx="4283242" cy="237160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D5AE267A-DEF5-85E1-41F1-7E9655AA7F37}"/>
              </a:ext>
            </a:extLst>
          </p:cNvPr>
          <p:cNvSpPr txBox="1"/>
          <p:nvPr/>
        </p:nvSpPr>
        <p:spPr>
          <a:xfrm>
            <a:off x="2494058" y="4753258"/>
            <a:ext cx="12296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K´ = m – K</a:t>
            </a:r>
            <a:endParaRPr lang="es-AR" sz="16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B8BD610-D4FD-46D6-026A-4B2268D15A8E}"/>
              </a:ext>
            </a:extLst>
          </p:cNvPr>
          <p:cNvSpPr/>
          <p:nvPr/>
        </p:nvSpPr>
        <p:spPr>
          <a:xfrm>
            <a:off x="2608399" y="5460286"/>
            <a:ext cx="893378" cy="800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CC66B13-165F-B320-644B-BC78D03B04FF}"/>
              </a:ext>
            </a:extLst>
          </p:cNvPr>
          <p:cNvSpPr/>
          <p:nvPr/>
        </p:nvSpPr>
        <p:spPr>
          <a:xfrm>
            <a:off x="2841314" y="5683327"/>
            <a:ext cx="5160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ED63D40-9874-9697-93AB-11D51B26E57A}"/>
              </a:ext>
            </a:extLst>
          </p:cNvPr>
          <p:cNvSpPr/>
          <p:nvPr/>
        </p:nvSpPr>
        <p:spPr>
          <a:xfrm>
            <a:off x="5426559" y="4039443"/>
            <a:ext cx="25198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cubrimiento de tamaño 2</a:t>
            </a:r>
            <a:endParaRPr lang="es-MX" sz="16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A95EF016-9E53-9775-BCF9-5D6E9DF38AE5}"/>
              </a:ext>
            </a:extLst>
          </p:cNvPr>
          <p:cNvSpPr/>
          <p:nvPr/>
        </p:nvSpPr>
        <p:spPr>
          <a:xfrm>
            <a:off x="5466008" y="5313119"/>
            <a:ext cx="25198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cubrimiento de tamaño 2</a:t>
            </a:r>
            <a:endParaRPr lang="es-MX" sz="16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D752BE07-C792-3C00-9381-C1C6D207FEAD}"/>
              </a:ext>
            </a:extLst>
          </p:cNvPr>
          <p:cNvSpPr/>
          <p:nvPr/>
        </p:nvSpPr>
        <p:spPr>
          <a:xfrm>
            <a:off x="7954164" y="4025102"/>
            <a:ext cx="34715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clique de tamaño 2 = 4 – 2</a:t>
            </a:r>
            <a:endParaRPr lang="es-MX" sz="1600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90A4D655-74D6-386D-E2C6-D72DCC2D345C}"/>
              </a:ext>
            </a:extLst>
          </p:cNvPr>
          <p:cNvSpPr/>
          <p:nvPr/>
        </p:nvSpPr>
        <p:spPr>
          <a:xfrm>
            <a:off x="8023671" y="5300092"/>
            <a:ext cx="34715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clique de tamaño 3 = 5 – 2</a:t>
            </a:r>
            <a:endParaRPr lang="es-MX" sz="16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7EE8CD0-F0A0-CF57-B9A5-120B56856F09}"/>
              </a:ext>
            </a:extLst>
          </p:cNvPr>
          <p:cNvSpPr/>
          <p:nvPr/>
        </p:nvSpPr>
        <p:spPr>
          <a:xfrm>
            <a:off x="7325282" y="3703861"/>
            <a:ext cx="15496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u="sng" dirty="0">
                <a:latin typeface="Arial" panose="020B0604020202020204" pitchFamily="34" charset="0"/>
                <a:cs typeface="Arial" panose="020B0604020202020204" pitchFamily="34" charset="0"/>
              </a:rPr>
              <a:t>Por ejemplo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2498562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98697" y="255515"/>
            <a:ext cx="11893303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u="sng" dirty="0">
                <a:latin typeface="Arial" panose="020B0604020202020204" pitchFamily="34" charset="0"/>
                <a:cs typeface="Arial" panose="020B0604020202020204" pitchFamily="34" charset="0"/>
              </a:rPr>
              <a:t>Ejemplos clásicos de reducciones polinomiales para encontrar lenguajes NP-completos (continuación)</a:t>
            </a:r>
          </a:p>
          <a:p>
            <a:pPr algn="just"/>
            <a:endParaRPr lang="es-A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3-SAT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{φ | φ es una fórmula booleana sin cuantificadores en FNC con tres literales por cláusula y 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(x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(¬x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         </a:t>
            </a:r>
          </a:p>
          <a:p>
            <a:r>
              <a:rPr lang="es-AR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3-COLOR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= {(G, 3) | G es un grafo no dirigido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coloreable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con 3 colores sin generar vértices vecinos con igual color}           </a:t>
            </a:r>
          </a:p>
          <a:p>
            <a:pPr algn="just"/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ABC9443-52E4-4A40-8904-674747F990A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994AB20-5F41-D8E0-1A0A-0E6239247C4B}"/>
              </a:ext>
            </a:extLst>
          </p:cNvPr>
          <p:cNvSpPr/>
          <p:nvPr/>
        </p:nvSpPr>
        <p:spPr>
          <a:xfrm>
            <a:off x="4511251" y="4423840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1808C9C-6109-B92F-14F8-A24A37B66458}"/>
              </a:ext>
            </a:extLst>
          </p:cNvPr>
          <p:cNvSpPr/>
          <p:nvPr/>
        </p:nvSpPr>
        <p:spPr>
          <a:xfrm>
            <a:off x="4138211" y="4478692"/>
            <a:ext cx="821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3-SAT</a:t>
            </a:r>
            <a:endParaRPr lang="es-MX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9D00CF8-FE39-3BAF-D5CA-AA3006ECF8C5}"/>
              </a:ext>
            </a:extLst>
          </p:cNvPr>
          <p:cNvSpPr/>
          <p:nvPr/>
        </p:nvSpPr>
        <p:spPr>
          <a:xfrm>
            <a:off x="6496233" y="4469441"/>
            <a:ext cx="1019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3-COLOR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E62857-D826-195B-1C79-77568917032B}"/>
              </a:ext>
            </a:extLst>
          </p:cNvPr>
          <p:cNvSpPr/>
          <p:nvPr/>
        </p:nvSpPr>
        <p:spPr>
          <a:xfrm>
            <a:off x="6865176" y="5297667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8D85ED9-19E7-6650-D7E0-0B6E7FF5E6FA}"/>
              </a:ext>
            </a:extLst>
          </p:cNvPr>
          <p:cNvSpPr/>
          <p:nvPr/>
        </p:nvSpPr>
        <p:spPr>
          <a:xfrm>
            <a:off x="6745943" y="6250404"/>
            <a:ext cx="699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(G, 3)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F5B5EED-DFC9-1EE0-8AF5-60B2343A33D8}"/>
              </a:ext>
            </a:extLst>
          </p:cNvPr>
          <p:cNvSpPr/>
          <p:nvPr/>
        </p:nvSpPr>
        <p:spPr>
          <a:xfrm>
            <a:off x="4327901" y="5297667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AC1E0F9-A88F-BDD6-FE68-41E400E8C529}"/>
              </a:ext>
            </a:extLst>
          </p:cNvPr>
          <p:cNvSpPr/>
          <p:nvPr/>
        </p:nvSpPr>
        <p:spPr>
          <a:xfrm>
            <a:off x="4342357" y="6234598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DC3587F0-4E7A-1D67-0C50-1E9BD111856C}"/>
              </a:ext>
            </a:extLst>
          </p:cNvPr>
          <p:cNvSpPr/>
          <p:nvPr/>
        </p:nvSpPr>
        <p:spPr>
          <a:xfrm>
            <a:off x="4029292" y="4799716"/>
            <a:ext cx="960000" cy="148319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Diagrama de flujo: conector 27">
            <a:extLst>
              <a:ext uri="{FF2B5EF4-FFF2-40B4-BE49-F238E27FC236}">
                <a16:creationId xmlns:a16="http://schemas.microsoft.com/office/drawing/2014/main" id="{AA18E853-69A0-CFCD-B8BB-F99314300B17}"/>
              </a:ext>
            </a:extLst>
          </p:cNvPr>
          <p:cNvSpPr/>
          <p:nvPr/>
        </p:nvSpPr>
        <p:spPr>
          <a:xfrm>
            <a:off x="6524193" y="4799715"/>
            <a:ext cx="960000" cy="148974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A40B1A8-BE69-4FEA-1AE9-188756CDE23C}"/>
              </a:ext>
            </a:extLst>
          </p:cNvPr>
          <p:cNvCxnSpPr>
            <a:cxnSpLocks/>
          </p:cNvCxnSpPr>
          <p:nvPr/>
        </p:nvCxnSpPr>
        <p:spPr>
          <a:xfrm>
            <a:off x="4709434" y="5536208"/>
            <a:ext cx="2092812" cy="102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CF38EF4-8536-9C50-8F7C-4EE786E5B7C3}"/>
              </a:ext>
            </a:extLst>
          </p:cNvPr>
          <p:cNvSpPr/>
          <p:nvPr/>
        </p:nvSpPr>
        <p:spPr>
          <a:xfrm>
            <a:off x="6943567" y="5324595"/>
            <a:ext cx="292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778C397D-80A9-919D-0239-3AD76270537B}"/>
              </a:ext>
            </a:extLst>
          </p:cNvPr>
          <p:cNvCxnSpPr>
            <a:cxnSpLocks/>
          </p:cNvCxnSpPr>
          <p:nvPr/>
        </p:nvCxnSpPr>
        <p:spPr>
          <a:xfrm>
            <a:off x="4732345" y="6482508"/>
            <a:ext cx="2092812" cy="102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ángulo 37">
            <a:extLst>
              <a:ext uri="{FF2B5EF4-FFF2-40B4-BE49-F238E27FC236}">
                <a16:creationId xmlns:a16="http://schemas.microsoft.com/office/drawing/2014/main" id="{EBFF02FD-2A98-427B-18D0-056EE477A89B}"/>
              </a:ext>
            </a:extLst>
          </p:cNvPr>
          <p:cNvSpPr/>
          <p:nvPr/>
        </p:nvSpPr>
        <p:spPr>
          <a:xfrm>
            <a:off x="4335608" y="5312041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0CE56A51-4D8C-4F04-9552-314DD2418EDE}"/>
              </a:ext>
            </a:extLst>
          </p:cNvPr>
          <p:cNvSpPr/>
          <p:nvPr/>
        </p:nvSpPr>
        <p:spPr>
          <a:xfrm>
            <a:off x="6742677" y="5338059"/>
            <a:ext cx="699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(G, 3)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0BC790D8-5FDA-C7EB-F731-3AE2571CA258}"/>
              </a:ext>
            </a:extLst>
          </p:cNvPr>
          <p:cNvSpPr/>
          <p:nvPr/>
        </p:nvSpPr>
        <p:spPr>
          <a:xfrm>
            <a:off x="3793226" y="3567509"/>
            <a:ext cx="449923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Ejemplo de grafo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coloreable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con 3 colores</a:t>
            </a:r>
            <a:endParaRPr lang="es-MX" sz="1600" dirty="0"/>
          </a:p>
        </p:txBody>
      </p:sp>
      <p:sp>
        <p:nvSpPr>
          <p:cNvPr id="2" name="Diagrama de flujo: conector 1">
            <a:extLst>
              <a:ext uri="{FF2B5EF4-FFF2-40B4-BE49-F238E27FC236}">
                <a16:creationId xmlns:a16="http://schemas.microsoft.com/office/drawing/2014/main" id="{91E57F6E-E3B7-176A-2E85-7CCDC9147216}"/>
              </a:ext>
            </a:extLst>
          </p:cNvPr>
          <p:cNvSpPr/>
          <p:nvPr/>
        </p:nvSpPr>
        <p:spPr>
          <a:xfrm>
            <a:off x="5109109" y="2713424"/>
            <a:ext cx="319551" cy="320807"/>
          </a:xfrm>
          <a:prstGeom prst="flowChartConnector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Diagrama de flujo: conector 2">
            <a:extLst>
              <a:ext uri="{FF2B5EF4-FFF2-40B4-BE49-F238E27FC236}">
                <a16:creationId xmlns:a16="http://schemas.microsoft.com/office/drawing/2014/main" id="{76174F25-22BA-C0C2-5493-AD3B407773E2}"/>
              </a:ext>
            </a:extLst>
          </p:cNvPr>
          <p:cNvSpPr/>
          <p:nvPr/>
        </p:nvSpPr>
        <p:spPr>
          <a:xfrm>
            <a:off x="5109108" y="3221566"/>
            <a:ext cx="319551" cy="320807"/>
          </a:xfrm>
          <a:prstGeom prst="flowChartConnector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1250928C-E9A3-E1F7-6C9F-9D7B35CD4C67}"/>
              </a:ext>
            </a:extLst>
          </p:cNvPr>
          <p:cNvSpPr/>
          <p:nvPr/>
        </p:nvSpPr>
        <p:spPr>
          <a:xfrm>
            <a:off x="5853106" y="2691648"/>
            <a:ext cx="319551" cy="320807"/>
          </a:xfrm>
          <a:prstGeom prst="flowChartConnector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CAC8AAEB-3D8A-6C54-4A2A-179FA94949A6}"/>
              </a:ext>
            </a:extLst>
          </p:cNvPr>
          <p:cNvSpPr/>
          <p:nvPr/>
        </p:nvSpPr>
        <p:spPr>
          <a:xfrm>
            <a:off x="5883068" y="3222274"/>
            <a:ext cx="319551" cy="320807"/>
          </a:xfrm>
          <a:prstGeom prst="flowChartConnector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1E092FC-1F42-E39A-6EDE-F3F4BEE964A6}"/>
              </a:ext>
            </a:extLst>
          </p:cNvPr>
          <p:cNvCxnSpPr>
            <a:cxnSpLocks/>
          </p:cNvCxnSpPr>
          <p:nvPr/>
        </p:nvCxnSpPr>
        <p:spPr>
          <a:xfrm flipV="1">
            <a:off x="5424890" y="2873827"/>
            <a:ext cx="458178" cy="6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4F6E08D-BB44-3B63-5B25-AF92C9D1D486}"/>
              </a:ext>
            </a:extLst>
          </p:cNvPr>
          <p:cNvCxnSpPr>
            <a:cxnSpLocks/>
          </p:cNvCxnSpPr>
          <p:nvPr/>
        </p:nvCxnSpPr>
        <p:spPr>
          <a:xfrm flipV="1">
            <a:off x="5424890" y="3381248"/>
            <a:ext cx="458178" cy="6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970FDDB-9FF3-F3B0-70BD-81E3FF885E01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258479" y="3050952"/>
            <a:ext cx="10405" cy="170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4C48056-E7DF-CE65-A4D9-22C2F0932887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6012190" y="3012455"/>
            <a:ext cx="692" cy="198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1DBC5A2-8CBF-4E71-6203-551F08E83B32}"/>
              </a:ext>
            </a:extLst>
          </p:cNvPr>
          <p:cNvCxnSpPr>
            <a:cxnSpLocks/>
            <a:stCxn id="3" idx="7"/>
            <a:endCxn id="6" idx="3"/>
          </p:cNvCxnSpPr>
          <p:nvPr/>
        </p:nvCxnSpPr>
        <p:spPr>
          <a:xfrm flipV="1">
            <a:off x="5381862" y="2965474"/>
            <a:ext cx="518041" cy="3030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C007511-CB2F-8E69-F77C-AE4D2A9DC372}"/>
              </a:ext>
            </a:extLst>
          </p:cNvPr>
          <p:cNvSpPr/>
          <p:nvPr/>
        </p:nvSpPr>
        <p:spPr>
          <a:xfrm>
            <a:off x="5382257" y="5613718"/>
            <a:ext cx="893378" cy="800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70D350B-226C-EDDC-FFF1-CF029D95F3F5}"/>
              </a:ext>
            </a:extLst>
          </p:cNvPr>
          <p:cNvSpPr/>
          <p:nvPr/>
        </p:nvSpPr>
        <p:spPr>
          <a:xfrm>
            <a:off x="5615172" y="5836759"/>
            <a:ext cx="5160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2771586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24589" y="228444"/>
            <a:ext cx="11692427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Hay varias heurísticas para poblar la clase NPC con reducciones polinomiales (un compendio insuperable es el libro de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Garey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y Johnson de 1979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s-A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Levin llamó a los problemas NP-completos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problemas universales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La idea subyacente (¡y fascinante!) es que los miles de problemas NP-completos son en realidad pocos problemas, pero que se repiten y se expresan de distinta forma (por medio de grafos, fórmulas booleanas, números, conjuntos,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  </a:t>
            </a:r>
          </a:p>
          <a:p>
            <a:pPr algn="just"/>
            <a:endParaRPr lang="es-A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Observación 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Todo par de lenguajes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NP-completos conocidos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son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p-isomorfos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Se prueba que si todos los lenguajes NP-completos son p-isomorfos, se cumple P ≠ NP.</a:t>
            </a: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Observación 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Todos los lenguajes NP-completos conocidos son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densos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es decir que tienen muchas cadenas (formalmente, para todo n tienen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(n) cadenas de longitud a lo sumo n).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Se prueba que si existe un lenguaje NP-completo no denso (disperso), se cumple P = NP.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F56685E-B2D4-456D-A5BE-A6963D942C81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F409C42-F22C-21D2-633E-4A4722A5AC1E}"/>
              </a:ext>
            </a:extLst>
          </p:cNvPr>
          <p:cNvSpPr/>
          <p:nvPr/>
        </p:nvSpPr>
        <p:spPr>
          <a:xfrm>
            <a:off x="3944320" y="2958358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04D6207-46BE-562C-2D44-B80D577AE68B}"/>
              </a:ext>
            </a:extLst>
          </p:cNvPr>
          <p:cNvSpPr/>
          <p:nvPr/>
        </p:nvSpPr>
        <p:spPr>
          <a:xfrm>
            <a:off x="5187709" y="2964874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63956A-7130-0E4F-B8E1-C9A2961D7813}"/>
              </a:ext>
            </a:extLst>
          </p:cNvPr>
          <p:cNvSpPr/>
          <p:nvPr/>
        </p:nvSpPr>
        <p:spPr>
          <a:xfrm>
            <a:off x="4588614" y="2711247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EB73F66-176C-6A31-7558-D75A363A993B}"/>
              </a:ext>
            </a:extLst>
          </p:cNvPr>
          <p:cNvSpPr/>
          <p:nvPr/>
        </p:nvSpPr>
        <p:spPr>
          <a:xfrm>
            <a:off x="4563444" y="3236178"/>
            <a:ext cx="4491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endParaRPr lang="es-MX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B79BAD3-EB12-BA15-4DF5-49FF44691CF2}"/>
              </a:ext>
            </a:extLst>
          </p:cNvPr>
          <p:cNvCxnSpPr>
            <a:cxnSpLocks/>
          </p:cNvCxnSpPr>
          <p:nvPr/>
        </p:nvCxnSpPr>
        <p:spPr>
          <a:xfrm>
            <a:off x="4294525" y="3058709"/>
            <a:ext cx="914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F5939FE-3F88-E592-56C2-B2A6DAAC27E5}"/>
              </a:ext>
            </a:extLst>
          </p:cNvPr>
          <p:cNvCxnSpPr>
            <a:cxnSpLocks/>
          </p:cNvCxnSpPr>
          <p:nvPr/>
        </p:nvCxnSpPr>
        <p:spPr>
          <a:xfrm flipH="1">
            <a:off x="4294526" y="3261986"/>
            <a:ext cx="9143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81275E90-9ED2-5488-063B-20FF0CBEBD8C}"/>
              </a:ext>
            </a:extLst>
          </p:cNvPr>
          <p:cNvSpPr/>
          <p:nvPr/>
        </p:nvSpPr>
        <p:spPr>
          <a:xfrm>
            <a:off x="1067389" y="5049326"/>
            <a:ext cx="1795483" cy="106689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54554B2-7DC1-2C67-10D4-25972E4C01D1}"/>
              </a:ext>
            </a:extLst>
          </p:cNvPr>
          <p:cNvSpPr/>
          <p:nvPr/>
        </p:nvSpPr>
        <p:spPr>
          <a:xfrm>
            <a:off x="2023691" y="5058673"/>
            <a:ext cx="3690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400" dirty="0"/>
          </a:p>
          <a:p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C691155-AEDF-7FD1-7ED0-6B3EFA1B9E2E}"/>
              </a:ext>
            </a:extLst>
          </p:cNvPr>
          <p:cNvSpPr/>
          <p:nvPr/>
        </p:nvSpPr>
        <p:spPr>
          <a:xfrm>
            <a:off x="1756106" y="5180733"/>
            <a:ext cx="3690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sz="1400" dirty="0"/>
          </a:p>
          <a:p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A1D2AB6-88FA-605D-3A93-D057B4578B7A}"/>
              </a:ext>
            </a:extLst>
          </p:cNvPr>
          <p:cNvSpPr/>
          <p:nvPr/>
        </p:nvSpPr>
        <p:spPr>
          <a:xfrm>
            <a:off x="2212066" y="5227837"/>
            <a:ext cx="3690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s-MX" sz="1400" dirty="0"/>
          </a:p>
          <a:p>
            <a:endParaRPr lang="es-MX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D21D8CE-5C25-7C7A-CF16-93C4C46B6DE3}"/>
              </a:ext>
            </a:extLst>
          </p:cNvPr>
          <p:cNvSpPr/>
          <p:nvPr/>
        </p:nvSpPr>
        <p:spPr>
          <a:xfrm>
            <a:off x="1919076" y="5529571"/>
            <a:ext cx="4363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es-MX" sz="1400" dirty="0"/>
          </a:p>
          <a:p>
            <a:endParaRPr lang="es-MX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86F7F73-EB9E-4FB2-A479-848A16FE76BE}"/>
              </a:ext>
            </a:extLst>
          </p:cNvPr>
          <p:cNvSpPr/>
          <p:nvPr/>
        </p:nvSpPr>
        <p:spPr>
          <a:xfrm>
            <a:off x="2004665" y="5369941"/>
            <a:ext cx="3690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es-MX" sz="1400" dirty="0"/>
          </a:p>
          <a:p>
            <a:endParaRPr lang="es-MX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BAFD919-395E-5A0E-43D8-1BCE2102E821}"/>
              </a:ext>
            </a:extLst>
          </p:cNvPr>
          <p:cNvSpPr/>
          <p:nvPr/>
        </p:nvSpPr>
        <p:spPr>
          <a:xfrm>
            <a:off x="1351753" y="5689894"/>
            <a:ext cx="4363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es-MX" sz="1400" dirty="0"/>
          </a:p>
          <a:p>
            <a:endParaRPr lang="es-MX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C525EDC-AD39-FFE9-DC83-32BF3C5A03CD}"/>
              </a:ext>
            </a:extLst>
          </p:cNvPr>
          <p:cNvSpPr/>
          <p:nvPr/>
        </p:nvSpPr>
        <p:spPr>
          <a:xfrm>
            <a:off x="1779001" y="4968652"/>
            <a:ext cx="3690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400" dirty="0"/>
          </a:p>
          <a:p>
            <a:endParaRPr lang="es-MX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2E1D738-C9F0-63C7-AA28-4D7D4E2AB30B}"/>
              </a:ext>
            </a:extLst>
          </p:cNvPr>
          <p:cNvSpPr/>
          <p:nvPr/>
        </p:nvSpPr>
        <p:spPr>
          <a:xfrm>
            <a:off x="2387240" y="5449574"/>
            <a:ext cx="4352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es-MX" sz="1400" dirty="0"/>
          </a:p>
          <a:p>
            <a:endParaRPr lang="es-MX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4362E46-4301-8567-E6CA-52B5536E7767}"/>
              </a:ext>
            </a:extLst>
          </p:cNvPr>
          <p:cNvSpPr/>
          <p:nvPr/>
        </p:nvSpPr>
        <p:spPr>
          <a:xfrm>
            <a:off x="1601158" y="5502471"/>
            <a:ext cx="4363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s-MX" sz="1400" dirty="0"/>
          </a:p>
          <a:p>
            <a:endParaRPr lang="es-MX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3B37ACB-51AC-DD2F-E004-85859863C9DC}"/>
              </a:ext>
            </a:extLst>
          </p:cNvPr>
          <p:cNvSpPr/>
          <p:nvPr/>
        </p:nvSpPr>
        <p:spPr>
          <a:xfrm>
            <a:off x="1095155" y="5261039"/>
            <a:ext cx="3690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s-MX" sz="1400" dirty="0"/>
          </a:p>
          <a:p>
            <a:endParaRPr lang="es-MX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5CC0D59-EA2F-0053-2374-120C5A8AA50A}"/>
              </a:ext>
            </a:extLst>
          </p:cNvPr>
          <p:cNvSpPr/>
          <p:nvPr/>
        </p:nvSpPr>
        <p:spPr>
          <a:xfrm>
            <a:off x="1996251" y="5703427"/>
            <a:ext cx="4363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es-MX" sz="1400" dirty="0"/>
          </a:p>
          <a:p>
            <a:endParaRPr lang="es-MX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AC68778-4DC4-C3B5-F98D-581FE4EDDAEA}"/>
              </a:ext>
            </a:extLst>
          </p:cNvPr>
          <p:cNvSpPr/>
          <p:nvPr/>
        </p:nvSpPr>
        <p:spPr>
          <a:xfrm>
            <a:off x="1389225" y="5078497"/>
            <a:ext cx="3690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sz="1400" dirty="0"/>
          </a:p>
          <a:p>
            <a:endParaRPr lang="es-MX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0B9D511-EBA6-8148-C77A-F732905EDBA9}"/>
              </a:ext>
            </a:extLst>
          </p:cNvPr>
          <p:cNvSpPr/>
          <p:nvPr/>
        </p:nvSpPr>
        <p:spPr>
          <a:xfrm>
            <a:off x="2536926" y="5273332"/>
            <a:ext cx="3690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s-MX" sz="1400" dirty="0"/>
          </a:p>
          <a:p>
            <a:endParaRPr lang="es-MX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1379E8-ADE8-3F1B-E247-C1B7F190603A}"/>
              </a:ext>
            </a:extLst>
          </p:cNvPr>
          <p:cNvSpPr/>
          <p:nvPr/>
        </p:nvSpPr>
        <p:spPr>
          <a:xfrm>
            <a:off x="1502260" y="5323416"/>
            <a:ext cx="3690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s-MX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6B1D0CD-9F79-E680-899A-718488531310}"/>
              </a:ext>
            </a:extLst>
          </p:cNvPr>
          <p:cNvSpPr/>
          <p:nvPr/>
        </p:nvSpPr>
        <p:spPr>
          <a:xfrm>
            <a:off x="1065322" y="5472752"/>
            <a:ext cx="4274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es-MX" sz="1400" dirty="0"/>
          </a:p>
          <a:p>
            <a:endParaRPr lang="es-MX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0770B31-3EC9-B862-C091-5C31A3D6E0CC}"/>
              </a:ext>
            </a:extLst>
          </p:cNvPr>
          <p:cNvSpPr/>
          <p:nvPr/>
        </p:nvSpPr>
        <p:spPr>
          <a:xfrm>
            <a:off x="2320477" y="5641662"/>
            <a:ext cx="4363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es-MX" sz="1400" dirty="0"/>
          </a:p>
          <a:p>
            <a:endParaRPr lang="es-MX" dirty="0"/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5C3B6621-9F38-EDAA-2304-DDB665917BA5}"/>
              </a:ext>
            </a:extLst>
          </p:cNvPr>
          <p:cNvCxnSpPr>
            <a:cxnSpLocks/>
          </p:cNvCxnSpPr>
          <p:nvPr/>
        </p:nvCxnSpPr>
        <p:spPr>
          <a:xfrm>
            <a:off x="1653986" y="5994393"/>
            <a:ext cx="691418" cy="52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DEB9537-7E61-BD23-A333-B59C5834C88E}"/>
              </a:ext>
            </a:extLst>
          </p:cNvPr>
          <p:cNvSpPr/>
          <p:nvPr/>
        </p:nvSpPr>
        <p:spPr>
          <a:xfrm>
            <a:off x="2860741" y="5293885"/>
            <a:ext cx="33551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Lenguajes como SAT son densos,</a:t>
            </a: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tienen muchas cadenas</a:t>
            </a:r>
            <a:endParaRPr lang="es-MX" sz="16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D1A7BCB-E7ED-F7DB-CA15-3F13819E81F3}"/>
              </a:ext>
            </a:extLst>
          </p:cNvPr>
          <p:cNvSpPr txBox="1"/>
          <p:nvPr/>
        </p:nvSpPr>
        <p:spPr>
          <a:xfrm>
            <a:off x="5605152" y="2863684"/>
            <a:ext cx="33551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La función f y la función inversa f 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son reducciones polinomiales</a:t>
            </a:r>
            <a:endParaRPr lang="es-MX" sz="16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5459158-2A9C-3EE9-8012-8C67EE55BAA2}"/>
              </a:ext>
            </a:extLst>
          </p:cNvPr>
          <p:cNvSpPr/>
          <p:nvPr/>
        </p:nvSpPr>
        <p:spPr>
          <a:xfrm>
            <a:off x="6382094" y="5218457"/>
            <a:ext cx="5534922" cy="830997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 diferencia de lo indicado en la parte de computabilidad, en la complejidad computacional 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tamaño de un lenguaje está muy ligado a su dificultad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187016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508263" y="1035114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89904" y="265316"/>
            <a:ext cx="11408836" cy="644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Los lenguajes completos de una clase (RE, NP u otra)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identifican la dificultad de toda la clase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P.ej.: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En la computabilidad: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2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En la complejidad temporal:</a:t>
            </a: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F56685E-B2D4-456D-A5BE-A6963D942C81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FD7A462-870C-E221-4B55-23FD12914AD4}"/>
              </a:ext>
            </a:extLst>
          </p:cNvPr>
          <p:cNvSpPr/>
          <p:nvPr/>
        </p:nvSpPr>
        <p:spPr>
          <a:xfrm>
            <a:off x="6311974" y="1618191"/>
            <a:ext cx="554905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Todo lenguaje de RE se reduce a HP.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HP es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tan o más difícil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que todos los lenguajes de RE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(si HP fuera recursivo, entonces todos los lenguajes de RE serían recursivos, y así valdría R = RE).</a:t>
            </a:r>
          </a:p>
          <a:p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 (entre otros) identifica la dificultad de la clase RE. 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418A8EC-6E47-9C3D-81BF-FB3FB5800AE8}"/>
              </a:ext>
            </a:extLst>
          </p:cNvPr>
          <p:cNvSpPr/>
          <p:nvPr/>
        </p:nvSpPr>
        <p:spPr>
          <a:xfrm>
            <a:off x="5306787" y="2404601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endParaRPr lang="es-MX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86402A80-2C55-D753-9755-03223A63CAE1}"/>
              </a:ext>
            </a:extLst>
          </p:cNvPr>
          <p:cNvSpPr/>
          <p:nvPr/>
        </p:nvSpPr>
        <p:spPr>
          <a:xfrm>
            <a:off x="3779749" y="1405490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4376B77-D7A8-3463-672B-78687E23718B}"/>
              </a:ext>
            </a:extLst>
          </p:cNvPr>
          <p:cNvSpPr/>
          <p:nvPr/>
        </p:nvSpPr>
        <p:spPr>
          <a:xfrm>
            <a:off x="3545012" y="1683413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C13BD0E4-CB6E-A039-6A69-8D17CDC128A4}"/>
              </a:ext>
            </a:extLst>
          </p:cNvPr>
          <p:cNvSpPr/>
          <p:nvPr/>
        </p:nvSpPr>
        <p:spPr>
          <a:xfrm>
            <a:off x="3381883" y="2000527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F45C187A-0529-BEAE-5EDE-8B54B332D0EA}"/>
              </a:ext>
            </a:extLst>
          </p:cNvPr>
          <p:cNvSpPr/>
          <p:nvPr/>
        </p:nvSpPr>
        <p:spPr>
          <a:xfrm>
            <a:off x="3769733" y="3080861"/>
            <a:ext cx="346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7B2F4BBF-E153-A529-300E-B50E012EC1B1}"/>
              </a:ext>
            </a:extLst>
          </p:cNvPr>
          <p:cNvSpPr/>
          <p:nvPr/>
        </p:nvSpPr>
        <p:spPr>
          <a:xfrm>
            <a:off x="4269784" y="1091306"/>
            <a:ext cx="6832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800" dirty="0"/>
          </a:p>
        </p:txBody>
      </p:sp>
      <p:sp>
        <p:nvSpPr>
          <p:cNvPr id="42" name="Diagrama de flujo: conector 41">
            <a:extLst>
              <a:ext uri="{FF2B5EF4-FFF2-40B4-BE49-F238E27FC236}">
                <a16:creationId xmlns:a16="http://schemas.microsoft.com/office/drawing/2014/main" id="{B19A643D-5C07-7F40-7A9F-FBBAD04B576F}"/>
              </a:ext>
            </a:extLst>
          </p:cNvPr>
          <p:cNvSpPr/>
          <p:nvPr/>
        </p:nvSpPr>
        <p:spPr>
          <a:xfrm>
            <a:off x="3200045" y="1059930"/>
            <a:ext cx="2764192" cy="250303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6F172FC9-15B9-EAAA-BEC6-A45A1296D0FB}"/>
              </a:ext>
            </a:extLst>
          </p:cNvPr>
          <p:cNvCxnSpPr>
            <a:cxnSpLocks/>
          </p:cNvCxnSpPr>
          <p:nvPr/>
        </p:nvCxnSpPr>
        <p:spPr>
          <a:xfrm>
            <a:off x="4107699" y="1756247"/>
            <a:ext cx="1202215" cy="728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D3602B3F-A5B9-738D-0F92-7CD9BA4BC716}"/>
              </a:ext>
            </a:extLst>
          </p:cNvPr>
          <p:cNvCxnSpPr>
            <a:cxnSpLocks/>
          </p:cNvCxnSpPr>
          <p:nvPr/>
        </p:nvCxnSpPr>
        <p:spPr>
          <a:xfrm>
            <a:off x="3929213" y="2000527"/>
            <a:ext cx="1377574" cy="5842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8A8B1DBF-7373-C0E9-D83C-98ED99653495}"/>
              </a:ext>
            </a:extLst>
          </p:cNvPr>
          <p:cNvCxnSpPr>
            <a:cxnSpLocks/>
          </p:cNvCxnSpPr>
          <p:nvPr/>
        </p:nvCxnSpPr>
        <p:spPr>
          <a:xfrm>
            <a:off x="3779749" y="2283693"/>
            <a:ext cx="1527038" cy="3787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10C4FF46-0C05-576F-D45A-7022519CA5C9}"/>
              </a:ext>
            </a:extLst>
          </p:cNvPr>
          <p:cNvCxnSpPr>
            <a:cxnSpLocks/>
          </p:cNvCxnSpPr>
          <p:nvPr/>
        </p:nvCxnSpPr>
        <p:spPr>
          <a:xfrm flipV="1">
            <a:off x="4107699" y="2728699"/>
            <a:ext cx="1199088" cy="5561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ángulo 46">
            <a:extLst>
              <a:ext uri="{FF2B5EF4-FFF2-40B4-BE49-F238E27FC236}">
                <a16:creationId xmlns:a16="http://schemas.microsoft.com/office/drawing/2014/main" id="{BD90A502-4D78-D272-540B-CE9D0279097B}"/>
              </a:ext>
            </a:extLst>
          </p:cNvPr>
          <p:cNvSpPr/>
          <p:nvPr/>
        </p:nvSpPr>
        <p:spPr>
          <a:xfrm>
            <a:off x="3381883" y="2418960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/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3633E6EB-E822-D050-E857-0F991EB3E648}"/>
              </a:ext>
            </a:extLst>
          </p:cNvPr>
          <p:cNvCxnSpPr>
            <a:cxnSpLocks/>
          </p:cNvCxnSpPr>
          <p:nvPr/>
        </p:nvCxnSpPr>
        <p:spPr>
          <a:xfrm>
            <a:off x="3764388" y="2667742"/>
            <a:ext cx="1536222" cy="329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79B431ED-F9C1-F63E-717A-B58A04B64B67}"/>
              </a:ext>
            </a:extLst>
          </p:cNvPr>
          <p:cNvCxnSpPr>
            <a:cxnSpLocks/>
          </p:cNvCxnSpPr>
          <p:nvPr/>
        </p:nvCxnSpPr>
        <p:spPr>
          <a:xfrm>
            <a:off x="3551108" y="2798593"/>
            <a:ext cx="228641" cy="3221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DE75E12E-D2F2-888E-07E5-67D68C22693F}"/>
              </a:ext>
            </a:extLst>
          </p:cNvPr>
          <p:cNvCxnSpPr>
            <a:cxnSpLocks/>
          </p:cNvCxnSpPr>
          <p:nvPr/>
        </p:nvCxnSpPr>
        <p:spPr>
          <a:xfrm>
            <a:off x="4114553" y="3394694"/>
            <a:ext cx="372271" cy="5549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9E0828A5-D49B-C013-38CE-E106A2989F6D}"/>
              </a:ext>
            </a:extLst>
          </p:cNvPr>
          <p:cNvSpPr txBox="1"/>
          <p:nvPr/>
        </p:nvSpPr>
        <p:spPr>
          <a:xfrm>
            <a:off x="4306249" y="1620372"/>
            <a:ext cx="441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95827CB-DACD-ACE0-F7B1-1BA3B93CF180}"/>
              </a:ext>
            </a:extLst>
          </p:cNvPr>
          <p:cNvSpPr txBox="1"/>
          <p:nvPr/>
        </p:nvSpPr>
        <p:spPr>
          <a:xfrm>
            <a:off x="4082244" y="1818952"/>
            <a:ext cx="37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E90B560D-F28E-B4F5-CFF6-DA531887D09F}"/>
              </a:ext>
            </a:extLst>
          </p:cNvPr>
          <p:cNvSpPr txBox="1"/>
          <p:nvPr/>
        </p:nvSpPr>
        <p:spPr>
          <a:xfrm>
            <a:off x="3947259" y="2366290"/>
            <a:ext cx="37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8BFBB02-6C55-D656-F70F-DFB96841FDF2}"/>
              </a:ext>
            </a:extLst>
          </p:cNvPr>
          <p:cNvSpPr txBox="1"/>
          <p:nvPr/>
        </p:nvSpPr>
        <p:spPr>
          <a:xfrm>
            <a:off x="3927013" y="2056619"/>
            <a:ext cx="37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80318C37-5868-35D7-659B-0F9205451DFC}"/>
              </a:ext>
            </a:extLst>
          </p:cNvPr>
          <p:cNvSpPr txBox="1"/>
          <p:nvPr/>
        </p:nvSpPr>
        <p:spPr>
          <a:xfrm>
            <a:off x="4269784" y="2805859"/>
            <a:ext cx="37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1DD198E-E6D8-067A-440D-C0C74DB50993}"/>
              </a:ext>
            </a:extLst>
          </p:cNvPr>
          <p:cNvSpPr/>
          <p:nvPr/>
        </p:nvSpPr>
        <p:spPr>
          <a:xfrm>
            <a:off x="6443737" y="4494746"/>
            <a:ext cx="554905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Todo lenguaje de NP se reduce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polinomialmente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a SAT.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SAT es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tan o más difícil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que todos los lenguajes de NP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(si SAT estuviera en P, entonces todos los lenguajes de NP estarían en P, y así valdría P = NP).</a:t>
            </a:r>
          </a:p>
          <a:p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 (entre otros) identifica la dificultad de la clase NP. 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4B38522-C902-AB1C-FB1B-3529AA407332}"/>
              </a:ext>
            </a:extLst>
          </p:cNvPr>
          <p:cNvSpPr/>
          <p:nvPr/>
        </p:nvSpPr>
        <p:spPr>
          <a:xfrm>
            <a:off x="5438550" y="5281156"/>
            <a:ext cx="616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SAT</a:t>
            </a:r>
            <a:endParaRPr lang="es-MX" dirty="0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EC8C7E05-0533-30AB-6020-E3C0FA7C8B15}"/>
              </a:ext>
            </a:extLst>
          </p:cNvPr>
          <p:cNvSpPr/>
          <p:nvPr/>
        </p:nvSpPr>
        <p:spPr>
          <a:xfrm>
            <a:off x="3911512" y="4282045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E7EC3329-9C4B-72F8-906F-8D4BC606453E}"/>
              </a:ext>
            </a:extLst>
          </p:cNvPr>
          <p:cNvSpPr/>
          <p:nvPr/>
        </p:nvSpPr>
        <p:spPr>
          <a:xfrm>
            <a:off x="3676775" y="4559968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47E0995B-4176-C611-E1D4-E586264ABF76}"/>
              </a:ext>
            </a:extLst>
          </p:cNvPr>
          <p:cNvSpPr/>
          <p:nvPr/>
        </p:nvSpPr>
        <p:spPr>
          <a:xfrm>
            <a:off x="3513646" y="4877082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78C3516C-4D16-56E0-3FA1-0AC592F698D6}"/>
              </a:ext>
            </a:extLst>
          </p:cNvPr>
          <p:cNvSpPr/>
          <p:nvPr/>
        </p:nvSpPr>
        <p:spPr>
          <a:xfrm>
            <a:off x="3901496" y="5957416"/>
            <a:ext cx="346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dirty="0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0C62C1BF-FB4D-640F-B3BB-066662FD415D}"/>
              </a:ext>
            </a:extLst>
          </p:cNvPr>
          <p:cNvSpPr/>
          <p:nvPr/>
        </p:nvSpPr>
        <p:spPr>
          <a:xfrm>
            <a:off x="4401547" y="3967861"/>
            <a:ext cx="6832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2800" dirty="0"/>
          </a:p>
        </p:txBody>
      </p:sp>
      <p:sp>
        <p:nvSpPr>
          <p:cNvPr id="61" name="Diagrama de flujo: conector 60">
            <a:extLst>
              <a:ext uri="{FF2B5EF4-FFF2-40B4-BE49-F238E27FC236}">
                <a16:creationId xmlns:a16="http://schemas.microsoft.com/office/drawing/2014/main" id="{30B4D247-BB1F-C5C6-7C31-550388A7D80E}"/>
              </a:ext>
            </a:extLst>
          </p:cNvPr>
          <p:cNvSpPr/>
          <p:nvPr/>
        </p:nvSpPr>
        <p:spPr>
          <a:xfrm>
            <a:off x="3331808" y="3936485"/>
            <a:ext cx="2764192" cy="250303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26553A41-638E-F826-0609-B0E563EE12D4}"/>
              </a:ext>
            </a:extLst>
          </p:cNvPr>
          <p:cNvCxnSpPr>
            <a:cxnSpLocks/>
          </p:cNvCxnSpPr>
          <p:nvPr/>
        </p:nvCxnSpPr>
        <p:spPr>
          <a:xfrm>
            <a:off x="4239462" y="4632802"/>
            <a:ext cx="1202215" cy="728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44B14DF9-9112-6C4F-140D-AFC8335E0581}"/>
              </a:ext>
            </a:extLst>
          </p:cNvPr>
          <p:cNvCxnSpPr>
            <a:cxnSpLocks/>
          </p:cNvCxnSpPr>
          <p:nvPr/>
        </p:nvCxnSpPr>
        <p:spPr>
          <a:xfrm>
            <a:off x="4060976" y="4877082"/>
            <a:ext cx="1377574" cy="5842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356E7BF9-7041-C8D1-8B49-74C51CA7FC6F}"/>
              </a:ext>
            </a:extLst>
          </p:cNvPr>
          <p:cNvCxnSpPr>
            <a:cxnSpLocks/>
          </p:cNvCxnSpPr>
          <p:nvPr/>
        </p:nvCxnSpPr>
        <p:spPr>
          <a:xfrm>
            <a:off x="3911512" y="5160248"/>
            <a:ext cx="1527038" cy="3787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B9F999A4-C2A3-17A5-BB61-2615DF1149F5}"/>
              </a:ext>
            </a:extLst>
          </p:cNvPr>
          <p:cNvCxnSpPr>
            <a:cxnSpLocks/>
          </p:cNvCxnSpPr>
          <p:nvPr/>
        </p:nvCxnSpPr>
        <p:spPr>
          <a:xfrm flipV="1">
            <a:off x="4239462" y="5605254"/>
            <a:ext cx="1199088" cy="5561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ángulo 65">
            <a:extLst>
              <a:ext uri="{FF2B5EF4-FFF2-40B4-BE49-F238E27FC236}">
                <a16:creationId xmlns:a16="http://schemas.microsoft.com/office/drawing/2014/main" id="{E2CA0BA2-611C-A14D-17D7-7966A9C8336F}"/>
              </a:ext>
            </a:extLst>
          </p:cNvPr>
          <p:cNvSpPr/>
          <p:nvPr/>
        </p:nvSpPr>
        <p:spPr>
          <a:xfrm>
            <a:off x="3513646" y="5295515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/>
          </a:p>
        </p:txBody>
      </p: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AC332C2D-E0B7-E200-7BBC-6DE267CB24E5}"/>
              </a:ext>
            </a:extLst>
          </p:cNvPr>
          <p:cNvCxnSpPr>
            <a:cxnSpLocks/>
          </p:cNvCxnSpPr>
          <p:nvPr/>
        </p:nvCxnSpPr>
        <p:spPr>
          <a:xfrm>
            <a:off x="3896151" y="5544297"/>
            <a:ext cx="1536222" cy="329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8731E8CF-BDF4-27D6-D26A-1EEC6D232617}"/>
              </a:ext>
            </a:extLst>
          </p:cNvPr>
          <p:cNvCxnSpPr>
            <a:cxnSpLocks/>
          </p:cNvCxnSpPr>
          <p:nvPr/>
        </p:nvCxnSpPr>
        <p:spPr>
          <a:xfrm>
            <a:off x="3682871" y="5675148"/>
            <a:ext cx="228641" cy="3221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E213C6FC-576A-B647-5164-C71905157820}"/>
              </a:ext>
            </a:extLst>
          </p:cNvPr>
          <p:cNvCxnSpPr>
            <a:cxnSpLocks/>
          </p:cNvCxnSpPr>
          <p:nvPr/>
        </p:nvCxnSpPr>
        <p:spPr>
          <a:xfrm>
            <a:off x="4246316" y="6271249"/>
            <a:ext cx="372271" cy="5549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adroTexto 69">
            <a:extLst>
              <a:ext uri="{FF2B5EF4-FFF2-40B4-BE49-F238E27FC236}">
                <a16:creationId xmlns:a16="http://schemas.microsoft.com/office/drawing/2014/main" id="{A24B3529-204E-0E1C-CAA0-9A6820B32E66}"/>
              </a:ext>
            </a:extLst>
          </p:cNvPr>
          <p:cNvSpPr txBox="1"/>
          <p:nvPr/>
        </p:nvSpPr>
        <p:spPr>
          <a:xfrm>
            <a:off x="4438012" y="4496927"/>
            <a:ext cx="441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3E42D7E5-8ACF-79A0-40C0-8052A2D122C5}"/>
              </a:ext>
            </a:extLst>
          </p:cNvPr>
          <p:cNvSpPr txBox="1"/>
          <p:nvPr/>
        </p:nvSpPr>
        <p:spPr>
          <a:xfrm>
            <a:off x="4214007" y="4695507"/>
            <a:ext cx="37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9AAE004D-2A3B-5CC0-F03E-BE489D080336}"/>
              </a:ext>
            </a:extLst>
          </p:cNvPr>
          <p:cNvSpPr txBox="1"/>
          <p:nvPr/>
        </p:nvSpPr>
        <p:spPr>
          <a:xfrm>
            <a:off x="4079022" y="5242845"/>
            <a:ext cx="37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C1134BB1-3176-83AD-10DD-414B0D6AFBA5}"/>
              </a:ext>
            </a:extLst>
          </p:cNvPr>
          <p:cNvSpPr txBox="1"/>
          <p:nvPr/>
        </p:nvSpPr>
        <p:spPr>
          <a:xfrm>
            <a:off x="4058776" y="4933174"/>
            <a:ext cx="37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38F73959-784E-BC82-BDF6-345A71E82E71}"/>
              </a:ext>
            </a:extLst>
          </p:cNvPr>
          <p:cNvSpPr txBox="1"/>
          <p:nvPr/>
        </p:nvSpPr>
        <p:spPr>
          <a:xfrm>
            <a:off x="4401547" y="5682414"/>
            <a:ext cx="37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53066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74694" y="624483"/>
            <a:ext cx="11483297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Asumiendo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 ≠ NP, 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ntre las clases P y NPC de la clase NP se encuentra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la clase NPI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llamada así porque identifica a los lenguajes de NP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dificultad intermedia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(Teorema de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Ladner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1975).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sz="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1" name="Slide Number Placeholder 2">
            <a:extLst>
              <a:ext uri="{FF2B5EF4-FFF2-40B4-BE49-F238E27FC236}">
                <a16:creationId xmlns:a16="http://schemas.microsoft.com/office/drawing/2014/main" id="{2F17C997-A76C-465A-9E2D-1CBE1E5A5514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175F06D-4336-F1F6-0CAC-7E164D262EA8}"/>
              </a:ext>
            </a:extLst>
          </p:cNvPr>
          <p:cNvSpPr/>
          <p:nvPr/>
        </p:nvSpPr>
        <p:spPr>
          <a:xfrm>
            <a:off x="249172" y="143605"/>
            <a:ext cx="58468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clase NPI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957BC1B-6593-79DC-6C60-5A6A5AB98F5A}"/>
              </a:ext>
            </a:extLst>
          </p:cNvPr>
          <p:cNvSpPr/>
          <p:nvPr/>
        </p:nvSpPr>
        <p:spPr>
          <a:xfrm>
            <a:off x="3982426" y="3114023"/>
            <a:ext cx="57579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2200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0C496DEB-5BC5-82D2-9DD7-1B0CD8B30272}"/>
              </a:ext>
            </a:extLst>
          </p:cNvPr>
          <p:cNvSpPr/>
          <p:nvPr/>
        </p:nvSpPr>
        <p:spPr>
          <a:xfrm>
            <a:off x="3391187" y="2211929"/>
            <a:ext cx="1775792" cy="3344249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7FD803E3-A2FB-DE3F-E80A-B9AAAE3492AA}"/>
              </a:ext>
            </a:extLst>
          </p:cNvPr>
          <p:cNvSpPr/>
          <p:nvPr/>
        </p:nvSpPr>
        <p:spPr>
          <a:xfrm>
            <a:off x="3719520" y="4186625"/>
            <a:ext cx="1094015" cy="1233037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6888AF5-31B9-BA68-4845-EFC7D67D49E0}"/>
              </a:ext>
            </a:extLst>
          </p:cNvPr>
          <p:cNvSpPr/>
          <p:nvPr/>
        </p:nvSpPr>
        <p:spPr>
          <a:xfrm>
            <a:off x="4092972" y="4637178"/>
            <a:ext cx="37221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22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4935F6F-1FF9-4CF3-945B-5246353D1D3D}"/>
              </a:ext>
            </a:extLst>
          </p:cNvPr>
          <p:cNvSpPr/>
          <p:nvPr/>
        </p:nvSpPr>
        <p:spPr>
          <a:xfrm>
            <a:off x="2545927" y="3591665"/>
            <a:ext cx="7553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32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3200" dirty="0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E86062E0-0727-34AC-B6E7-244C26A60292}"/>
              </a:ext>
            </a:extLst>
          </p:cNvPr>
          <p:cNvSpPr/>
          <p:nvPr/>
        </p:nvSpPr>
        <p:spPr>
          <a:xfrm>
            <a:off x="3732075" y="2345415"/>
            <a:ext cx="1094015" cy="1332982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E0125F1-A898-9C06-3657-7B8C71AFAD1F}"/>
              </a:ext>
            </a:extLst>
          </p:cNvPr>
          <p:cNvSpPr/>
          <p:nvPr/>
        </p:nvSpPr>
        <p:spPr>
          <a:xfrm>
            <a:off x="3889391" y="2762063"/>
            <a:ext cx="77938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NPC</a:t>
            </a:r>
            <a:endParaRPr lang="es-MX" sz="22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38E16CA-9A12-9BEF-8A21-1A59A7C5BF59}"/>
              </a:ext>
            </a:extLst>
          </p:cNvPr>
          <p:cNvSpPr/>
          <p:nvPr/>
        </p:nvSpPr>
        <p:spPr>
          <a:xfrm>
            <a:off x="3931876" y="3698557"/>
            <a:ext cx="65434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NPI</a:t>
            </a:r>
            <a:endParaRPr lang="es-MX" sz="2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30ACE25-94B2-B516-0A04-4B00BCAB52A3}"/>
              </a:ext>
            </a:extLst>
          </p:cNvPr>
          <p:cNvSpPr txBox="1"/>
          <p:nvPr/>
        </p:nvSpPr>
        <p:spPr>
          <a:xfrm>
            <a:off x="6096000" y="3781870"/>
            <a:ext cx="465272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Hoy día, en NPI se ubican los lenguajes que:      </a:t>
            </a:r>
          </a:p>
          <a:p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No cuentan con una MT de tiempo polinomial que los decida.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No cuentan con una reducción polinomial desde un lenguaje NP-completo.</a:t>
            </a:r>
            <a:endParaRPr lang="es-AR" sz="16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171BA075-8C62-78FE-71A1-70EE389D9128}"/>
              </a:ext>
            </a:extLst>
          </p:cNvPr>
          <p:cNvCxnSpPr>
            <a:cxnSpLocks/>
          </p:cNvCxnSpPr>
          <p:nvPr/>
        </p:nvCxnSpPr>
        <p:spPr>
          <a:xfrm rot="10800000" flipH="1">
            <a:off x="4742069" y="3924603"/>
            <a:ext cx="117878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6911EE4-1587-065B-11B0-F57244F4F5A0}"/>
              </a:ext>
            </a:extLst>
          </p:cNvPr>
          <p:cNvSpPr txBox="1"/>
          <p:nvPr/>
        </p:nvSpPr>
        <p:spPr>
          <a:xfrm>
            <a:off x="3343682" y="5624494"/>
            <a:ext cx="26501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Asumiendo P 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≠ NP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1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D7595EA-CFA9-4464-9455-9990C559C525}"/>
              </a:ext>
            </a:extLst>
          </p:cNvPr>
          <p:cNvSpPr/>
          <p:nvPr/>
        </p:nvSpPr>
        <p:spPr>
          <a:xfrm>
            <a:off x="233097" y="165494"/>
            <a:ext cx="11686186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problema de los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grafos isomorfos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candidato a pertenecer a NPI:</a:t>
            </a:r>
          </a:p>
          <a:p>
            <a:pPr algn="just"/>
            <a:endParaRPr lang="es-A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 = {(G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| G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G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grafos isomorfos, es decir son idénticos salvo por el nombre de sus arcos}  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8EA83A2-52AF-4EF3-831C-9CF4559B7CE3}"/>
              </a:ext>
            </a:extLst>
          </p:cNvPr>
          <p:cNvSpPr/>
          <p:nvPr/>
        </p:nvSpPr>
        <p:spPr>
          <a:xfrm>
            <a:off x="638489" y="3940595"/>
            <a:ext cx="854802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ISO está en NP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Los certificados son permutaciones de vértices y se verifican eficientemente. </a:t>
            </a:r>
          </a:p>
          <a:p>
            <a:pPr algn="just"/>
            <a:endParaRPr lang="es-A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ISO no estaría en P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el peor caso hay que probar con todas las permutaciones de vértices. </a:t>
            </a:r>
          </a:p>
          <a:p>
            <a:pPr algn="just"/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ISO tampoco estaría en NPC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No se ha encontrado ningún lenguaje NP-completo L, tal que L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ISO.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08565689-5706-43FA-BE73-E450E814A043}"/>
              </a:ext>
            </a:extLst>
          </p:cNvPr>
          <p:cNvSpPr/>
          <p:nvPr/>
        </p:nvSpPr>
        <p:spPr>
          <a:xfrm>
            <a:off x="2525424" y="1153350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48F2D58-C901-4A3B-BCC9-167CD030D215}"/>
              </a:ext>
            </a:extLst>
          </p:cNvPr>
          <p:cNvCxnSpPr>
            <a:stCxn id="32" idx="5"/>
            <a:endCxn id="33" idx="2"/>
          </p:cNvCxnSpPr>
          <p:nvPr/>
        </p:nvCxnSpPr>
        <p:spPr>
          <a:xfrm>
            <a:off x="1791769" y="2082073"/>
            <a:ext cx="878034" cy="441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iagrama de flujo: conector 31">
            <a:extLst>
              <a:ext uri="{FF2B5EF4-FFF2-40B4-BE49-F238E27FC236}">
                <a16:creationId xmlns:a16="http://schemas.microsoft.com/office/drawing/2014/main" id="{797D92CA-307C-40E7-B8C0-956B04499D93}"/>
              </a:ext>
            </a:extLst>
          </p:cNvPr>
          <p:cNvSpPr/>
          <p:nvPr/>
        </p:nvSpPr>
        <p:spPr>
          <a:xfrm>
            <a:off x="1401524" y="169182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Diagrama de flujo: conector 32">
            <a:extLst>
              <a:ext uri="{FF2B5EF4-FFF2-40B4-BE49-F238E27FC236}">
                <a16:creationId xmlns:a16="http://schemas.microsoft.com/office/drawing/2014/main" id="{AB10C5E8-4013-42D2-A39A-2995058AD246}"/>
              </a:ext>
            </a:extLst>
          </p:cNvPr>
          <p:cNvSpPr/>
          <p:nvPr/>
        </p:nvSpPr>
        <p:spPr>
          <a:xfrm>
            <a:off x="2669803" y="2295108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Diagrama de flujo: conector 33">
            <a:extLst>
              <a:ext uri="{FF2B5EF4-FFF2-40B4-BE49-F238E27FC236}">
                <a16:creationId xmlns:a16="http://schemas.microsoft.com/office/drawing/2014/main" id="{ED2C603B-EC09-4DD1-A1F7-32980A92D422}"/>
              </a:ext>
            </a:extLst>
          </p:cNvPr>
          <p:cNvSpPr/>
          <p:nvPr/>
        </p:nvSpPr>
        <p:spPr>
          <a:xfrm>
            <a:off x="4233637" y="1987802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77AA8D2B-0348-43EC-B7B8-B0A603F873E8}"/>
              </a:ext>
            </a:extLst>
          </p:cNvPr>
          <p:cNvCxnSpPr>
            <a:endCxn id="33" idx="0"/>
          </p:cNvCxnSpPr>
          <p:nvPr/>
        </p:nvCxnSpPr>
        <p:spPr>
          <a:xfrm>
            <a:off x="2754024" y="1626748"/>
            <a:ext cx="144379" cy="6683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E4D42419-8DDA-4103-A662-03CD70CDDEF4}"/>
              </a:ext>
            </a:extLst>
          </p:cNvPr>
          <p:cNvCxnSpPr/>
          <p:nvPr/>
        </p:nvCxnSpPr>
        <p:spPr>
          <a:xfrm flipV="1">
            <a:off x="1884184" y="1481594"/>
            <a:ext cx="703930" cy="398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6C20E777-F01C-4416-9215-2723D052C12C}"/>
              </a:ext>
            </a:extLst>
          </p:cNvPr>
          <p:cNvCxnSpPr>
            <a:endCxn id="34" idx="1"/>
          </p:cNvCxnSpPr>
          <p:nvPr/>
        </p:nvCxnSpPr>
        <p:spPr>
          <a:xfrm>
            <a:off x="2931880" y="1481594"/>
            <a:ext cx="1368712" cy="573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ángulo 44">
            <a:extLst>
              <a:ext uri="{FF2B5EF4-FFF2-40B4-BE49-F238E27FC236}">
                <a16:creationId xmlns:a16="http://schemas.microsoft.com/office/drawing/2014/main" id="{0F410884-E885-4A94-A302-8F9E327A1E39}"/>
              </a:ext>
            </a:extLst>
          </p:cNvPr>
          <p:cNvSpPr/>
          <p:nvPr/>
        </p:nvSpPr>
        <p:spPr>
          <a:xfrm>
            <a:off x="2754024" y="2369983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A4D8786-7E9A-44ED-9F4E-F62E49AE8746}"/>
              </a:ext>
            </a:extLst>
          </p:cNvPr>
          <p:cNvSpPr/>
          <p:nvPr/>
        </p:nvSpPr>
        <p:spPr>
          <a:xfrm>
            <a:off x="1476820" y="173884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6D4E027-EED1-47BC-97F8-C5F0BB037CFD}"/>
              </a:ext>
            </a:extLst>
          </p:cNvPr>
          <p:cNvSpPr/>
          <p:nvPr/>
        </p:nvSpPr>
        <p:spPr>
          <a:xfrm>
            <a:off x="2594306" y="119389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A84393A-97EB-496C-9BF5-135EDFF9EB06}"/>
              </a:ext>
            </a:extLst>
          </p:cNvPr>
          <p:cNvSpPr/>
          <p:nvPr/>
        </p:nvSpPr>
        <p:spPr>
          <a:xfrm>
            <a:off x="4298437" y="204099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8" name="Diagrama de flujo: conector 47">
            <a:extLst>
              <a:ext uri="{FF2B5EF4-FFF2-40B4-BE49-F238E27FC236}">
                <a16:creationId xmlns:a16="http://schemas.microsoft.com/office/drawing/2014/main" id="{F46AF1BC-2374-4283-9021-F4762479E0A3}"/>
              </a:ext>
            </a:extLst>
          </p:cNvPr>
          <p:cNvSpPr/>
          <p:nvPr/>
        </p:nvSpPr>
        <p:spPr>
          <a:xfrm>
            <a:off x="9151571" y="112326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B1C0E8F5-2A94-4341-B11A-2473FD06AEF3}"/>
              </a:ext>
            </a:extLst>
          </p:cNvPr>
          <p:cNvCxnSpPr>
            <a:stCxn id="50" idx="5"/>
            <a:endCxn id="51" idx="2"/>
          </p:cNvCxnSpPr>
          <p:nvPr/>
        </p:nvCxnSpPr>
        <p:spPr>
          <a:xfrm>
            <a:off x="8417916" y="2051989"/>
            <a:ext cx="878034" cy="441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Diagrama de flujo: conector 49">
            <a:extLst>
              <a:ext uri="{FF2B5EF4-FFF2-40B4-BE49-F238E27FC236}">
                <a16:creationId xmlns:a16="http://schemas.microsoft.com/office/drawing/2014/main" id="{41B539F8-044A-4852-B9A6-E08F90DCCDF9}"/>
              </a:ext>
            </a:extLst>
          </p:cNvPr>
          <p:cNvSpPr/>
          <p:nvPr/>
        </p:nvSpPr>
        <p:spPr>
          <a:xfrm>
            <a:off x="8027671" y="1661744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Diagrama de flujo: conector 50">
            <a:extLst>
              <a:ext uri="{FF2B5EF4-FFF2-40B4-BE49-F238E27FC236}">
                <a16:creationId xmlns:a16="http://schemas.microsoft.com/office/drawing/2014/main" id="{957E6AD2-9C4A-4272-83A9-9E8BA6A16F9C}"/>
              </a:ext>
            </a:extLst>
          </p:cNvPr>
          <p:cNvSpPr/>
          <p:nvPr/>
        </p:nvSpPr>
        <p:spPr>
          <a:xfrm>
            <a:off x="9295950" y="2265024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2" name="Diagrama de flujo: conector 51">
            <a:extLst>
              <a:ext uri="{FF2B5EF4-FFF2-40B4-BE49-F238E27FC236}">
                <a16:creationId xmlns:a16="http://schemas.microsoft.com/office/drawing/2014/main" id="{064E9B61-F9A2-4797-9C98-D72C6A5B0034}"/>
              </a:ext>
            </a:extLst>
          </p:cNvPr>
          <p:cNvSpPr/>
          <p:nvPr/>
        </p:nvSpPr>
        <p:spPr>
          <a:xfrm>
            <a:off x="10859784" y="195771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BDB51070-895A-425E-BFA4-9D8ACC0749CA}"/>
              </a:ext>
            </a:extLst>
          </p:cNvPr>
          <p:cNvCxnSpPr>
            <a:endCxn id="51" idx="0"/>
          </p:cNvCxnSpPr>
          <p:nvPr/>
        </p:nvCxnSpPr>
        <p:spPr>
          <a:xfrm>
            <a:off x="9380171" y="1596664"/>
            <a:ext cx="144379" cy="6683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42152487-3234-4AE5-91E7-858F181AB355}"/>
              </a:ext>
            </a:extLst>
          </p:cNvPr>
          <p:cNvCxnSpPr/>
          <p:nvPr/>
        </p:nvCxnSpPr>
        <p:spPr>
          <a:xfrm flipV="1">
            <a:off x="8510331" y="1451510"/>
            <a:ext cx="703930" cy="398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8912C6CA-9B28-49B5-9E07-6F4B9731086B}"/>
              </a:ext>
            </a:extLst>
          </p:cNvPr>
          <p:cNvCxnSpPr>
            <a:cxnSpLocks/>
          </p:cNvCxnSpPr>
          <p:nvPr/>
        </p:nvCxnSpPr>
        <p:spPr>
          <a:xfrm>
            <a:off x="9555872" y="1432222"/>
            <a:ext cx="1368712" cy="573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 55">
            <a:extLst>
              <a:ext uri="{FF2B5EF4-FFF2-40B4-BE49-F238E27FC236}">
                <a16:creationId xmlns:a16="http://schemas.microsoft.com/office/drawing/2014/main" id="{DA812573-EBA8-4C6E-91F6-DA1D8A790FDC}"/>
              </a:ext>
            </a:extLst>
          </p:cNvPr>
          <p:cNvSpPr/>
          <p:nvPr/>
        </p:nvSpPr>
        <p:spPr>
          <a:xfrm>
            <a:off x="9380171" y="2339899"/>
            <a:ext cx="2840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4CBE012-7838-4AE7-A724-810BA4E36857}"/>
              </a:ext>
            </a:extLst>
          </p:cNvPr>
          <p:cNvSpPr/>
          <p:nvPr/>
        </p:nvSpPr>
        <p:spPr>
          <a:xfrm>
            <a:off x="8102967" y="170875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3B6A437-6661-4FA2-ACDC-30301909E8CD}"/>
              </a:ext>
            </a:extLst>
          </p:cNvPr>
          <p:cNvSpPr/>
          <p:nvPr/>
        </p:nvSpPr>
        <p:spPr>
          <a:xfrm>
            <a:off x="9220453" y="116381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4647A5E-151C-409F-820C-2E831250DD92}"/>
              </a:ext>
            </a:extLst>
          </p:cNvPr>
          <p:cNvSpPr/>
          <p:nvPr/>
        </p:nvSpPr>
        <p:spPr>
          <a:xfrm>
            <a:off x="10954115" y="201983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DB34B6A-B712-F784-A896-124758BF19E0}"/>
              </a:ext>
            </a:extLst>
          </p:cNvPr>
          <p:cNvSpPr/>
          <p:nvPr/>
        </p:nvSpPr>
        <p:spPr>
          <a:xfrm>
            <a:off x="11318499" y="6166101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F622EE23-43BE-0A8E-DB6B-F076447F7ED1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F216AE8-6B58-E17A-5155-39032D097FED}"/>
              </a:ext>
            </a:extLst>
          </p:cNvPr>
          <p:cNvSpPr/>
          <p:nvPr/>
        </p:nvSpPr>
        <p:spPr>
          <a:xfrm>
            <a:off x="9805055" y="4370800"/>
            <a:ext cx="57579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2200" dirty="0"/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9E910219-8907-AB21-3FEA-4B1E4897CD48}"/>
              </a:ext>
            </a:extLst>
          </p:cNvPr>
          <p:cNvSpPr/>
          <p:nvPr/>
        </p:nvSpPr>
        <p:spPr>
          <a:xfrm>
            <a:off x="9563969" y="3935229"/>
            <a:ext cx="1052945" cy="2530763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C4C4A250-E8A3-F911-2EB6-D3B99AC29BAB}"/>
              </a:ext>
            </a:extLst>
          </p:cNvPr>
          <p:cNvSpPr/>
          <p:nvPr/>
        </p:nvSpPr>
        <p:spPr>
          <a:xfrm>
            <a:off x="9849065" y="5579917"/>
            <a:ext cx="531789" cy="771666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BE9A0FD-8BB6-A7E1-79E7-9453621485F4}"/>
              </a:ext>
            </a:extLst>
          </p:cNvPr>
          <p:cNvSpPr/>
          <p:nvPr/>
        </p:nvSpPr>
        <p:spPr>
          <a:xfrm>
            <a:off x="9968079" y="5771866"/>
            <a:ext cx="3209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16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A8C7674-8311-A8E4-F82E-04BE099A1940}"/>
              </a:ext>
            </a:extLst>
          </p:cNvPr>
          <p:cNvSpPr/>
          <p:nvPr/>
        </p:nvSpPr>
        <p:spPr>
          <a:xfrm>
            <a:off x="10598365" y="4950284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2400" dirty="0"/>
          </a:p>
        </p:txBody>
      </p:sp>
      <p:sp>
        <p:nvSpPr>
          <p:cNvPr id="10" name="Diagrama de flujo: conector 9">
            <a:extLst>
              <a:ext uri="{FF2B5EF4-FFF2-40B4-BE49-F238E27FC236}">
                <a16:creationId xmlns:a16="http://schemas.microsoft.com/office/drawing/2014/main" id="{42ADE7B3-7C9E-8786-9F81-AA68818A43A7}"/>
              </a:ext>
            </a:extLst>
          </p:cNvPr>
          <p:cNvSpPr/>
          <p:nvPr/>
        </p:nvSpPr>
        <p:spPr>
          <a:xfrm>
            <a:off x="9805055" y="4052116"/>
            <a:ext cx="575799" cy="785767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5B706CB-742D-821E-69B4-15B7D32730F7}"/>
              </a:ext>
            </a:extLst>
          </p:cNvPr>
          <p:cNvSpPr/>
          <p:nvPr/>
        </p:nvSpPr>
        <p:spPr>
          <a:xfrm>
            <a:off x="9805055" y="4253217"/>
            <a:ext cx="6158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NPC</a:t>
            </a:r>
            <a:endParaRPr lang="es-MX" sz="16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63A3467-888D-C2D4-8788-86CD2D7F0CF2}"/>
              </a:ext>
            </a:extLst>
          </p:cNvPr>
          <p:cNvSpPr/>
          <p:nvPr/>
        </p:nvSpPr>
        <p:spPr>
          <a:xfrm>
            <a:off x="9805055" y="5011840"/>
            <a:ext cx="5261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NPI</a:t>
            </a:r>
            <a:endParaRPr lang="es-MX" sz="16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E85026C-48E4-B8EB-601B-6C05B8650A7B}"/>
              </a:ext>
            </a:extLst>
          </p:cNvPr>
          <p:cNvSpPr txBox="1"/>
          <p:nvPr/>
        </p:nvSpPr>
        <p:spPr>
          <a:xfrm>
            <a:off x="8531887" y="5250306"/>
            <a:ext cx="9627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ISO </a:t>
            </a:r>
            <a:endParaRPr lang="es-AR" sz="1600" dirty="0"/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F19D8FD2-AA29-39B5-B7D6-4B832219ACEF}"/>
              </a:ext>
            </a:extLst>
          </p:cNvPr>
          <p:cNvCxnSpPr>
            <a:cxnSpLocks/>
          </p:cNvCxnSpPr>
          <p:nvPr/>
        </p:nvCxnSpPr>
        <p:spPr>
          <a:xfrm rot="60000" flipV="1">
            <a:off x="9068503" y="5441782"/>
            <a:ext cx="780500" cy="138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746A00FC-C573-68E3-7A86-708CCC72046F}"/>
              </a:ext>
            </a:extLst>
          </p:cNvPr>
          <p:cNvSpPr/>
          <p:nvPr/>
        </p:nvSpPr>
        <p:spPr>
          <a:xfrm>
            <a:off x="638490" y="2817342"/>
            <a:ext cx="111890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 este ejemplo, G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y G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son isomorfos: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la permutación </a:t>
            </a:r>
            <a:r>
              <a:rPr lang="es-AR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π(1, 2, 3, 4) = (3, 2, 4, 1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) es un certificado de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(G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, G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): (1, 2) es un arco de G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 (π(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1), 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π(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2)) = (3, 2) es un arco de G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; (1, 3) es un arco de G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 (π(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1), 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π(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)) = (3, 4) es un arco de G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; etc. </a:t>
            </a:r>
            <a:endParaRPr lang="es-MX" sz="16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90730C3-3A03-92B1-3572-EDDB3CD68036}"/>
              </a:ext>
            </a:extLst>
          </p:cNvPr>
          <p:cNvSpPr txBox="1"/>
          <p:nvPr/>
        </p:nvSpPr>
        <p:spPr>
          <a:xfrm>
            <a:off x="1729687" y="2269866"/>
            <a:ext cx="620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endParaRPr lang="es-AR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C54133A-402A-21A0-059E-B180029F3021}"/>
              </a:ext>
            </a:extLst>
          </p:cNvPr>
          <p:cNvSpPr txBox="1"/>
          <p:nvPr/>
        </p:nvSpPr>
        <p:spPr>
          <a:xfrm>
            <a:off x="8338422" y="2265739"/>
            <a:ext cx="620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endParaRPr lang="es-AR" b="1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93B14BE-64E4-930C-0DFD-5F2785A411FA}"/>
              </a:ext>
            </a:extLst>
          </p:cNvPr>
          <p:cNvSpPr txBox="1"/>
          <p:nvPr/>
        </p:nvSpPr>
        <p:spPr>
          <a:xfrm>
            <a:off x="8235208" y="6295086"/>
            <a:ext cx="26501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Asumiendo P </a:t>
            </a:r>
            <a:r>
              <a:rPr lang="es-AR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≠ NP</a:t>
            </a:r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DE49E06-B0C8-1208-8408-0DA3318CE6CA}"/>
              </a:ext>
            </a:extLst>
          </p:cNvPr>
          <p:cNvSpPr txBox="1"/>
          <p:nvPr/>
        </p:nvSpPr>
        <p:spPr>
          <a:xfrm>
            <a:off x="5097327" y="1862728"/>
            <a:ext cx="25137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π(1, 2, 3, 4) = (3, 2, 4, 1)</a:t>
            </a:r>
            <a:endParaRPr lang="es-AR" sz="1600" dirty="0">
              <a:solidFill>
                <a:srgbClr val="C00000"/>
              </a:solidFill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6596C6D-E871-A508-B2CB-5F334B88E52C}"/>
              </a:ext>
            </a:extLst>
          </p:cNvPr>
          <p:cNvCxnSpPr>
            <a:cxnSpLocks/>
          </p:cNvCxnSpPr>
          <p:nvPr/>
        </p:nvCxnSpPr>
        <p:spPr>
          <a:xfrm rot="-60000">
            <a:off x="5208551" y="2217485"/>
            <a:ext cx="2199807" cy="4531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147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2823CBE-5E8E-4CBD-A07D-6112B0E8B381}"/>
              </a:ext>
            </a:extLst>
          </p:cNvPr>
          <p:cNvSpPr/>
          <p:nvPr/>
        </p:nvSpPr>
        <p:spPr>
          <a:xfrm>
            <a:off x="195989" y="185959"/>
            <a:ext cx="11857466" cy="5524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problema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factorización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es otro candidato a pertenecer a la clase NPI: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Definición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dado N, encontrar sus factores primos. Por ejemplo,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180 = 2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x 3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x 5.</a:t>
            </a: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Asumiendo FACT </a:t>
            </a:r>
            <a:r>
              <a:rPr lang="es-AR" sz="1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∉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P, se lo utiliza para implementar un sistema de seguridad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clave pública y privada.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Fundamento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si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 = N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x N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es muy grande, y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y N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son números primos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0" lvl="1"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se necesitaría mucho tiempo (tiempo exponencial) para obtener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y N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de N:</a:t>
            </a:r>
          </a:p>
          <a:p>
            <a:pPr marL="0" lvl="1" algn="just"/>
            <a:endParaRPr lang="es-AR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just"/>
            <a:endParaRPr lang="es-AR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just"/>
            <a:endParaRPr lang="es-AR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just"/>
            <a:endParaRPr lang="es-AR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just"/>
            <a:endParaRPr lang="es-AR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just"/>
            <a:endParaRPr lang="es-AR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just"/>
            <a:endParaRPr lang="es-AR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just"/>
            <a:endParaRPr lang="es-AR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just"/>
            <a:endParaRPr lang="es-AR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endParaRPr lang="es-E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endParaRPr lang="es-E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678C75-57F3-467E-AA72-7433C96A7A0A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FF56606-868C-CEAF-AE25-DA45985830AD}"/>
              </a:ext>
            </a:extLst>
          </p:cNvPr>
          <p:cNvSpPr/>
          <p:nvPr/>
        </p:nvSpPr>
        <p:spPr>
          <a:xfrm>
            <a:off x="9885374" y="288700"/>
            <a:ext cx="578379" cy="6008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CCAEAEB2-0730-F5A1-FCFF-E8B503EC972E}"/>
              </a:ext>
            </a:extLst>
          </p:cNvPr>
          <p:cNvCxnSpPr>
            <a:cxnSpLocks/>
          </p:cNvCxnSpPr>
          <p:nvPr/>
        </p:nvCxnSpPr>
        <p:spPr>
          <a:xfrm>
            <a:off x="9372091" y="632372"/>
            <a:ext cx="5132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ítulo 1">
            <a:extLst>
              <a:ext uri="{FF2B5EF4-FFF2-40B4-BE49-F238E27FC236}">
                <a16:creationId xmlns:a16="http://schemas.microsoft.com/office/drawing/2014/main" id="{572DEF05-EF27-854D-AAB6-97C3A8339F17}"/>
              </a:ext>
            </a:extLst>
          </p:cNvPr>
          <p:cNvSpPr txBox="1">
            <a:spLocks/>
          </p:cNvSpPr>
          <p:nvPr/>
        </p:nvSpPr>
        <p:spPr>
          <a:xfrm>
            <a:off x="9301571" y="396679"/>
            <a:ext cx="1925561" cy="2441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F8AD23BF-AA9D-D146-F610-F499A8E3DB7B}"/>
              </a:ext>
            </a:extLst>
          </p:cNvPr>
          <p:cNvCxnSpPr>
            <a:cxnSpLocks/>
          </p:cNvCxnSpPr>
          <p:nvPr/>
        </p:nvCxnSpPr>
        <p:spPr>
          <a:xfrm flipV="1">
            <a:off x="10466934" y="627044"/>
            <a:ext cx="1153322" cy="146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ítulo 1">
            <a:extLst>
              <a:ext uri="{FF2B5EF4-FFF2-40B4-BE49-F238E27FC236}">
                <a16:creationId xmlns:a16="http://schemas.microsoft.com/office/drawing/2014/main" id="{D882CAC5-FF1E-C031-886C-D30147F412DD}"/>
              </a:ext>
            </a:extLst>
          </p:cNvPr>
          <p:cNvSpPr txBox="1">
            <a:spLocks/>
          </p:cNvSpPr>
          <p:nvPr/>
        </p:nvSpPr>
        <p:spPr>
          <a:xfrm>
            <a:off x="9967614" y="420762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9BAE9F5-3EA1-A7E6-B84F-FC1B579A93A8}"/>
              </a:ext>
            </a:extLst>
          </p:cNvPr>
          <p:cNvSpPr txBox="1"/>
          <p:nvPr/>
        </p:nvSpPr>
        <p:spPr>
          <a:xfrm>
            <a:off x="10473049" y="340569"/>
            <a:ext cx="15229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x 3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x 5 </a:t>
            </a:r>
            <a:endParaRPr lang="es-AR" sz="16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9DDA916-0B67-0CFF-8418-8C5FACB8D812}"/>
              </a:ext>
            </a:extLst>
          </p:cNvPr>
          <p:cNvSpPr txBox="1"/>
          <p:nvPr/>
        </p:nvSpPr>
        <p:spPr>
          <a:xfrm>
            <a:off x="1423484" y="5330381"/>
            <a:ext cx="9345032" cy="1107996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lvl="1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1994,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P. Shor diseñó un algoritmo cuántico que factoriza en tiempo polinomial.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s-AR" sz="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Cuando las máquinas cuánticas sean una realidad, el esquema anterior no servirá más. </a:t>
            </a:r>
          </a:p>
          <a:p>
            <a:pPr marL="0" lvl="1"/>
            <a:endParaRPr lang="es-AR" sz="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También puede suceder que la factorización pertenezca a P.    </a:t>
            </a:r>
          </a:p>
        </p:txBody>
      </p:sp>
      <p:pic>
        <p:nvPicPr>
          <p:cNvPr id="44" name="Gráfico 43" descr="Hombre con relleno sólido">
            <a:extLst>
              <a:ext uri="{FF2B5EF4-FFF2-40B4-BE49-F238E27FC236}">
                <a16:creationId xmlns:a16="http://schemas.microsoft.com/office/drawing/2014/main" id="{DE8EA0C4-1E40-0BC1-F802-0FF11FDF1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137" y="2410049"/>
            <a:ext cx="914400" cy="914400"/>
          </a:xfrm>
          <a:prstGeom prst="rect">
            <a:avLst/>
          </a:prstGeom>
        </p:spPr>
      </p:pic>
      <p:pic>
        <p:nvPicPr>
          <p:cNvPr id="45" name="Gráfico 44" descr="Hombre contorno">
            <a:extLst>
              <a:ext uri="{FF2B5EF4-FFF2-40B4-BE49-F238E27FC236}">
                <a16:creationId xmlns:a16="http://schemas.microsoft.com/office/drawing/2014/main" id="{66EE8F6A-5321-8B29-CFA7-ECA0876FB9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4846" y="2390551"/>
            <a:ext cx="914400" cy="914400"/>
          </a:xfrm>
          <a:prstGeom prst="rect">
            <a:avLst/>
          </a:prstGeom>
        </p:spPr>
      </p:pic>
      <p:sp>
        <p:nvSpPr>
          <p:cNvPr id="46" name="CuadroTexto 45">
            <a:extLst>
              <a:ext uri="{FF2B5EF4-FFF2-40B4-BE49-F238E27FC236}">
                <a16:creationId xmlns:a16="http://schemas.microsoft.com/office/drawing/2014/main" id="{8E4BD66E-B3A6-EB04-AF54-00F3C71C41BA}"/>
              </a:ext>
            </a:extLst>
          </p:cNvPr>
          <p:cNvSpPr txBox="1"/>
          <p:nvPr/>
        </p:nvSpPr>
        <p:spPr>
          <a:xfrm>
            <a:off x="890342" y="3280419"/>
            <a:ext cx="4485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AR" sz="1600" dirty="0"/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8DA5F037-8E26-6030-267D-576F085392C4}"/>
              </a:ext>
            </a:extLst>
          </p:cNvPr>
          <p:cNvCxnSpPr>
            <a:cxnSpLocks/>
          </p:cNvCxnSpPr>
          <p:nvPr/>
        </p:nvCxnSpPr>
        <p:spPr>
          <a:xfrm flipV="1">
            <a:off x="1453267" y="2705573"/>
            <a:ext cx="1608951" cy="20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7C50DEE0-BFDD-48FD-22A1-E78942A002E4}"/>
              </a:ext>
            </a:extLst>
          </p:cNvPr>
          <p:cNvSpPr txBox="1"/>
          <p:nvPr/>
        </p:nvSpPr>
        <p:spPr>
          <a:xfrm>
            <a:off x="1359744" y="3211679"/>
            <a:ext cx="1950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…………………</a:t>
            </a:r>
            <a:endParaRPr lang="es-AR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3DAE092-E56B-5827-EE5D-F279467AA37F}"/>
              </a:ext>
            </a:extLst>
          </p:cNvPr>
          <p:cNvSpPr txBox="1"/>
          <p:nvPr/>
        </p:nvSpPr>
        <p:spPr>
          <a:xfrm>
            <a:off x="765303" y="3624764"/>
            <a:ext cx="36409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 permite que todos conozcan la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clave pública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(incluso los </a:t>
            </a:r>
            <a:r>
              <a:rPr lang="es-AR" sz="1600" i="1" dirty="0">
                <a:latin typeface="Arial" panose="020B0604020202020204" pitchFamily="34" charset="0"/>
                <a:cs typeface="Arial" panose="020B0604020202020204" pitchFamily="34" charset="0"/>
              </a:rPr>
              <a:t>hackers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), basada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. Sólo A tiene la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clave privada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, basada en </a:t>
            </a:r>
            <a:r>
              <a:rPr lang="es-AR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600" b="1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N</a:t>
            </a:r>
            <a:r>
              <a:rPr lang="es-ES" sz="1600" b="1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  <a:endParaRPr lang="es-AR" sz="1600" b="1" dirty="0">
              <a:solidFill>
                <a:srgbClr val="7030A0"/>
              </a:solidFill>
            </a:endParaRPr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2B3BAF4A-A94B-B436-AED5-A3D542D13D4C}"/>
              </a:ext>
            </a:extLst>
          </p:cNvPr>
          <p:cNvCxnSpPr>
            <a:cxnSpLocks/>
          </p:cNvCxnSpPr>
          <p:nvPr/>
        </p:nvCxnSpPr>
        <p:spPr>
          <a:xfrm flipV="1">
            <a:off x="1453267" y="2867249"/>
            <a:ext cx="1608951" cy="20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46E66E2D-04F6-D73A-312C-94016365ECB1}"/>
              </a:ext>
            </a:extLst>
          </p:cNvPr>
          <p:cNvCxnSpPr>
            <a:cxnSpLocks/>
          </p:cNvCxnSpPr>
          <p:nvPr/>
        </p:nvCxnSpPr>
        <p:spPr>
          <a:xfrm flipV="1">
            <a:off x="1453267" y="3043132"/>
            <a:ext cx="1608951" cy="20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0A1E0A5D-A69A-236A-DF0A-068AA05954D9}"/>
              </a:ext>
            </a:extLst>
          </p:cNvPr>
          <p:cNvCxnSpPr>
            <a:cxnSpLocks/>
          </p:cNvCxnSpPr>
          <p:nvPr/>
        </p:nvCxnSpPr>
        <p:spPr>
          <a:xfrm flipV="1">
            <a:off x="1453266" y="3237887"/>
            <a:ext cx="1608951" cy="20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Gráfico 59" descr="Hombre contorno">
            <a:extLst>
              <a:ext uri="{FF2B5EF4-FFF2-40B4-BE49-F238E27FC236}">
                <a16:creationId xmlns:a16="http://schemas.microsoft.com/office/drawing/2014/main" id="{A429F120-153B-0C4B-91ED-52A15ED801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2496" y="2385717"/>
            <a:ext cx="914400" cy="914400"/>
          </a:xfrm>
          <a:prstGeom prst="rect">
            <a:avLst/>
          </a:prstGeom>
        </p:spPr>
      </p:pic>
      <p:pic>
        <p:nvPicPr>
          <p:cNvPr id="61" name="Gráfico 60" descr="Hombre contorno">
            <a:extLst>
              <a:ext uri="{FF2B5EF4-FFF2-40B4-BE49-F238E27FC236}">
                <a16:creationId xmlns:a16="http://schemas.microsoft.com/office/drawing/2014/main" id="{77CD1297-AE73-58CC-6365-04C93FB2E6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8507" y="2385717"/>
            <a:ext cx="914400" cy="914400"/>
          </a:xfrm>
          <a:prstGeom prst="rect">
            <a:avLst/>
          </a:prstGeom>
        </p:spPr>
      </p:pic>
      <p:pic>
        <p:nvPicPr>
          <p:cNvPr id="64" name="Gráfico 63" descr="Hombre contorno">
            <a:extLst>
              <a:ext uri="{FF2B5EF4-FFF2-40B4-BE49-F238E27FC236}">
                <a16:creationId xmlns:a16="http://schemas.microsoft.com/office/drawing/2014/main" id="{44FC47DD-4EC8-1467-0BC7-50A5A7343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1829" y="2385717"/>
            <a:ext cx="914400" cy="914400"/>
          </a:xfrm>
          <a:prstGeom prst="rect">
            <a:avLst/>
          </a:prstGeom>
        </p:spPr>
      </p:pic>
      <p:pic>
        <p:nvPicPr>
          <p:cNvPr id="65" name="Gráfico 64" descr="Hombre con relleno sólido">
            <a:extLst>
              <a:ext uri="{FF2B5EF4-FFF2-40B4-BE49-F238E27FC236}">
                <a16:creationId xmlns:a16="http://schemas.microsoft.com/office/drawing/2014/main" id="{23D4C69A-5249-93B8-1AAB-312387091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0410" y="2401370"/>
            <a:ext cx="914400" cy="914400"/>
          </a:xfrm>
          <a:prstGeom prst="rect">
            <a:avLst/>
          </a:prstGeom>
        </p:spPr>
      </p:pic>
      <p:pic>
        <p:nvPicPr>
          <p:cNvPr id="66" name="Gráfico 65" descr="Hombre contorno">
            <a:extLst>
              <a:ext uri="{FF2B5EF4-FFF2-40B4-BE49-F238E27FC236}">
                <a16:creationId xmlns:a16="http://schemas.microsoft.com/office/drawing/2014/main" id="{84159C93-FDA1-70B8-CCCB-92DE0B65A1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8661" y="2401370"/>
            <a:ext cx="914400" cy="914400"/>
          </a:xfrm>
          <a:prstGeom prst="rect">
            <a:avLst/>
          </a:prstGeom>
        </p:spPr>
      </p:pic>
      <p:sp>
        <p:nvSpPr>
          <p:cNvPr id="67" name="CuadroTexto 66">
            <a:extLst>
              <a:ext uri="{FF2B5EF4-FFF2-40B4-BE49-F238E27FC236}">
                <a16:creationId xmlns:a16="http://schemas.microsoft.com/office/drawing/2014/main" id="{C2D51437-FC30-9438-44FB-0F79703D7C83}"/>
              </a:ext>
            </a:extLst>
          </p:cNvPr>
          <p:cNvSpPr txBox="1"/>
          <p:nvPr/>
        </p:nvSpPr>
        <p:spPr>
          <a:xfrm>
            <a:off x="5042813" y="3283781"/>
            <a:ext cx="334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AR" sz="1600" dirty="0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6EFF7B2C-9AAF-457D-81C4-D08771366098}"/>
              </a:ext>
            </a:extLst>
          </p:cNvPr>
          <p:cNvSpPr txBox="1"/>
          <p:nvPr/>
        </p:nvSpPr>
        <p:spPr>
          <a:xfrm>
            <a:off x="7190270" y="3283781"/>
            <a:ext cx="3267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AR" sz="1600" dirty="0"/>
          </a:p>
        </p:txBody>
      </p: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BF8D92D0-A930-22C6-7BFE-DB520BA6A3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5462260" y="2903580"/>
            <a:ext cx="1608951" cy="20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70">
            <a:extLst>
              <a:ext uri="{FF2B5EF4-FFF2-40B4-BE49-F238E27FC236}">
                <a16:creationId xmlns:a16="http://schemas.microsoft.com/office/drawing/2014/main" id="{597A33EB-BDAD-42D5-A1B6-F8F10707D045}"/>
              </a:ext>
            </a:extLst>
          </p:cNvPr>
          <p:cNvSpPr txBox="1"/>
          <p:nvPr/>
        </p:nvSpPr>
        <p:spPr>
          <a:xfrm>
            <a:off x="4875631" y="3624764"/>
            <a:ext cx="28862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B le envía a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un mensaje w, encriptado con una función E:</a:t>
            </a:r>
          </a:p>
          <a:p>
            <a:pPr algn="ctr"/>
            <a:r>
              <a:rPr lang="es-AR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 = E(w, N)</a:t>
            </a:r>
            <a:endParaRPr lang="es-AR" sz="1600" b="1" dirty="0">
              <a:solidFill>
                <a:srgbClr val="7030A0"/>
              </a:solidFill>
            </a:endParaRPr>
          </a:p>
          <a:p>
            <a:endParaRPr lang="es-AR" sz="1600" dirty="0"/>
          </a:p>
        </p:txBody>
      </p:sp>
      <p:pic>
        <p:nvPicPr>
          <p:cNvPr id="78" name="Gráfico 77" descr="Hombre con relleno sólido">
            <a:extLst>
              <a:ext uri="{FF2B5EF4-FFF2-40B4-BE49-F238E27FC236}">
                <a16:creationId xmlns:a16="http://schemas.microsoft.com/office/drawing/2014/main" id="{539C2E22-6CC6-2932-EC03-2042A33145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4232" y="2378206"/>
            <a:ext cx="914400" cy="914400"/>
          </a:xfrm>
          <a:prstGeom prst="rect">
            <a:avLst/>
          </a:prstGeom>
        </p:spPr>
      </p:pic>
      <p:sp>
        <p:nvSpPr>
          <p:cNvPr id="80" name="CuadroTexto 79">
            <a:extLst>
              <a:ext uri="{FF2B5EF4-FFF2-40B4-BE49-F238E27FC236}">
                <a16:creationId xmlns:a16="http://schemas.microsoft.com/office/drawing/2014/main" id="{28544FB0-EE59-CA7D-172F-FF1F25E20A6C}"/>
              </a:ext>
            </a:extLst>
          </p:cNvPr>
          <p:cNvSpPr txBox="1"/>
          <p:nvPr/>
        </p:nvSpPr>
        <p:spPr>
          <a:xfrm>
            <a:off x="9770774" y="3269305"/>
            <a:ext cx="3267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AR" sz="1600" dirty="0"/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914DCDD5-12D4-D8E2-80F5-BCCBB90F9BF5}"/>
              </a:ext>
            </a:extLst>
          </p:cNvPr>
          <p:cNvSpPr txBox="1"/>
          <p:nvPr/>
        </p:nvSpPr>
        <p:spPr>
          <a:xfrm>
            <a:off x="8595429" y="3607859"/>
            <a:ext cx="2831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 desencripta el mensaje w,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por medio de una función D:</a:t>
            </a:r>
          </a:p>
          <a:p>
            <a:pPr algn="ctr"/>
            <a:r>
              <a:rPr lang="es-AR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= D(v, N</a:t>
            </a:r>
            <a:r>
              <a:rPr lang="es-ES" sz="1600" b="1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</a:t>
            </a:r>
            <a:r>
              <a:rPr lang="es-ES" sz="1600" b="1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AR" sz="1600" b="1" dirty="0">
              <a:solidFill>
                <a:srgbClr val="7030A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C33956C-5A9A-A856-C61A-3649DA4D211A}"/>
              </a:ext>
            </a:extLst>
          </p:cNvPr>
          <p:cNvSpPr/>
          <p:nvPr/>
        </p:nvSpPr>
        <p:spPr>
          <a:xfrm>
            <a:off x="4881287" y="4456502"/>
            <a:ext cx="2949409" cy="47939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7264D4E-9BCA-EF7A-B8AD-C01CD4C9F43E}"/>
              </a:ext>
            </a:extLst>
          </p:cNvPr>
          <p:cNvSpPr txBox="1"/>
          <p:nvPr/>
        </p:nvSpPr>
        <p:spPr>
          <a:xfrm>
            <a:off x="4840255" y="4564100"/>
            <a:ext cx="31286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v = 11110100001110101110001111101010</a:t>
            </a:r>
            <a:endParaRPr lang="es-AR" sz="12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21C4986-DB69-006B-C992-ADEFA6CD123E}"/>
              </a:ext>
            </a:extLst>
          </p:cNvPr>
          <p:cNvSpPr txBox="1"/>
          <p:nvPr/>
        </p:nvSpPr>
        <p:spPr>
          <a:xfrm>
            <a:off x="6056613" y="2542085"/>
            <a:ext cx="29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23C174D-E950-C633-D787-11CB860265BD}"/>
              </a:ext>
            </a:extLst>
          </p:cNvPr>
          <p:cNvSpPr/>
          <p:nvPr/>
        </p:nvSpPr>
        <p:spPr>
          <a:xfrm>
            <a:off x="8670847" y="4462285"/>
            <a:ext cx="2949409" cy="47939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19D62-4EFA-B710-42C0-99556BFECFD6}"/>
              </a:ext>
            </a:extLst>
          </p:cNvPr>
          <p:cNvSpPr txBox="1"/>
          <p:nvPr/>
        </p:nvSpPr>
        <p:spPr>
          <a:xfrm>
            <a:off x="8670847" y="4569311"/>
            <a:ext cx="29494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w = 10111100001010111011|101010111</a:t>
            </a: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498E784-ADD7-3B68-F3DB-3FEF9E1991DB}"/>
              </a:ext>
            </a:extLst>
          </p:cNvPr>
          <p:cNvSpPr txBox="1"/>
          <p:nvPr/>
        </p:nvSpPr>
        <p:spPr>
          <a:xfrm>
            <a:off x="514457" y="777042"/>
            <a:ext cx="8689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Lenguaje asociado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FACT = {(M, A, B) | existe un factor primo de M entre A y B}</a:t>
            </a:r>
          </a:p>
        </p:txBody>
      </p:sp>
    </p:spTree>
    <p:extLst>
      <p:ext uri="{BB962C8B-B14F-4D97-AF65-F5344CB8AC3E}">
        <p14:creationId xmlns:p14="http://schemas.microsoft.com/office/powerpoint/2010/main" val="1003041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46" grpId="0"/>
      <p:bldP spid="52" grpId="0"/>
      <p:bldP spid="53" grpId="0"/>
      <p:bldP spid="67" grpId="0"/>
      <p:bldP spid="68" grpId="0"/>
      <p:bldP spid="71" grpId="0"/>
      <p:bldP spid="80" grpId="0"/>
      <p:bldP spid="83" grpId="0"/>
      <p:bldP spid="4" grpId="0" animBg="1"/>
      <p:bldP spid="5" grpId="0"/>
      <p:bldP spid="19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agrama de flujo: conector 9">
            <a:extLst>
              <a:ext uri="{FF2B5EF4-FFF2-40B4-BE49-F238E27FC236}">
                <a16:creationId xmlns:a16="http://schemas.microsoft.com/office/drawing/2014/main" id="{06E78EB6-5875-40EB-989C-ADFB5A5D1869}"/>
              </a:ext>
            </a:extLst>
          </p:cNvPr>
          <p:cNvSpPr/>
          <p:nvPr/>
        </p:nvSpPr>
        <p:spPr>
          <a:xfrm>
            <a:off x="1331843" y="1292184"/>
            <a:ext cx="6038558" cy="2517036"/>
          </a:xfrm>
          <a:prstGeom prst="flowChartConnector">
            <a:avLst/>
          </a:prstGeom>
          <a:solidFill>
            <a:schemeClr val="bg1"/>
          </a:solidFill>
          <a:ln w="317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3F09AF73-F794-4C08-A066-6EB4B97A16D9}"/>
              </a:ext>
            </a:extLst>
          </p:cNvPr>
          <p:cNvSpPr/>
          <p:nvPr/>
        </p:nvSpPr>
        <p:spPr>
          <a:xfrm>
            <a:off x="4625001" y="1198829"/>
            <a:ext cx="6235156" cy="2548551"/>
          </a:xfrm>
          <a:prstGeom prst="flowChartConnector">
            <a:avLst/>
          </a:prstGeom>
          <a:noFill/>
          <a:ln w="317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05E36FA1-E3DA-4363-88D3-950A0A5A5C1F}"/>
              </a:ext>
            </a:extLst>
          </p:cNvPr>
          <p:cNvSpPr/>
          <p:nvPr/>
        </p:nvSpPr>
        <p:spPr>
          <a:xfrm>
            <a:off x="4902099" y="1932612"/>
            <a:ext cx="2146945" cy="1182358"/>
          </a:xfrm>
          <a:prstGeom prst="flowChartConnecto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503C951-D759-4573-9E3B-A4EF6C3E9BF5}"/>
              </a:ext>
            </a:extLst>
          </p:cNvPr>
          <p:cNvSpPr/>
          <p:nvPr/>
        </p:nvSpPr>
        <p:spPr>
          <a:xfrm>
            <a:off x="9604924" y="3676994"/>
            <a:ext cx="2550570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Asumiendo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NP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≠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CO-NP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sz="1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Asumiendo P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≠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NP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⋂ CO-NP</a:t>
            </a:r>
          </a:p>
          <a:p>
            <a:endParaRPr lang="es-AR" sz="3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59873675-E67D-4755-0572-D534FAA64A20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93C0A24-DC30-C831-DF8C-2EBEC068182E}"/>
              </a:ext>
            </a:extLst>
          </p:cNvPr>
          <p:cNvSpPr txBox="1"/>
          <p:nvPr/>
        </p:nvSpPr>
        <p:spPr>
          <a:xfrm>
            <a:off x="5123743" y="2062203"/>
            <a:ext cx="8351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cs typeface="Arial" panose="020B0604020202020204" pitchFamily="34" charset="0"/>
              </a:rPr>
              <a:t>ACC</a:t>
            </a:r>
            <a:endParaRPr lang="es-AR" sz="1400" b="1" dirty="0">
              <a:solidFill>
                <a:srgbClr val="C00000"/>
              </a:solidFill>
            </a:endParaRPr>
          </a:p>
        </p:txBody>
      </p:sp>
      <p:sp>
        <p:nvSpPr>
          <p:cNvPr id="2" name="Diagrama de flujo: conector 1">
            <a:extLst>
              <a:ext uri="{FF2B5EF4-FFF2-40B4-BE49-F238E27FC236}">
                <a16:creationId xmlns:a16="http://schemas.microsoft.com/office/drawing/2014/main" id="{8EF0BF0D-F613-8307-8045-651820DD2625}"/>
              </a:ext>
            </a:extLst>
          </p:cNvPr>
          <p:cNvSpPr/>
          <p:nvPr/>
        </p:nvSpPr>
        <p:spPr>
          <a:xfrm>
            <a:off x="1566171" y="1804065"/>
            <a:ext cx="2418312" cy="1435990"/>
          </a:xfrm>
          <a:prstGeom prst="flowChartConnecto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Diagrama de flujo: conector 33">
            <a:extLst>
              <a:ext uri="{FF2B5EF4-FFF2-40B4-BE49-F238E27FC236}">
                <a16:creationId xmlns:a16="http://schemas.microsoft.com/office/drawing/2014/main" id="{7EACC7DD-1AA7-1552-D5DC-FB97428212F7}"/>
              </a:ext>
            </a:extLst>
          </p:cNvPr>
          <p:cNvSpPr/>
          <p:nvPr/>
        </p:nvSpPr>
        <p:spPr>
          <a:xfrm>
            <a:off x="8186724" y="1740077"/>
            <a:ext cx="2439105" cy="1435990"/>
          </a:xfrm>
          <a:prstGeom prst="flowChartConnecto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96E2439-1C39-94F0-D5BD-F18F65B34416}"/>
              </a:ext>
            </a:extLst>
          </p:cNvPr>
          <p:cNvSpPr/>
          <p:nvPr/>
        </p:nvSpPr>
        <p:spPr>
          <a:xfrm>
            <a:off x="2364430" y="2272192"/>
            <a:ext cx="728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NPC</a:t>
            </a:r>
            <a:endParaRPr lang="es-MX" sz="2000" b="1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1E34B2C-C499-1442-557D-0FFD65C59EFD}"/>
              </a:ext>
            </a:extLst>
          </p:cNvPr>
          <p:cNvSpPr/>
          <p:nvPr/>
        </p:nvSpPr>
        <p:spPr>
          <a:xfrm>
            <a:off x="8859498" y="2280947"/>
            <a:ext cx="11977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CO-NPC</a:t>
            </a:r>
            <a:endParaRPr lang="es-MX" sz="2000" b="1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456A2798-D83E-B9DB-79A3-2F6EE596BDBB}"/>
              </a:ext>
            </a:extLst>
          </p:cNvPr>
          <p:cNvSpPr/>
          <p:nvPr/>
        </p:nvSpPr>
        <p:spPr>
          <a:xfrm>
            <a:off x="5780762" y="2294306"/>
            <a:ext cx="3561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2000" b="1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F9F2472-BDCF-401D-9BC3-F80181369F0F}"/>
              </a:ext>
            </a:extLst>
          </p:cNvPr>
          <p:cNvSpPr/>
          <p:nvPr/>
        </p:nvSpPr>
        <p:spPr>
          <a:xfrm>
            <a:off x="3893736" y="1285180"/>
            <a:ext cx="71846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3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3000" b="1" dirty="0">
              <a:solidFill>
                <a:srgbClr val="7030A0"/>
              </a:solidFill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2883C7AF-BD8C-03FF-B4C9-6F44E964EB5E}"/>
              </a:ext>
            </a:extLst>
          </p:cNvPr>
          <p:cNvSpPr/>
          <p:nvPr/>
        </p:nvSpPr>
        <p:spPr>
          <a:xfrm>
            <a:off x="7057995" y="1223312"/>
            <a:ext cx="142378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3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CO-NP</a:t>
            </a:r>
            <a:endParaRPr lang="es-MX" sz="3000" b="1" dirty="0">
              <a:solidFill>
                <a:srgbClr val="7030A0"/>
              </a:solidFill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6692CE1E-EF55-08B3-68A6-3D53FB192B5B}"/>
              </a:ext>
            </a:extLst>
          </p:cNvPr>
          <p:cNvSpPr txBox="1"/>
          <p:nvPr/>
        </p:nvSpPr>
        <p:spPr>
          <a:xfrm>
            <a:off x="1728204" y="2084947"/>
            <a:ext cx="9954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C00000"/>
                </a:solidFill>
                <a:cs typeface="Arial" panose="020B0604020202020204" pitchFamily="34" charset="0"/>
              </a:rPr>
              <a:t>CLIQUE</a:t>
            </a:r>
            <a:endParaRPr lang="es-AR" sz="14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821AD8-7B57-C04D-41AB-E722F6BCB66B}"/>
              </a:ext>
            </a:extLst>
          </p:cNvPr>
          <p:cNvSpPr/>
          <p:nvPr/>
        </p:nvSpPr>
        <p:spPr>
          <a:xfrm>
            <a:off x="4229572" y="2263306"/>
            <a:ext cx="6126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NPI</a:t>
            </a:r>
            <a:endParaRPr lang="es-MX" sz="2000" b="1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5C86F7A-4924-A586-3F82-544D946A5EE8}"/>
              </a:ext>
            </a:extLst>
          </p:cNvPr>
          <p:cNvSpPr/>
          <p:nvPr/>
        </p:nvSpPr>
        <p:spPr>
          <a:xfrm>
            <a:off x="7093368" y="2285925"/>
            <a:ext cx="10823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CO-NPI</a:t>
            </a:r>
            <a:endParaRPr lang="es-MX" sz="2000" b="1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D6874C6-4B05-1BD7-31BF-CD4EC050E3F5}"/>
              </a:ext>
            </a:extLst>
          </p:cNvPr>
          <p:cNvSpPr/>
          <p:nvPr/>
        </p:nvSpPr>
        <p:spPr>
          <a:xfrm>
            <a:off x="249171" y="143605"/>
            <a:ext cx="107513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Ultima versión de la jerarquía temporal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6AB716-2666-2E2D-4B26-696F348604FA}"/>
              </a:ext>
            </a:extLst>
          </p:cNvPr>
          <p:cNvSpPr txBox="1"/>
          <p:nvPr/>
        </p:nvSpPr>
        <p:spPr>
          <a:xfrm>
            <a:off x="3984483" y="3363802"/>
            <a:ext cx="8351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cs typeface="Arial" panose="020B0604020202020204" pitchFamily="34" charset="0"/>
              </a:rPr>
              <a:t>ISO</a:t>
            </a:r>
            <a:endParaRPr lang="es-AR" sz="1400" b="1" dirty="0">
              <a:solidFill>
                <a:srgbClr val="C0000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9803BA7-6A2A-E812-F29B-E35875409715}"/>
              </a:ext>
            </a:extLst>
          </p:cNvPr>
          <p:cNvSpPr txBox="1"/>
          <p:nvPr/>
        </p:nvSpPr>
        <p:spPr>
          <a:xfrm>
            <a:off x="6080262" y="2081992"/>
            <a:ext cx="1107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cs typeface="Arial" panose="020B0604020202020204" pitchFamily="34" charset="0"/>
              </a:rPr>
              <a:t>PRIMOS</a:t>
            </a:r>
            <a:endParaRPr lang="es-AR" sz="1400" b="1" dirty="0">
              <a:solidFill>
                <a:srgbClr val="C000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D2C0E68-61B9-A492-4074-F3E7B7B46581}"/>
              </a:ext>
            </a:extLst>
          </p:cNvPr>
          <p:cNvSpPr txBox="1"/>
          <p:nvPr/>
        </p:nvSpPr>
        <p:spPr>
          <a:xfrm>
            <a:off x="5157316" y="2700907"/>
            <a:ext cx="8351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cs typeface="Arial" panose="020B0604020202020204" pitchFamily="34" charset="0"/>
              </a:rPr>
              <a:t>2-SAT</a:t>
            </a:r>
            <a:endParaRPr lang="es-AR" sz="1400" b="1" dirty="0">
              <a:solidFill>
                <a:srgbClr val="C0000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639A919-58C8-DBBA-96D8-51825202C9BC}"/>
              </a:ext>
            </a:extLst>
          </p:cNvPr>
          <p:cNvSpPr txBox="1"/>
          <p:nvPr/>
        </p:nvSpPr>
        <p:spPr>
          <a:xfrm>
            <a:off x="2416926" y="2947274"/>
            <a:ext cx="82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C00000"/>
                </a:solidFill>
                <a:cs typeface="Arial" panose="020B0604020202020204" pitchFamily="34" charset="0"/>
              </a:rPr>
              <a:t>SAT</a:t>
            </a:r>
            <a:endParaRPr lang="es-AR" sz="1400" b="1" dirty="0">
              <a:solidFill>
                <a:srgbClr val="C0000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C9687CC-6E3B-448B-BA42-337936BF37C1}"/>
              </a:ext>
            </a:extLst>
          </p:cNvPr>
          <p:cNvSpPr txBox="1"/>
          <p:nvPr/>
        </p:nvSpPr>
        <p:spPr>
          <a:xfrm>
            <a:off x="3275476" y="2658582"/>
            <a:ext cx="9954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C00000"/>
                </a:solidFill>
              </a:rPr>
              <a:t>CH</a:t>
            </a:r>
            <a:endParaRPr lang="es-AR" sz="1400" b="1" dirty="0">
              <a:solidFill>
                <a:srgbClr val="C0000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AA4FED-C41C-1FFB-00E9-A2F57871F261}"/>
              </a:ext>
            </a:extLst>
          </p:cNvPr>
          <p:cNvSpPr txBox="1"/>
          <p:nvPr/>
        </p:nvSpPr>
        <p:spPr>
          <a:xfrm>
            <a:off x="6392579" y="2672228"/>
            <a:ext cx="9954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C00000"/>
                </a:solidFill>
              </a:rPr>
              <a:t>CE</a:t>
            </a:r>
            <a:endParaRPr lang="es-AR" sz="1400" b="1" dirty="0">
              <a:solidFill>
                <a:srgbClr val="C00000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FD43738-80D7-5253-7DD0-26F1362A8B59}"/>
              </a:ext>
            </a:extLst>
          </p:cNvPr>
          <p:cNvSpPr txBox="1"/>
          <p:nvPr/>
        </p:nvSpPr>
        <p:spPr>
          <a:xfrm>
            <a:off x="1763631" y="2577519"/>
            <a:ext cx="4729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C00000"/>
                </a:solidFill>
              </a:rPr>
              <a:t>CV</a:t>
            </a:r>
            <a:endParaRPr lang="es-AR" sz="1400" b="1" dirty="0">
              <a:solidFill>
                <a:srgbClr val="C00000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E61E232-BD54-A33C-70E6-F70B55905F21}"/>
              </a:ext>
            </a:extLst>
          </p:cNvPr>
          <p:cNvSpPr txBox="1"/>
          <p:nvPr/>
        </p:nvSpPr>
        <p:spPr>
          <a:xfrm>
            <a:off x="5298025" y="1654621"/>
            <a:ext cx="8351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cs typeface="Arial" panose="020B0604020202020204" pitchFamily="34" charset="0"/>
              </a:rPr>
              <a:t>FACT</a:t>
            </a:r>
            <a:endParaRPr lang="es-AR" sz="1400" b="1" dirty="0">
              <a:solidFill>
                <a:srgbClr val="C00000"/>
              </a:solidFill>
            </a:endParaRP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F2D01BCA-E840-3E81-6DB5-25A62A1C60AD}"/>
              </a:ext>
            </a:extLst>
          </p:cNvPr>
          <p:cNvSpPr/>
          <p:nvPr/>
        </p:nvSpPr>
        <p:spPr>
          <a:xfrm>
            <a:off x="777816" y="838183"/>
            <a:ext cx="10636368" cy="3251200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0E8063C-4C3E-FEF3-F8EA-AC789DF3EE74}"/>
              </a:ext>
            </a:extLst>
          </p:cNvPr>
          <p:cNvSpPr/>
          <p:nvPr/>
        </p:nvSpPr>
        <p:spPr>
          <a:xfrm>
            <a:off x="5308741" y="863106"/>
            <a:ext cx="95410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3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endParaRPr lang="es-MX" sz="3000" b="1" dirty="0">
              <a:solidFill>
                <a:srgbClr val="7030A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2CAC7E2-D80D-4DF3-6DA4-797C8FC94A5F}"/>
              </a:ext>
            </a:extLst>
          </p:cNvPr>
          <p:cNvSpPr txBox="1"/>
          <p:nvPr/>
        </p:nvSpPr>
        <p:spPr>
          <a:xfrm>
            <a:off x="2416926" y="1826833"/>
            <a:ext cx="82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C00000"/>
                </a:solidFill>
                <a:cs typeface="Arial" panose="020B0604020202020204" pitchFamily="34" charset="0"/>
              </a:rPr>
              <a:t>CSAT</a:t>
            </a:r>
            <a:endParaRPr lang="es-AR" sz="1400" b="1" dirty="0">
              <a:solidFill>
                <a:srgbClr val="C00000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8ADB1D0-B9DA-03D5-DECC-AD44A8E3EC28}"/>
              </a:ext>
            </a:extLst>
          </p:cNvPr>
          <p:cNvSpPr txBox="1"/>
          <p:nvPr/>
        </p:nvSpPr>
        <p:spPr>
          <a:xfrm>
            <a:off x="3129783" y="2089261"/>
            <a:ext cx="82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C00000"/>
                </a:solidFill>
                <a:cs typeface="Arial" panose="020B0604020202020204" pitchFamily="34" charset="0"/>
              </a:rPr>
              <a:t>3-SAT</a:t>
            </a:r>
            <a:endParaRPr lang="es-AR" sz="1400" b="1" dirty="0">
              <a:solidFill>
                <a:srgbClr val="C00000"/>
              </a:solidFill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B77702C-D00D-5051-9581-6A6995F1C8B4}"/>
              </a:ext>
            </a:extLst>
          </p:cNvPr>
          <p:cNvSpPr txBox="1"/>
          <p:nvPr/>
        </p:nvSpPr>
        <p:spPr>
          <a:xfrm>
            <a:off x="7578571" y="3337920"/>
            <a:ext cx="86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cs typeface="Arial" panose="020B0604020202020204" pitchFamily="34" charset="0"/>
              </a:rPr>
              <a:t>ISO</a:t>
            </a:r>
            <a:r>
              <a:rPr lang="es-AR" sz="1400" b="1" baseline="30000" dirty="0">
                <a:solidFill>
                  <a:srgbClr val="C00000"/>
                </a:solidFill>
                <a:cs typeface="Arial" panose="020B0604020202020204" pitchFamily="34" charset="0"/>
              </a:rPr>
              <a:t>C</a:t>
            </a:r>
            <a:endParaRPr lang="es-AR" sz="1400" dirty="0">
              <a:solidFill>
                <a:srgbClr val="C00000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E92CF26-3A61-BF2B-7C53-7523E410A9FA}"/>
              </a:ext>
            </a:extLst>
          </p:cNvPr>
          <p:cNvSpPr txBox="1"/>
          <p:nvPr/>
        </p:nvSpPr>
        <p:spPr>
          <a:xfrm>
            <a:off x="5946613" y="1645644"/>
            <a:ext cx="86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cs typeface="Arial" panose="020B0604020202020204" pitchFamily="34" charset="0"/>
              </a:rPr>
              <a:t>FACT</a:t>
            </a:r>
            <a:r>
              <a:rPr lang="es-AR" sz="1400" b="1" baseline="30000" dirty="0">
                <a:solidFill>
                  <a:srgbClr val="C00000"/>
                </a:solidFill>
                <a:cs typeface="Arial" panose="020B0604020202020204" pitchFamily="34" charset="0"/>
              </a:rPr>
              <a:t>C</a:t>
            </a:r>
            <a:endParaRPr lang="es-AR" sz="1400" dirty="0">
              <a:solidFill>
                <a:srgbClr val="C0000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C7AF24E-688D-D335-ADD8-88D507D600B4}"/>
              </a:ext>
            </a:extLst>
          </p:cNvPr>
          <p:cNvSpPr txBox="1"/>
          <p:nvPr/>
        </p:nvSpPr>
        <p:spPr>
          <a:xfrm>
            <a:off x="9227580" y="2865653"/>
            <a:ext cx="86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cs typeface="Arial" panose="020B0604020202020204" pitchFamily="34" charset="0"/>
              </a:rPr>
              <a:t>SAT</a:t>
            </a:r>
            <a:r>
              <a:rPr lang="es-AR" sz="1400" b="1" baseline="30000" dirty="0">
                <a:solidFill>
                  <a:srgbClr val="C00000"/>
                </a:solidFill>
                <a:cs typeface="Arial" panose="020B0604020202020204" pitchFamily="34" charset="0"/>
              </a:rPr>
              <a:t>C</a:t>
            </a:r>
            <a:endParaRPr lang="es-AR" sz="1400" dirty="0">
              <a:solidFill>
                <a:srgbClr val="C00000"/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3C0456D-ACC3-AEC5-1346-B3D552D33E5F}"/>
              </a:ext>
            </a:extLst>
          </p:cNvPr>
          <p:cNvSpPr txBox="1"/>
          <p:nvPr/>
        </p:nvSpPr>
        <p:spPr>
          <a:xfrm>
            <a:off x="249171" y="4394065"/>
            <a:ext cx="114769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 cumple que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NP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≠ CO-NP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implica P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≠ NP 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(ejercicio)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Se cumple que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NPC y NP </a:t>
            </a:r>
            <a:r>
              <a:rPr lang="es-AR" sz="1800" b="1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⋂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CO-NP son disjuntos 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(ejercicio)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FF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El </a:t>
            </a:r>
            <a:r>
              <a:rPr lang="es-AR" sz="1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problema de primalidad </a:t>
            </a:r>
            <a:r>
              <a:rPr lang="es-A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(lenguaje </a:t>
            </a:r>
            <a:r>
              <a:rPr lang="es-AR" sz="1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PRIMOS): </a:t>
            </a:r>
            <a:r>
              <a:rPr lang="es-A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¿N es un número primo?, tuvo una evolución muy interesante:</a:t>
            </a:r>
          </a:p>
          <a:p>
            <a:pPr algn="just"/>
            <a:endParaRPr lang="es-AR" sz="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A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-  En </a:t>
            </a:r>
            <a:r>
              <a:rPr lang="es-A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1975 se probó su pertenencia a la clase NP.</a:t>
            </a:r>
          </a:p>
          <a:p>
            <a:pPr algn="just"/>
            <a:r>
              <a:rPr lang="es-A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-  E</a:t>
            </a:r>
            <a:r>
              <a:rPr lang="es-A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ntre 1977 y 1992 se encontraron algoritmos probabilísticos eficientes para resolverlo.</a:t>
            </a:r>
          </a:p>
          <a:p>
            <a:pPr algn="just"/>
            <a:r>
              <a:rPr lang="es-AR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-  F</a:t>
            </a:r>
            <a:r>
              <a:rPr lang="es-A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inalmente, en 2002 se demostró que pertenece a la clase P (</a:t>
            </a:r>
            <a:r>
              <a:rPr lang="es-AR" sz="16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Agrawal</a:t>
            </a:r>
            <a:r>
              <a:rPr lang="es-A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s-AR" sz="16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Kayal</a:t>
            </a:r>
            <a:r>
              <a:rPr lang="es-A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</a:t>
            </a:r>
            <a:r>
              <a:rPr lang="es-AR" sz="16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Saxena</a:t>
            </a:r>
            <a:r>
              <a:rPr lang="es-A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2002).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D2EF265-E126-7212-855F-48B01A47CA37}"/>
              </a:ext>
            </a:extLst>
          </p:cNvPr>
          <p:cNvSpPr txBox="1"/>
          <p:nvPr/>
        </p:nvSpPr>
        <p:spPr>
          <a:xfrm>
            <a:off x="8438103" y="2620341"/>
            <a:ext cx="86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cs typeface="Arial" panose="020B0604020202020204" pitchFamily="34" charset="0"/>
              </a:rPr>
              <a:t>CH</a:t>
            </a:r>
            <a:r>
              <a:rPr lang="es-AR" sz="1400" b="1" baseline="30000" dirty="0">
                <a:solidFill>
                  <a:srgbClr val="C00000"/>
                </a:solidFill>
                <a:cs typeface="Arial" panose="020B0604020202020204" pitchFamily="34" charset="0"/>
              </a:rPr>
              <a:t>C</a:t>
            </a:r>
            <a:endParaRPr lang="es-AR" sz="1400" dirty="0">
              <a:solidFill>
                <a:srgbClr val="C0000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B23BA4E-9EDB-E85C-8C80-B2C5948A2A4A}"/>
              </a:ext>
            </a:extLst>
          </p:cNvPr>
          <p:cNvSpPr txBox="1"/>
          <p:nvPr/>
        </p:nvSpPr>
        <p:spPr>
          <a:xfrm>
            <a:off x="9917150" y="2624953"/>
            <a:ext cx="86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cs typeface="Arial" panose="020B0604020202020204" pitchFamily="34" charset="0"/>
              </a:rPr>
              <a:t>CV</a:t>
            </a:r>
            <a:r>
              <a:rPr lang="es-AR" sz="1400" b="1" baseline="30000" dirty="0">
                <a:solidFill>
                  <a:srgbClr val="C00000"/>
                </a:solidFill>
                <a:cs typeface="Arial" panose="020B0604020202020204" pitchFamily="34" charset="0"/>
              </a:rPr>
              <a:t>C</a:t>
            </a:r>
            <a:endParaRPr lang="es-AR" sz="1400" dirty="0">
              <a:solidFill>
                <a:srgbClr val="C0000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4BA5E12-83FA-0EEC-D388-9A6CD4F47A2B}"/>
              </a:ext>
            </a:extLst>
          </p:cNvPr>
          <p:cNvSpPr txBox="1"/>
          <p:nvPr/>
        </p:nvSpPr>
        <p:spPr>
          <a:xfrm>
            <a:off x="8298395" y="2127059"/>
            <a:ext cx="86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cs typeface="Arial" panose="020B0604020202020204" pitchFamily="34" charset="0"/>
              </a:rPr>
              <a:t>3-SAT</a:t>
            </a:r>
            <a:r>
              <a:rPr lang="es-AR" sz="1400" b="1" baseline="30000" dirty="0">
                <a:solidFill>
                  <a:srgbClr val="C00000"/>
                </a:solidFill>
                <a:cs typeface="Arial" panose="020B0604020202020204" pitchFamily="34" charset="0"/>
              </a:rPr>
              <a:t>C</a:t>
            </a:r>
            <a:endParaRPr lang="es-AR" sz="1400" dirty="0">
              <a:solidFill>
                <a:srgbClr val="C0000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1E1C200-721A-118D-970F-197E85C15802}"/>
              </a:ext>
            </a:extLst>
          </p:cNvPr>
          <p:cNvSpPr txBox="1"/>
          <p:nvPr/>
        </p:nvSpPr>
        <p:spPr>
          <a:xfrm>
            <a:off x="9147258" y="1766413"/>
            <a:ext cx="86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cs typeface="Arial" panose="020B0604020202020204" pitchFamily="34" charset="0"/>
              </a:rPr>
              <a:t>CSAT</a:t>
            </a:r>
            <a:r>
              <a:rPr lang="es-AR" sz="1400" b="1" baseline="30000" dirty="0">
                <a:solidFill>
                  <a:srgbClr val="C00000"/>
                </a:solidFill>
                <a:cs typeface="Arial" panose="020B0604020202020204" pitchFamily="34" charset="0"/>
              </a:rPr>
              <a:t>C</a:t>
            </a:r>
            <a:endParaRPr lang="es-AR" sz="1400" dirty="0">
              <a:solidFill>
                <a:srgbClr val="C0000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196EFC5-491E-6249-71AD-F38AFF520D8B}"/>
              </a:ext>
            </a:extLst>
          </p:cNvPr>
          <p:cNvSpPr txBox="1"/>
          <p:nvPr/>
        </p:nvSpPr>
        <p:spPr>
          <a:xfrm>
            <a:off x="9732756" y="2073839"/>
            <a:ext cx="1037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cs typeface="Arial" panose="020B0604020202020204" pitchFamily="34" charset="0"/>
              </a:rPr>
              <a:t>CLIQUE</a:t>
            </a:r>
            <a:r>
              <a:rPr lang="es-AR" sz="1400" b="1" baseline="30000" dirty="0">
                <a:solidFill>
                  <a:srgbClr val="C00000"/>
                </a:solidFill>
                <a:cs typeface="Arial" panose="020B0604020202020204" pitchFamily="34" charset="0"/>
              </a:rPr>
              <a:t>C</a:t>
            </a:r>
            <a:endParaRPr lang="es-AR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769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B948F-D315-9F52-4CC7-22C805B1C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agrama de flujo: conector 9">
            <a:extLst>
              <a:ext uri="{FF2B5EF4-FFF2-40B4-BE49-F238E27FC236}">
                <a16:creationId xmlns:a16="http://schemas.microsoft.com/office/drawing/2014/main" id="{2DB990D6-F899-8EED-67E4-C75355C3E543}"/>
              </a:ext>
            </a:extLst>
          </p:cNvPr>
          <p:cNvSpPr/>
          <p:nvPr/>
        </p:nvSpPr>
        <p:spPr>
          <a:xfrm>
            <a:off x="1615415" y="767860"/>
            <a:ext cx="6139634" cy="2517036"/>
          </a:xfrm>
          <a:prstGeom prst="flowChartConnector">
            <a:avLst/>
          </a:prstGeom>
          <a:solidFill>
            <a:schemeClr val="bg1"/>
          </a:solidFill>
          <a:ln w="317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93C2E47F-8B19-8557-D61A-2A0D25ACD563}"/>
              </a:ext>
            </a:extLst>
          </p:cNvPr>
          <p:cNvSpPr/>
          <p:nvPr/>
        </p:nvSpPr>
        <p:spPr>
          <a:xfrm>
            <a:off x="4453183" y="673429"/>
            <a:ext cx="6087422" cy="2548551"/>
          </a:xfrm>
          <a:prstGeom prst="flowChartConnector">
            <a:avLst/>
          </a:prstGeom>
          <a:noFill/>
          <a:ln w="317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6E6B24B6-80C7-0E21-E6BE-C2A56A5C462F}"/>
              </a:ext>
            </a:extLst>
          </p:cNvPr>
          <p:cNvSpPr/>
          <p:nvPr/>
        </p:nvSpPr>
        <p:spPr>
          <a:xfrm>
            <a:off x="5289032" y="1375338"/>
            <a:ext cx="1629344" cy="1251708"/>
          </a:xfrm>
          <a:prstGeom prst="flowChartConnecto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4D61A89-958C-F47F-70ED-BA534E1BE094}"/>
              </a:ext>
            </a:extLst>
          </p:cNvPr>
          <p:cNvSpPr/>
          <p:nvPr/>
        </p:nvSpPr>
        <p:spPr>
          <a:xfrm>
            <a:off x="9436774" y="3167432"/>
            <a:ext cx="2550570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Asumiendo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NP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≠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CO-NP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sz="14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Asumiendo P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≠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NP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⋂ CO-NP</a:t>
            </a:r>
          </a:p>
          <a:p>
            <a:endParaRPr lang="es-AR" sz="3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DC23C161-980A-2759-FC6B-E17AC01B6DEA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Diagrama de flujo: conector 1">
            <a:extLst>
              <a:ext uri="{FF2B5EF4-FFF2-40B4-BE49-F238E27FC236}">
                <a16:creationId xmlns:a16="http://schemas.microsoft.com/office/drawing/2014/main" id="{21B06E27-63F8-53FF-07AB-59D6EF1B069B}"/>
              </a:ext>
            </a:extLst>
          </p:cNvPr>
          <p:cNvSpPr/>
          <p:nvPr/>
        </p:nvSpPr>
        <p:spPr>
          <a:xfrm>
            <a:off x="1688089" y="1278665"/>
            <a:ext cx="2222454" cy="1435990"/>
          </a:xfrm>
          <a:prstGeom prst="flowChartConnecto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Diagrama de flujo: conector 33">
            <a:extLst>
              <a:ext uri="{FF2B5EF4-FFF2-40B4-BE49-F238E27FC236}">
                <a16:creationId xmlns:a16="http://schemas.microsoft.com/office/drawing/2014/main" id="{04850DA6-AB70-821B-5AF3-5ABB996E34D1}"/>
              </a:ext>
            </a:extLst>
          </p:cNvPr>
          <p:cNvSpPr/>
          <p:nvPr/>
        </p:nvSpPr>
        <p:spPr>
          <a:xfrm>
            <a:off x="8308642" y="1214677"/>
            <a:ext cx="2162755" cy="1435990"/>
          </a:xfrm>
          <a:prstGeom prst="flowChartConnecto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B86791D3-E48E-44E9-B20A-17909CD590A8}"/>
              </a:ext>
            </a:extLst>
          </p:cNvPr>
          <p:cNvSpPr/>
          <p:nvPr/>
        </p:nvSpPr>
        <p:spPr>
          <a:xfrm>
            <a:off x="2343105" y="1751854"/>
            <a:ext cx="728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NPC</a:t>
            </a:r>
            <a:endParaRPr lang="es-MX" sz="2000" b="1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EF13BDAA-FE63-496D-3B56-00726CDAA3FC}"/>
              </a:ext>
            </a:extLst>
          </p:cNvPr>
          <p:cNvSpPr/>
          <p:nvPr/>
        </p:nvSpPr>
        <p:spPr>
          <a:xfrm>
            <a:off x="8906634" y="1717021"/>
            <a:ext cx="11977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CO-NPC</a:t>
            </a:r>
            <a:endParaRPr lang="es-MX" sz="2000" b="1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52040799-9162-2003-14BB-1D5A23602AE5}"/>
              </a:ext>
            </a:extLst>
          </p:cNvPr>
          <p:cNvSpPr/>
          <p:nvPr/>
        </p:nvSpPr>
        <p:spPr>
          <a:xfrm>
            <a:off x="3899929" y="830830"/>
            <a:ext cx="71846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3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3000" b="1" dirty="0">
              <a:solidFill>
                <a:srgbClr val="7030A0"/>
              </a:solidFill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AF5B46A8-EF97-C513-EB50-CA2646C4A82E}"/>
              </a:ext>
            </a:extLst>
          </p:cNvPr>
          <p:cNvSpPr/>
          <p:nvPr/>
        </p:nvSpPr>
        <p:spPr>
          <a:xfrm>
            <a:off x="7270393" y="757424"/>
            <a:ext cx="142378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3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CO-NP</a:t>
            </a:r>
            <a:endParaRPr lang="es-MX" sz="3000" b="1" dirty="0">
              <a:solidFill>
                <a:srgbClr val="7030A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D1C2E1F-4BAC-4199-1D71-E71979FED64C}"/>
              </a:ext>
            </a:extLst>
          </p:cNvPr>
          <p:cNvSpPr/>
          <p:nvPr/>
        </p:nvSpPr>
        <p:spPr>
          <a:xfrm>
            <a:off x="4211927" y="1754216"/>
            <a:ext cx="6126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NPI</a:t>
            </a:r>
            <a:endParaRPr lang="es-MX" sz="2000" b="1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E85CAF6-20B7-982A-0B0B-7DDFD51736E6}"/>
              </a:ext>
            </a:extLst>
          </p:cNvPr>
          <p:cNvSpPr/>
          <p:nvPr/>
        </p:nvSpPr>
        <p:spPr>
          <a:xfrm>
            <a:off x="7042609" y="1732617"/>
            <a:ext cx="10823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CO-NPI</a:t>
            </a:r>
            <a:endParaRPr lang="es-MX" sz="2000" b="1" dirty="0"/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00C84626-4266-B704-8CC2-D964412421EF}"/>
              </a:ext>
            </a:extLst>
          </p:cNvPr>
          <p:cNvSpPr/>
          <p:nvPr/>
        </p:nvSpPr>
        <p:spPr>
          <a:xfrm>
            <a:off x="899733" y="271805"/>
            <a:ext cx="10392533" cy="3251200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9141120-D37B-8006-8143-59DD3F909C78}"/>
              </a:ext>
            </a:extLst>
          </p:cNvPr>
          <p:cNvSpPr/>
          <p:nvPr/>
        </p:nvSpPr>
        <p:spPr>
          <a:xfrm>
            <a:off x="5485595" y="276832"/>
            <a:ext cx="95410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3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endParaRPr lang="es-MX" sz="3000" b="1" dirty="0">
              <a:solidFill>
                <a:srgbClr val="7030A0"/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32CA38A4-2FF0-1C84-528F-4CDF7F139AE1}"/>
              </a:ext>
            </a:extLst>
          </p:cNvPr>
          <p:cNvSpPr txBox="1"/>
          <p:nvPr/>
        </p:nvSpPr>
        <p:spPr>
          <a:xfrm>
            <a:off x="234806" y="4062427"/>
            <a:ext cx="461549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Regiones con grado de dificultad creciente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1. La clase P</a:t>
            </a:r>
          </a:p>
          <a:p>
            <a:pPr lvl="0" algn="just"/>
            <a:endParaRPr lang="es-AR" sz="6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/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 La clase 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(NP </a:t>
            </a:r>
            <a:r>
              <a:rPr lang="es-ES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⋂ 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CO-NP) – P</a:t>
            </a:r>
          </a:p>
          <a:p>
            <a:pPr lvl="0" algn="just"/>
            <a:endParaRPr lang="es-AR" sz="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/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3. La clase NPI – 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(NP </a:t>
            </a:r>
            <a:r>
              <a:rPr lang="es-ES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⋂ 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CO-NP)</a:t>
            </a:r>
          </a:p>
          <a:p>
            <a:pPr lvl="0" algn="just"/>
            <a:endParaRPr lang="es-AR" sz="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/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 La clase NPC</a:t>
            </a:r>
          </a:p>
          <a:p>
            <a:pPr lvl="0" algn="just"/>
            <a:endParaRPr lang="es-AR" sz="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/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5. La clase CO-NPI – 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(NP </a:t>
            </a:r>
            <a:r>
              <a:rPr lang="es-ES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⋂ 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CO-NP)</a:t>
            </a:r>
          </a:p>
          <a:p>
            <a:pPr lvl="0" algn="just"/>
            <a:endParaRPr lang="es-AR" sz="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/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6. La clase CO-NPC</a:t>
            </a:r>
            <a:endParaRPr lang="es-AR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B405C43-FFBB-D655-616D-1DB916FE0A76}"/>
              </a:ext>
            </a:extLst>
          </p:cNvPr>
          <p:cNvSpPr/>
          <p:nvPr/>
        </p:nvSpPr>
        <p:spPr>
          <a:xfrm>
            <a:off x="5937145" y="1741710"/>
            <a:ext cx="3561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2000" b="1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CD19400-CC75-59EE-8902-695E7D6FA48D}"/>
              </a:ext>
            </a:extLst>
          </p:cNvPr>
          <p:cNvSpPr txBox="1"/>
          <p:nvPr/>
        </p:nvSpPr>
        <p:spPr>
          <a:xfrm>
            <a:off x="4883014" y="2960915"/>
            <a:ext cx="8351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</a:t>
            </a:r>
            <a:endParaRPr lang="es-AR" sz="1400" b="1" dirty="0">
              <a:solidFill>
                <a:srgbClr val="C0000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D2D8096-CEC0-61D0-57A3-95BC824A0133}"/>
              </a:ext>
            </a:extLst>
          </p:cNvPr>
          <p:cNvSpPr txBox="1"/>
          <p:nvPr/>
        </p:nvSpPr>
        <p:spPr>
          <a:xfrm>
            <a:off x="7017327" y="2937065"/>
            <a:ext cx="86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</a:t>
            </a:r>
            <a:r>
              <a:rPr lang="es-AR" sz="1400" b="1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400" dirty="0">
              <a:solidFill>
                <a:srgbClr val="C0000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872F67E-2202-46B9-39A5-A5E382F92C9E}"/>
              </a:ext>
            </a:extLst>
          </p:cNvPr>
          <p:cNvSpPr txBox="1"/>
          <p:nvPr/>
        </p:nvSpPr>
        <p:spPr>
          <a:xfrm>
            <a:off x="8590898" y="2157187"/>
            <a:ext cx="86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</a:t>
            </a:r>
            <a:r>
              <a:rPr lang="es-AR" sz="1400" b="1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400" dirty="0">
              <a:solidFill>
                <a:srgbClr val="C0000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4BA3EC5-C16A-09CC-4C18-FDC4B9A19C21}"/>
              </a:ext>
            </a:extLst>
          </p:cNvPr>
          <p:cNvSpPr txBox="1"/>
          <p:nvPr/>
        </p:nvSpPr>
        <p:spPr>
          <a:xfrm>
            <a:off x="3092652" y="2177468"/>
            <a:ext cx="86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</a:t>
            </a:r>
            <a:endParaRPr lang="es-AR" sz="1400" dirty="0">
              <a:solidFill>
                <a:srgbClr val="C0000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74B7C99-7918-5364-3525-A01FAD835A19}"/>
              </a:ext>
            </a:extLst>
          </p:cNvPr>
          <p:cNvSpPr txBox="1"/>
          <p:nvPr/>
        </p:nvSpPr>
        <p:spPr>
          <a:xfrm>
            <a:off x="5188831" y="1158564"/>
            <a:ext cx="86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</a:t>
            </a:r>
            <a:endParaRPr lang="es-AR" sz="1400" dirty="0">
              <a:solidFill>
                <a:srgbClr val="C0000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6D9E372-C107-1182-A538-31D13D0BE7A4}"/>
              </a:ext>
            </a:extLst>
          </p:cNvPr>
          <p:cNvSpPr txBox="1"/>
          <p:nvPr/>
        </p:nvSpPr>
        <p:spPr>
          <a:xfrm>
            <a:off x="6229612" y="1152586"/>
            <a:ext cx="86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</a:t>
            </a:r>
            <a:r>
              <a:rPr lang="es-AR" sz="1400" b="1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sz="1400" dirty="0">
              <a:solidFill>
                <a:srgbClr val="C0000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B1EF79D-07A0-3190-72B9-338F9C6EC1A4}"/>
              </a:ext>
            </a:extLst>
          </p:cNvPr>
          <p:cNvSpPr txBox="1"/>
          <p:nvPr/>
        </p:nvSpPr>
        <p:spPr>
          <a:xfrm>
            <a:off x="4758624" y="4472255"/>
            <a:ext cx="7100036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ISO e ISO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 estarían en (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NP </a:t>
            </a:r>
            <a:r>
              <a:rPr lang="es-ES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⋂ 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CO-NP) – P, pero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FACT y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FACT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sí.</a:t>
            </a:r>
          </a:p>
          <a:p>
            <a:pPr algn="just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   En este sentido,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FACT sería más fácil que ISO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6000" algn="just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Esto se justificaría por el hecho de que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ISO puede tener cero o varias soluciones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, mientras que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FACT siempre tiene una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(por el Teorema Fundamental de la Aritmética).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Así como SAT está entre los lenguajes más difíciles de NP,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SAT</a:t>
            </a:r>
            <a:r>
              <a:rPr lang="es-AR" sz="16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está entre los lenguajes más difíciles de CO-NP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BD54932-C10E-8204-2782-AED13B77454A}"/>
              </a:ext>
            </a:extLst>
          </p:cNvPr>
          <p:cNvSpPr txBox="1"/>
          <p:nvPr/>
        </p:nvSpPr>
        <p:spPr>
          <a:xfrm>
            <a:off x="5962649" y="2204259"/>
            <a:ext cx="282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AR" sz="2400" b="1" dirty="0">
              <a:solidFill>
                <a:srgbClr val="FF000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7A3C1A1-1C12-7B12-9223-E78D0A66F39D}"/>
              </a:ext>
            </a:extLst>
          </p:cNvPr>
          <p:cNvSpPr txBox="1"/>
          <p:nvPr/>
        </p:nvSpPr>
        <p:spPr>
          <a:xfrm>
            <a:off x="5989447" y="2679788"/>
            <a:ext cx="282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AR" sz="2400" b="1" dirty="0">
              <a:solidFill>
                <a:srgbClr val="FF00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9334748-04FF-AA98-DFAE-BF347B7E6119}"/>
              </a:ext>
            </a:extLst>
          </p:cNvPr>
          <p:cNvSpPr txBox="1"/>
          <p:nvPr/>
        </p:nvSpPr>
        <p:spPr>
          <a:xfrm>
            <a:off x="3539456" y="2799545"/>
            <a:ext cx="282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endParaRPr lang="es-AR" sz="2400" b="1" dirty="0">
              <a:solidFill>
                <a:srgbClr val="FF000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A0FD118-47FF-62B0-BB2D-D9AD6902967D}"/>
              </a:ext>
            </a:extLst>
          </p:cNvPr>
          <p:cNvSpPr txBox="1"/>
          <p:nvPr/>
        </p:nvSpPr>
        <p:spPr>
          <a:xfrm>
            <a:off x="2517207" y="2311076"/>
            <a:ext cx="282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endParaRPr lang="es-AR" sz="2400" b="1" dirty="0">
              <a:solidFill>
                <a:srgbClr val="FF000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4C23DF9-A8F3-6A65-1503-94A10A0C1602}"/>
              </a:ext>
            </a:extLst>
          </p:cNvPr>
          <p:cNvSpPr txBox="1"/>
          <p:nvPr/>
        </p:nvSpPr>
        <p:spPr>
          <a:xfrm>
            <a:off x="8109829" y="2737374"/>
            <a:ext cx="282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5</a:t>
            </a:r>
            <a:endParaRPr lang="es-AR" sz="2400" b="1" dirty="0">
              <a:solidFill>
                <a:srgbClr val="FF000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D8F5CF0-DECC-9A7B-EB08-3F1E1852F859}"/>
              </a:ext>
            </a:extLst>
          </p:cNvPr>
          <p:cNvSpPr txBox="1"/>
          <p:nvPr/>
        </p:nvSpPr>
        <p:spPr>
          <a:xfrm>
            <a:off x="9291313" y="2231142"/>
            <a:ext cx="282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</a:t>
            </a:r>
            <a:endParaRPr lang="es-A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67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5B3DA613-DB81-4EF8-A4E6-961AB4ECC18D}"/>
              </a:ext>
            </a:extLst>
          </p:cNvPr>
          <p:cNvSpPr txBox="1">
            <a:spLocks/>
          </p:cNvSpPr>
          <p:nvPr/>
        </p:nvSpPr>
        <p:spPr>
          <a:xfrm>
            <a:off x="2846838" y="2510734"/>
            <a:ext cx="6530427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2480000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E26D3C7-8480-4FDD-8604-7506AB8FAB91}"/>
              </a:ext>
            </a:extLst>
          </p:cNvPr>
          <p:cNvSpPr/>
          <p:nvPr/>
        </p:nvSpPr>
        <p:spPr>
          <a:xfrm>
            <a:off x="322555" y="171394"/>
            <a:ext cx="11596729" cy="176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problema del viajante de comercio</a:t>
            </a:r>
          </a:p>
          <a:p>
            <a:pPr>
              <a:spcAft>
                <a:spcPts val="0"/>
              </a:spcAft>
            </a:pPr>
            <a:endParaRPr lang="es-AR" sz="1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s-AR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TSP = {(G, K) | G es un grafo completo ponderado (arcos con números) y tiene un Circuito de Hamilton que mide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≤ K}</a:t>
            </a:r>
          </a:p>
          <a:p>
            <a:pPr algn="just">
              <a:spcAft>
                <a:spcPts val="0"/>
              </a:spcAft>
            </a:pPr>
            <a:endParaRPr lang="es-A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TSP (por </a:t>
            </a:r>
            <a:r>
              <a:rPr lang="es-AR" sz="1600" i="1" dirty="0">
                <a:latin typeface="Arial" panose="020B0604020202020204" pitchFamily="34" charset="0"/>
                <a:cs typeface="Arial" panose="020B0604020202020204" pitchFamily="34" charset="0"/>
              </a:rPr>
              <a:t>Travelling </a:t>
            </a:r>
            <a:r>
              <a:rPr lang="es-AR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Salesman</a:t>
            </a:r>
            <a:r>
              <a:rPr lang="es-AR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) representa el problema del viajante </a:t>
            </a:r>
          </a:p>
          <a:p>
            <a:pPr algn="just">
              <a:spcAft>
                <a:spcPts val="0"/>
              </a:spcAft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de comercio: un vendedor debe recorrer varias ciudades y volver a la inicial, </a:t>
            </a:r>
          </a:p>
          <a:p>
            <a:pPr algn="just">
              <a:spcAft>
                <a:spcPts val="0"/>
              </a:spcAft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de modo tal que en su recorrido no haga más que una distancia de K kilómetros.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7F83A93-2964-4CE7-A03F-30666AAE5E8C}"/>
              </a:ext>
            </a:extLst>
          </p:cNvPr>
          <p:cNvSpPr/>
          <p:nvPr/>
        </p:nvSpPr>
        <p:spPr>
          <a:xfrm>
            <a:off x="345276" y="2530862"/>
            <a:ext cx="8765885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AR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Existe una reducción polinomial de CH a TSP</a:t>
            </a:r>
          </a:p>
          <a:p>
            <a:pPr>
              <a:spcAft>
                <a:spcPts val="0"/>
              </a:spcAft>
            </a:pPr>
            <a:endParaRPr lang="es-AR" sz="300" b="1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CH = {G | G es un grafo de m vértices y tiene un Circuito de Hamilton}</a:t>
            </a:r>
            <a:endParaRPr lang="es-AR" sz="1600" b="1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iagrama de flujo: conector 11">
            <a:extLst>
              <a:ext uri="{FF2B5EF4-FFF2-40B4-BE49-F238E27FC236}">
                <a16:creationId xmlns:a16="http://schemas.microsoft.com/office/drawing/2014/main" id="{CBFE4257-A3ED-4451-AF83-A3CD94D2C451}"/>
              </a:ext>
            </a:extLst>
          </p:cNvPr>
          <p:cNvSpPr/>
          <p:nvPr/>
        </p:nvSpPr>
        <p:spPr>
          <a:xfrm>
            <a:off x="8890329" y="2196613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E25EDEE9-A80B-4EB6-A190-BD265477803A}"/>
              </a:ext>
            </a:extLst>
          </p:cNvPr>
          <p:cNvSpPr/>
          <p:nvPr/>
        </p:nvSpPr>
        <p:spPr>
          <a:xfrm>
            <a:off x="8060150" y="1222985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9E19969B-B446-43AD-B26F-57495EA22566}"/>
              </a:ext>
            </a:extLst>
          </p:cNvPr>
          <p:cNvSpPr/>
          <p:nvPr/>
        </p:nvSpPr>
        <p:spPr>
          <a:xfrm>
            <a:off x="10387208" y="2425213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0D859DB2-0ED4-45D6-8290-7F21F6DC3DE6}"/>
              </a:ext>
            </a:extLst>
          </p:cNvPr>
          <p:cNvSpPr/>
          <p:nvPr/>
        </p:nvSpPr>
        <p:spPr>
          <a:xfrm>
            <a:off x="9752186" y="1179195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8D35FD36-6116-444C-8ADA-BB6A2CE2DDBE}"/>
              </a:ext>
            </a:extLst>
          </p:cNvPr>
          <p:cNvSpPr/>
          <p:nvPr/>
        </p:nvSpPr>
        <p:spPr>
          <a:xfrm>
            <a:off x="11389180" y="1613270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AEDC7ABD-2FDB-477F-B0AC-A3E6AE2BDFDB}"/>
              </a:ext>
            </a:extLst>
          </p:cNvPr>
          <p:cNvCxnSpPr>
            <a:cxnSpLocks/>
            <a:stCxn id="13" idx="6"/>
            <a:endCxn id="15" idx="2"/>
          </p:cNvCxnSpPr>
          <p:nvPr/>
        </p:nvCxnSpPr>
        <p:spPr>
          <a:xfrm flipV="1">
            <a:off x="8517350" y="1407795"/>
            <a:ext cx="1234836" cy="437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923DB12-C641-4475-AA32-AFB1ED99DE6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9347529" y="2429224"/>
            <a:ext cx="1106634" cy="6294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3ABD5575-0950-414E-9DB0-CBCD1F7BF08F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9238781" y="1569440"/>
            <a:ext cx="580360" cy="6376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69D29A78-E07F-4F09-8818-3BC7371952FF}"/>
              </a:ext>
            </a:extLst>
          </p:cNvPr>
          <p:cNvCxnSpPr>
            <a:cxnSpLocks/>
            <a:stCxn id="13" idx="6"/>
            <a:endCxn id="12" idx="1"/>
          </p:cNvCxnSpPr>
          <p:nvPr/>
        </p:nvCxnSpPr>
        <p:spPr>
          <a:xfrm>
            <a:off x="8517350" y="1451585"/>
            <a:ext cx="439934" cy="81198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356998C7-873B-4531-98BA-3A2229937EE5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0078218" y="1633744"/>
            <a:ext cx="375945" cy="85842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63904AA-0D3E-4328-B58B-44F261A4F46C}"/>
              </a:ext>
            </a:extLst>
          </p:cNvPr>
          <p:cNvSpPr/>
          <p:nvPr/>
        </p:nvSpPr>
        <p:spPr>
          <a:xfrm>
            <a:off x="9805597" y="1237514"/>
            <a:ext cx="3513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024DF480-234C-4EAB-A2D1-441233C97313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0190959" y="1400934"/>
            <a:ext cx="1198221" cy="44093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9EA87D4-98E2-4B4C-8777-0832D5CA609A}"/>
              </a:ext>
            </a:extLst>
          </p:cNvPr>
          <p:cNvSpPr/>
          <p:nvPr/>
        </p:nvSpPr>
        <p:spPr>
          <a:xfrm>
            <a:off x="8131908" y="1252070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B1E434F-BA45-4C1A-8692-C608DFAFB882}"/>
              </a:ext>
            </a:extLst>
          </p:cNvPr>
          <p:cNvSpPr/>
          <p:nvPr/>
        </p:nvSpPr>
        <p:spPr>
          <a:xfrm>
            <a:off x="11448503" y="1681465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D9C103-7AF5-46DE-979C-CD22B4E90001}"/>
              </a:ext>
            </a:extLst>
          </p:cNvPr>
          <p:cNvSpPr/>
          <p:nvPr/>
        </p:nvSpPr>
        <p:spPr>
          <a:xfrm>
            <a:off x="10473596" y="2492168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42E629B-F21F-41D0-827C-F046D6FCB494}"/>
              </a:ext>
            </a:extLst>
          </p:cNvPr>
          <p:cNvSpPr/>
          <p:nvPr/>
        </p:nvSpPr>
        <p:spPr>
          <a:xfrm>
            <a:off x="8948981" y="228177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812B1F7-FB24-437B-8C50-8EADFF5CFFA3}"/>
              </a:ext>
            </a:extLst>
          </p:cNvPr>
          <p:cNvCxnSpPr>
            <a:cxnSpLocks/>
            <a:stCxn id="13" idx="6"/>
            <a:endCxn id="14" idx="1"/>
          </p:cNvCxnSpPr>
          <p:nvPr/>
        </p:nvCxnSpPr>
        <p:spPr>
          <a:xfrm>
            <a:off x="8517350" y="1451585"/>
            <a:ext cx="1936813" cy="10405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75CE5B1B-AC16-4800-AC65-CEA2C35B7173}"/>
              </a:ext>
            </a:extLst>
          </p:cNvPr>
          <p:cNvCxnSpPr>
            <a:cxnSpLocks/>
            <a:stCxn id="13" idx="6"/>
            <a:endCxn id="16" idx="2"/>
          </p:cNvCxnSpPr>
          <p:nvPr/>
        </p:nvCxnSpPr>
        <p:spPr>
          <a:xfrm>
            <a:off x="8517350" y="1451585"/>
            <a:ext cx="2871830" cy="39028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0A05E9A4-30C6-46FE-BAD7-AD65824B1D86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9314752" y="1841870"/>
            <a:ext cx="2074428" cy="4678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25060FC7-C0C0-42D5-9A46-1E078B87E0D4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10758323" y="1841870"/>
            <a:ext cx="630857" cy="6378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2">
            <a:extLst>
              <a:ext uri="{FF2B5EF4-FFF2-40B4-BE49-F238E27FC236}">
                <a16:creationId xmlns:a16="http://schemas.microsoft.com/office/drawing/2014/main" id="{348AC47E-42FB-4305-B748-1FDECFE7AF63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088228F-4195-410B-80EA-11484CE6544D}"/>
              </a:ext>
            </a:extLst>
          </p:cNvPr>
          <p:cNvSpPr txBox="1"/>
          <p:nvPr/>
        </p:nvSpPr>
        <p:spPr>
          <a:xfrm>
            <a:off x="8374508" y="1818475"/>
            <a:ext cx="4727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100</a:t>
            </a:r>
            <a:endParaRPr lang="es-AR" sz="12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4C224A9-BD51-4BAE-A7A5-DB7EB09694DC}"/>
              </a:ext>
            </a:extLst>
          </p:cNvPr>
          <p:cNvSpPr txBox="1"/>
          <p:nvPr/>
        </p:nvSpPr>
        <p:spPr>
          <a:xfrm>
            <a:off x="9621018" y="2433140"/>
            <a:ext cx="4727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150</a:t>
            </a:r>
            <a:endParaRPr lang="es-AR" sz="12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946A0BB-ABEF-4724-A17F-44DE42237F04}"/>
              </a:ext>
            </a:extLst>
          </p:cNvPr>
          <p:cNvSpPr txBox="1"/>
          <p:nvPr/>
        </p:nvSpPr>
        <p:spPr>
          <a:xfrm>
            <a:off x="9916606" y="1827173"/>
            <a:ext cx="4727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30</a:t>
            </a:r>
            <a:endParaRPr lang="es-AR" sz="12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B5B3939-79D1-45C2-B7AD-C733F835543C}"/>
              </a:ext>
            </a:extLst>
          </p:cNvPr>
          <p:cNvSpPr txBox="1"/>
          <p:nvPr/>
        </p:nvSpPr>
        <p:spPr>
          <a:xfrm>
            <a:off x="9111161" y="1506210"/>
            <a:ext cx="4727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50</a:t>
            </a:r>
            <a:endParaRPr lang="es-AR" sz="12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FF6B326-F374-439F-8BE5-1C941EC7B707}"/>
              </a:ext>
            </a:extLst>
          </p:cNvPr>
          <p:cNvSpPr txBox="1"/>
          <p:nvPr/>
        </p:nvSpPr>
        <p:spPr>
          <a:xfrm>
            <a:off x="10571324" y="1360782"/>
            <a:ext cx="4727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70</a:t>
            </a:r>
            <a:endParaRPr lang="es-AR" sz="1200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6D7AC42-57FD-4248-9DB7-11585F4F98A9}"/>
              </a:ext>
            </a:extLst>
          </p:cNvPr>
          <p:cNvSpPr/>
          <p:nvPr/>
        </p:nvSpPr>
        <p:spPr>
          <a:xfrm>
            <a:off x="8120233" y="2703688"/>
            <a:ext cx="23987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400" i="1" dirty="0">
                <a:latin typeface="Arial" panose="020B0604020202020204" pitchFamily="34" charset="0"/>
                <a:cs typeface="Arial" panose="020B0604020202020204" pitchFamily="34" charset="0"/>
              </a:rPr>
              <a:t>P.ej., (G, 500) está en TSP</a:t>
            </a:r>
            <a:endParaRPr lang="es-MX" sz="1400" dirty="0"/>
          </a:p>
        </p:txBody>
      </p:sp>
      <p:sp>
        <p:nvSpPr>
          <p:cNvPr id="40" name="Diagrama de flujo: conector 39">
            <a:extLst>
              <a:ext uri="{FF2B5EF4-FFF2-40B4-BE49-F238E27FC236}">
                <a16:creationId xmlns:a16="http://schemas.microsoft.com/office/drawing/2014/main" id="{3F72D4E2-446E-4292-B8FE-774FB88B3146}"/>
              </a:ext>
            </a:extLst>
          </p:cNvPr>
          <p:cNvSpPr/>
          <p:nvPr/>
        </p:nvSpPr>
        <p:spPr>
          <a:xfrm>
            <a:off x="986571" y="5873043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1" name="Diagrama de flujo: conector 40">
            <a:extLst>
              <a:ext uri="{FF2B5EF4-FFF2-40B4-BE49-F238E27FC236}">
                <a16:creationId xmlns:a16="http://schemas.microsoft.com/office/drawing/2014/main" id="{5485B983-7AB2-436B-95FF-2673810D322A}"/>
              </a:ext>
            </a:extLst>
          </p:cNvPr>
          <p:cNvSpPr/>
          <p:nvPr/>
        </p:nvSpPr>
        <p:spPr>
          <a:xfrm>
            <a:off x="322555" y="5298521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42" name="Diagrama de flujo: conector 41">
            <a:extLst>
              <a:ext uri="{FF2B5EF4-FFF2-40B4-BE49-F238E27FC236}">
                <a16:creationId xmlns:a16="http://schemas.microsoft.com/office/drawing/2014/main" id="{C3911650-0C5D-4F46-897A-C836DB238E53}"/>
              </a:ext>
            </a:extLst>
          </p:cNvPr>
          <p:cNvSpPr/>
          <p:nvPr/>
        </p:nvSpPr>
        <p:spPr>
          <a:xfrm>
            <a:off x="1965730" y="6158919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Diagrama de flujo: conector 42">
            <a:extLst>
              <a:ext uri="{FF2B5EF4-FFF2-40B4-BE49-F238E27FC236}">
                <a16:creationId xmlns:a16="http://schemas.microsoft.com/office/drawing/2014/main" id="{1E780C1B-875D-465B-A03B-EFDAA59C9A20}"/>
              </a:ext>
            </a:extLst>
          </p:cNvPr>
          <p:cNvSpPr/>
          <p:nvPr/>
        </p:nvSpPr>
        <p:spPr>
          <a:xfrm>
            <a:off x="1329643" y="5127305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4" name="Diagrama de flujo: conector 43">
            <a:extLst>
              <a:ext uri="{FF2B5EF4-FFF2-40B4-BE49-F238E27FC236}">
                <a16:creationId xmlns:a16="http://schemas.microsoft.com/office/drawing/2014/main" id="{F099881E-2C7B-4629-A7E6-B7B5E152CCF5}"/>
              </a:ext>
            </a:extLst>
          </p:cNvPr>
          <p:cNvSpPr/>
          <p:nvPr/>
        </p:nvSpPr>
        <p:spPr>
          <a:xfrm>
            <a:off x="2299995" y="554410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C6D28B6F-DAC6-4EB6-AF33-9F361B409BB4}"/>
              </a:ext>
            </a:extLst>
          </p:cNvPr>
          <p:cNvCxnSpPr>
            <a:cxnSpLocks/>
          </p:cNvCxnSpPr>
          <p:nvPr/>
        </p:nvCxnSpPr>
        <p:spPr>
          <a:xfrm>
            <a:off x="1421961" y="6189616"/>
            <a:ext cx="546145" cy="172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851905FB-0D52-4395-B633-639B204DF7EA}"/>
              </a:ext>
            </a:extLst>
          </p:cNvPr>
          <p:cNvCxnSpPr>
            <a:cxnSpLocks/>
            <a:stCxn id="41" idx="6"/>
            <a:endCxn id="40" idx="1"/>
          </p:cNvCxnSpPr>
          <p:nvPr/>
        </p:nvCxnSpPr>
        <p:spPr>
          <a:xfrm>
            <a:off x="779755" y="5527121"/>
            <a:ext cx="273771" cy="4128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648FA540-E94C-4E57-93A9-5EB6DFDB04C7}"/>
              </a:ext>
            </a:extLst>
          </p:cNvPr>
          <p:cNvCxnSpPr>
            <a:cxnSpLocks/>
            <a:stCxn id="43" idx="5"/>
          </p:cNvCxnSpPr>
          <p:nvPr/>
        </p:nvCxnSpPr>
        <p:spPr>
          <a:xfrm>
            <a:off x="1719888" y="5517550"/>
            <a:ext cx="434492" cy="6596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ángulo 49">
            <a:extLst>
              <a:ext uri="{FF2B5EF4-FFF2-40B4-BE49-F238E27FC236}">
                <a16:creationId xmlns:a16="http://schemas.microsoft.com/office/drawing/2014/main" id="{23A95412-0459-44F3-A252-BE8561E36730}"/>
              </a:ext>
            </a:extLst>
          </p:cNvPr>
          <p:cNvSpPr/>
          <p:nvPr/>
        </p:nvSpPr>
        <p:spPr>
          <a:xfrm>
            <a:off x="1399467" y="5174776"/>
            <a:ext cx="3513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700BD2EB-8689-4E96-9503-9EC60412D756}"/>
              </a:ext>
            </a:extLst>
          </p:cNvPr>
          <p:cNvCxnSpPr>
            <a:cxnSpLocks/>
            <a:endCxn id="44" idx="2"/>
          </p:cNvCxnSpPr>
          <p:nvPr/>
        </p:nvCxnSpPr>
        <p:spPr>
          <a:xfrm>
            <a:off x="1797733" y="5355905"/>
            <a:ext cx="502262" cy="4168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CAE8E4A-478D-476C-80AE-76E9DC26E483}"/>
              </a:ext>
            </a:extLst>
          </p:cNvPr>
          <p:cNvSpPr/>
          <p:nvPr/>
        </p:nvSpPr>
        <p:spPr>
          <a:xfrm>
            <a:off x="394313" y="5327606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E2E0E56B-1112-419C-9A89-36A73C196FFF}"/>
              </a:ext>
            </a:extLst>
          </p:cNvPr>
          <p:cNvSpPr/>
          <p:nvPr/>
        </p:nvSpPr>
        <p:spPr>
          <a:xfrm>
            <a:off x="2351686" y="5588042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5D2BFCB4-8328-4381-B24A-35AB5B643AEE}"/>
              </a:ext>
            </a:extLst>
          </p:cNvPr>
          <p:cNvSpPr/>
          <p:nvPr/>
        </p:nvSpPr>
        <p:spPr>
          <a:xfrm>
            <a:off x="2052118" y="6225874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EE67CCCA-52E8-4DA6-913E-30A87226D798}"/>
              </a:ext>
            </a:extLst>
          </p:cNvPr>
          <p:cNvSpPr/>
          <p:nvPr/>
        </p:nvSpPr>
        <p:spPr>
          <a:xfrm>
            <a:off x="1060913" y="5923011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872959AA-DEA3-4424-9A6A-8B7B6275EAE3}"/>
              </a:ext>
            </a:extLst>
          </p:cNvPr>
          <p:cNvCxnSpPr>
            <a:cxnSpLocks/>
            <a:stCxn id="41" idx="6"/>
            <a:endCxn id="44" idx="2"/>
          </p:cNvCxnSpPr>
          <p:nvPr/>
        </p:nvCxnSpPr>
        <p:spPr>
          <a:xfrm>
            <a:off x="779755" y="5527121"/>
            <a:ext cx="1520240" cy="245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Diagrama de flujo: conector 70">
            <a:extLst>
              <a:ext uri="{FF2B5EF4-FFF2-40B4-BE49-F238E27FC236}">
                <a16:creationId xmlns:a16="http://schemas.microsoft.com/office/drawing/2014/main" id="{225D80F5-7131-4F25-A408-E57C604FDB6E}"/>
              </a:ext>
            </a:extLst>
          </p:cNvPr>
          <p:cNvSpPr/>
          <p:nvPr/>
        </p:nvSpPr>
        <p:spPr>
          <a:xfrm>
            <a:off x="4945003" y="5825572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Diagrama de flujo: conector 71">
            <a:extLst>
              <a:ext uri="{FF2B5EF4-FFF2-40B4-BE49-F238E27FC236}">
                <a16:creationId xmlns:a16="http://schemas.microsoft.com/office/drawing/2014/main" id="{61956476-5791-410B-A539-C3E8B39B71E1}"/>
              </a:ext>
            </a:extLst>
          </p:cNvPr>
          <p:cNvSpPr/>
          <p:nvPr/>
        </p:nvSpPr>
        <p:spPr>
          <a:xfrm>
            <a:off x="4280987" y="5251050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73" name="Diagrama de flujo: conector 72">
            <a:extLst>
              <a:ext uri="{FF2B5EF4-FFF2-40B4-BE49-F238E27FC236}">
                <a16:creationId xmlns:a16="http://schemas.microsoft.com/office/drawing/2014/main" id="{570F8D59-8BCA-40CC-812B-9104FA5E13E2}"/>
              </a:ext>
            </a:extLst>
          </p:cNvPr>
          <p:cNvSpPr/>
          <p:nvPr/>
        </p:nvSpPr>
        <p:spPr>
          <a:xfrm>
            <a:off x="5924162" y="6111448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Diagrama de flujo: conector 73">
            <a:extLst>
              <a:ext uri="{FF2B5EF4-FFF2-40B4-BE49-F238E27FC236}">
                <a16:creationId xmlns:a16="http://schemas.microsoft.com/office/drawing/2014/main" id="{44B8D54F-05D4-494D-B0BD-D12E67BADFC3}"/>
              </a:ext>
            </a:extLst>
          </p:cNvPr>
          <p:cNvSpPr/>
          <p:nvPr/>
        </p:nvSpPr>
        <p:spPr>
          <a:xfrm>
            <a:off x="5288075" y="5079834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Diagrama de flujo: conector 74">
            <a:extLst>
              <a:ext uri="{FF2B5EF4-FFF2-40B4-BE49-F238E27FC236}">
                <a16:creationId xmlns:a16="http://schemas.microsoft.com/office/drawing/2014/main" id="{84FFAF2C-5A60-47E1-81E0-1C91BC39D616}"/>
              </a:ext>
            </a:extLst>
          </p:cNvPr>
          <p:cNvSpPr/>
          <p:nvPr/>
        </p:nvSpPr>
        <p:spPr>
          <a:xfrm>
            <a:off x="6258427" y="5496637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5356D516-93FE-4A63-A4C1-8052E9923124}"/>
              </a:ext>
            </a:extLst>
          </p:cNvPr>
          <p:cNvCxnSpPr>
            <a:cxnSpLocks/>
          </p:cNvCxnSpPr>
          <p:nvPr/>
        </p:nvCxnSpPr>
        <p:spPr>
          <a:xfrm>
            <a:off x="5380393" y="6142145"/>
            <a:ext cx="546145" cy="172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DE72CB93-5832-4567-98AE-B628E79439BE}"/>
              </a:ext>
            </a:extLst>
          </p:cNvPr>
          <p:cNvCxnSpPr>
            <a:cxnSpLocks/>
            <a:stCxn id="72" idx="6"/>
            <a:endCxn id="71" idx="1"/>
          </p:cNvCxnSpPr>
          <p:nvPr/>
        </p:nvCxnSpPr>
        <p:spPr>
          <a:xfrm>
            <a:off x="4738187" y="5479650"/>
            <a:ext cx="273771" cy="4128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DA53E9AD-1F3C-43EB-B5B7-C204E41DF622}"/>
              </a:ext>
            </a:extLst>
          </p:cNvPr>
          <p:cNvCxnSpPr>
            <a:cxnSpLocks/>
            <a:stCxn id="74" idx="5"/>
          </p:cNvCxnSpPr>
          <p:nvPr/>
        </p:nvCxnSpPr>
        <p:spPr>
          <a:xfrm>
            <a:off x="5678320" y="5470079"/>
            <a:ext cx="434492" cy="6596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ángulo 78">
            <a:extLst>
              <a:ext uri="{FF2B5EF4-FFF2-40B4-BE49-F238E27FC236}">
                <a16:creationId xmlns:a16="http://schemas.microsoft.com/office/drawing/2014/main" id="{8F9605C5-06A6-4ADC-930B-7CA0016D3B68}"/>
              </a:ext>
            </a:extLst>
          </p:cNvPr>
          <p:cNvSpPr/>
          <p:nvPr/>
        </p:nvSpPr>
        <p:spPr>
          <a:xfrm>
            <a:off x="5357899" y="5127305"/>
            <a:ext cx="3513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B9ACF977-6613-4276-BD9D-556CECD6BAF8}"/>
              </a:ext>
            </a:extLst>
          </p:cNvPr>
          <p:cNvCxnSpPr>
            <a:cxnSpLocks/>
            <a:endCxn id="75" idx="2"/>
          </p:cNvCxnSpPr>
          <p:nvPr/>
        </p:nvCxnSpPr>
        <p:spPr>
          <a:xfrm>
            <a:off x="5760968" y="5308434"/>
            <a:ext cx="497459" cy="4168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ángulo 80">
            <a:extLst>
              <a:ext uri="{FF2B5EF4-FFF2-40B4-BE49-F238E27FC236}">
                <a16:creationId xmlns:a16="http://schemas.microsoft.com/office/drawing/2014/main" id="{E9104EC8-7598-483F-8987-D59DA23AB381}"/>
              </a:ext>
            </a:extLst>
          </p:cNvPr>
          <p:cNvSpPr/>
          <p:nvPr/>
        </p:nvSpPr>
        <p:spPr>
          <a:xfrm>
            <a:off x="4352745" y="5280135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1D8B874B-48FD-4965-8FFF-0AC0C1E47AAB}"/>
              </a:ext>
            </a:extLst>
          </p:cNvPr>
          <p:cNvSpPr/>
          <p:nvPr/>
        </p:nvSpPr>
        <p:spPr>
          <a:xfrm>
            <a:off x="6310118" y="5540571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46840856-9D18-425A-AE22-05CD947AD6DF}"/>
              </a:ext>
            </a:extLst>
          </p:cNvPr>
          <p:cNvSpPr/>
          <p:nvPr/>
        </p:nvSpPr>
        <p:spPr>
          <a:xfrm>
            <a:off x="6010550" y="6178403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9B00820E-BC63-494C-98B0-293EFDA9A0BE}"/>
              </a:ext>
            </a:extLst>
          </p:cNvPr>
          <p:cNvSpPr/>
          <p:nvPr/>
        </p:nvSpPr>
        <p:spPr>
          <a:xfrm>
            <a:off x="5019345" y="5875540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A00A3323-79F5-43BC-AC82-E080B258766D}"/>
              </a:ext>
            </a:extLst>
          </p:cNvPr>
          <p:cNvCxnSpPr>
            <a:cxnSpLocks/>
            <a:stCxn id="72" idx="6"/>
            <a:endCxn id="75" idx="2"/>
          </p:cNvCxnSpPr>
          <p:nvPr/>
        </p:nvCxnSpPr>
        <p:spPr>
          <a:xfrm>
            <a:off x="4738187" y="5479650"/>
            <a:ext cx="1520240" cy="245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036F379D-BECD-49C6-8C2A-AD64258E0BA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6152762" y="5937197"/>
            <a:ext cx="233279" cy="17425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138D886D-EE6A-4F62-AD35-A463CD8CFB34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4720053" y="5477686"/>
            <a:ext cx="1432709" cy="63376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4127EE37-8E8B-44CC-8F7C-06EB478FC8C6}"/>
              </a:ext>
            </a:extLst>
          </p:cNvPr>
          <p:cNvCxnSpPr>
            <a:cxnSpLocks/>
            <a:endCxn id="71" idx="6"/>
          </p:cNvCxnSpPr>
          <p:nvPr/>
        </p:nvCxnSpPr>
        <p:spPr>
          <a:xfrm flipH="1">
            <a:off x="5402203" y="5811389"/>
            <a:ext cx="875143" cy="24278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5D3B3AFB-9463-4953-A79F-D4682F0DD99E}"/>
              </a:ext>
            </a:extLst>
          </p:cNvPr>
          <p:cNvCxnSpPr>
            <a:cxnSpLocks/>
            <a:endCxn id="74" idx="2"/>
          </p:cNvCxnSpPr>
          <p:nvPr/>
        </p:nvCxnSpPr>
        <p:spPr>
          <a:xfrm flipV="1">
            <a:off x="4738187" y="5308434"/>
            <a:ext cx="549888" cy="15636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785A8BE7-017C-4366-B802-ED44BE003220}"/>
              </a:ext>
            </a:extLst>
          </p:cNvPr>
          <p:cNvCxnSpPr>
            <a:cxnSpLocks/>
            <a:stCxn id="74" idx="3"/>
            <a:endCxn id="71" idx="0"/>
          </p:cNvCxnSpPr>
          <p:nvPr/>
        </p:nvCxnSpPr>
        <p:spPr>
          <a:xfrm flipH="1">
            <a:off x="5173603" y="5470079"/>
            <a:ext cx="181427" cy="35549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89BF1B8E-67D8-492F-8A78-727C2C65331F}"/>
              </a:ext>
            </a:extLst>
          </p:cNvPr>
          <p:cNvSpPr txBox="1"/>
          <p:nvPr/>
        </p:nvSpPr>
        <p:spPr>
          <a:xfrm>
            <a:off x="4674282" y="5629319"/>
            <a:ext cx="4727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2C445983-44F2-4255-AAE5-75D61C7DD98A}"/>
              </a:ext>
            </a:extLst>
          </p:cNvPr>
          <p:cNvSpPr txBox="1"/>
          <p:nvPr/>
        </p:nvSpPr>
        <p:spPr>
          <a:xfrm>
            <a:off x="5542872" y="6215894"/>
            <a:ext cx="4727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8CEFBD15-3197-40EE-BA4D-6DA6244DE291}"/>
              </a:ext>
            </a:extLst>
          </p:cNvPr>
          <p:cNvSpPr txBox="1"/>
          <p:nvPr/>
        </p:nvSpPr>
        <p:spPr>
          <a:xfrm>
            <a:off x="5931376" y="5296764"/>
            <a:ext cx="4727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F8D5E5C7-99C5-42F9-947B-2817D6C63E47}"/>
              </a:ext>
            </a:extLst>
          </p:cNvPr>
          <p:cNvSpPr txBox="1"/>
          <p:nvPr/>
        </p:nvSpPr>
        <p:spPr>
          <a:xfrm>
            <a:off x="5436388" y="5585181"/>
            <a:ext cx="4727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14EBA12C-E022-4892-8A64-C8FECDF5057C}"/>
              </a:ext>
            </a:extLst>
          </p:cNvPr>
          <p:cNvSpPr txBox="1"/>
          <p:nvPr/>
        </p:nvSpPr>
        <p:spPr>
          <a:xfrm>
            <a:off x="5664666" y="5394439"/>
            <a:ext cx="4727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4347CD22-04D8-4EFC-B60C-201FCEDACF09}"/>
              </a:ext>
            </a:extLst>
          </p:cNvPr>
          <p:cNvSpPr txBox="1"/>
          <p:nvPr/>
        </p:nvSpPr>
        <p:spPr>
          <a:xfrm>
            <a:off x="6215987" y="5981847"/>
            <a:ext cx="4344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AR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D54C8A8E-D349-4830-B6F5-246C45BABE24}"/>
              </a:ext>
            </a:extLst>
          </p:cNvPr>
          <p:cNvSpPr txBox="1"/>
          <p:nvPr/>
        </p:nvSpPr>
        <p:spPr>
          <a:xfrm>
            <a:off x="4884693" y="5164289"/>
            <a:ext cx="4727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AR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7CDE5FF3-4AF8-4DB7-AE7A-C5B5A3374BB4}"/>
              </a:ext>
            </a:extLst>
          </p:cNvPr>
          <p:cNvSpPr txBox="1"/>
          <p:nvPr/>
        </p:nvSpPr>
        <p:spPr>
          <a:xfrm>
            <a:off x="5542873" y="5947388"/>
            <a:ext cx="4727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AR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D87C92B3-C838-4102-82E7-DDB39A2CCE21}"/>
              </a:ext>
            </a:extLst>
          </p:cNvPr>
          <p:cNvSpPr txBox="1"/>
          <p:nvPr/>
        </p:nvSpPr>
        <p:spPr>
          <a:xfrm>
            <a:off x="5329904" y="5783379"/>
            <a:ext cx="4727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AR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59B16E92-487D-4F34-819A-74AE175194B0}"/>
              </a:ext>
            </a:extLst>
          </p:cNvPr>
          <p:cNvSpPr txBox="1"/>
          <p:nvPr/>
        </p:nvSpPr>
        <p:spPr>
          <a:xfrm>
            <a:off x="5013700" y="5622820"/>
            <a:ext cx="4727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AR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DD7ECCED-658A-48E6-9AC2-E698C9C766C8}"/>
              </a:ext>
            </a:extLst>
          </p:cNvPr>
          <p:cNvCxnSpPr>
            <a:cxnSpLocks/>
          </p:cNvCxnSpPr>
          <p:nvPr/>
        </p:nvCxnSpPr>
        <p:spPr>
          <a:xfrm>
            <a:off x="2940473" y="5840746"/>
            <a:ext cx="128086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28536F36-AD80-483E-BE21-8438338BD309}"/>
              </a:ext>
            </a:extLst>
          </p:cNvPr>
          <p:cNvSpPr/>
          <p:nvPr/>
        </p:nvSpPr>
        <p:spPr>
          <a:xfrm>
            <a:off x="1343364" y="4734145"/>
            <a:ext cx="8752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s-MX" sz="2000" b="1" dirty="0"/>
          </a:p>
        </p:txBody>
      </p: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BB1F5533-8B30-447F-8D37-B466B829DD1A}"/>
              </a:ext>
            </a:extLst>
          </p:cNvPr>
          <p:cNvSpPr/>
          <p:nvPr/>
        </p:nvSpPr>
        <p:spPr>
          <a:xfrm>
            <a:off x="5040026" y="4691277"/>
            <a:ext cx="10705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(G´, 5)</a:t>
            </a:r>
            <a:endParaRPr lang="es-MX" sz="2000" b="1" dirty="0"/>
          </a:p>
        </p:txBody>
      </p: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E514CC26-971A-45DB-A8F1-AFAA29351184}"/>
              </a:ext>
            </a:extLst>
          </p:cNvPr>
          <p:cNvSpPr/>
          <p:nvPr/>
        </p:nvSpPr>
        <p:spPr>
          <a:xfrm>
            <a:off x="1064333" y="3248001"/>
            <a:ext cx="4796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endParaRPr lang="es-MX" sz="1600" dirty="0"/>
          </a:p>
        </p:txBody>
      </p:sp>
      <p:sp>
        <p:nvSpPr>
          <p:cNvPr id="126" name="Rectángulo 125">
            <a:extLst>
              <a:ext uri="{FF2B5EF4-FFF2-40B4-BE49-F238E27FC236}">
                <a16:creationId xmlns:a16="http://schemas.microsoft.com/office/drawing/2014/main" id="{87A4E59D-0805-48F9-9D2A-A0EBFC4D885D}"/>
              </a:ext>
            </a:extLst>
          </p:cNvPr>
          <p:cNvSpPr/>
          <p:nvPr/>
        </p:nvSpPr>
        <p:spPr>
          <a:xfrm>
            <a:off x="2395895" y="3257610"/>
            <a:ext cx="5822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TSP</a:t>
            </a:r>
            <a:endParaRPr lang="es-MX" sz="1600" dirty="0"/>
          </a:p>
        </p:txBody>
      </p:sp>
      <p:sp>
        <p:nvSpPr>
          <p:cNvPr id="128" name="Diagrama de flujo: conector 127">
            <a:extLst>
              <a:ext uri="{FF2B5EF4-FFF2-40B4-BE49-F238E27FC236}">
                <a16:creationId xmlns:a16="http://schemas.microsoft.com/office/drawing/2014/main" id="{ACB8FAEE-7E25-460E-AF11-361A4C993887}"/>
              </a:ext>
            </a:extLst>
          </p:cNvPr>
          <p:cNvSpPr/>
          <p:nvPr/>
        </p:nvSpPr>
        <p:spPr>
          <a:xfrm>
            <a:off x="952407" y="3547439"/>
            <a:ext cx="634562" cy="669618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0" name="Diagrama de flujo: conector 129">
            <a:extLst>
              <a:ext uri="{FF2B5EF4-FFF2-40B4-BE49-F238E27FC236}">
                <a16:creationId xmlns:a16="http://schemas.microsoft.com/office/drawing/2014/main" id="{DC456F1B-DE87-4F92-B634-E8338328C7FD}"/>
              </a:ext>
            </a:extLst>
          </p:cNvPr>
          <p:cNvSpPr/>
          <p:nvPr/>
        </p:nvSpPr>
        <p:spPr>
          <a:xfrm>
            <a:off x="2336542" y="3547439"/>
            <a:ext cx="634562" cy="669618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5" name="Conector recto de flecha 134">
            <a:extLst>
              <a:ext uri="{FF2B5EF4-FFF2-40B4-BE49-F238E27FC236}">
                <a16:creationId xmlns:a16="http://schemas.microsoft.com/office/drawing/2014/main" id="{1353BF25-AE81-460D-887D-31E29B646CAB}"/>
              </a:ext>
            </a:extLst>
          </p:cNvPr>
          <p:cNvCxnSpPr>
            <a:cxnSpLocks/>
          </p:cNvCxnSpPr>
          <p:nvPr/>
        </p:nvCxnSpPr>
        <p:spPr>
          <a:xfrm flipV="1">
            <a:off x="1694133" y="3864621"/>
            <a:ext cx="560485" cy="94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09A5DF6B-4676-4DC7-997E-F1EF7B6159AA}"/>
              </a:ext>
            </a:extLst>
          </p:cNvPr>
          <p:cNvSpPr txBox="1"/>
          <p:nvPr/>
        </p:nvSpPr>
        <p:spPr>
          <a:xfrm>
            <a:off x="1095591" y="3708055"/>
            <a:ext cx="4171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s-AR" sz="1400" dirty="0"/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B698541E-B6D5-4422-87D1-0A8110BAD9F5}"/>
              </a:ext>
            </a:extLst>
          </p:cNvPr>
          <p:cNvSpPr txBox="1"/>
          <p:nvPr/>
        </p:nvSpPr>
        <p:spPr>
          <a:xfrm>
            <a:off x="2329540" y="3710439"/>
            <a:ext cx="7367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G´,m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AR" sz="1400" dirty="0"/>
          </a:p>
        </p:txBody>
      </p: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9790BFD5-38A9-4B60-BE01-B003BBCC54A7}"/>
              </a:ext>
            </a:extLst>
          </p:cNvPr>
          <p:cNvSpPr txBox="1"/>
          <p:nvPr/>
        </p:nvSpPr>
        <p:spPr>
          <a:xfrm>
            <a:off x="1101980" y="4198989"/>
            <a:ext cx="4171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s-AR" sz="1400" dirty="0"/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0359DC0D-95CA-4333-B4F0-EF84AA9B4C90}"/>
              </a:ext>
            </a:extLst>
          </p:cNvPr>
          <p:cNvSpPr txBox="1"/>
          <p:nvPr/>
        </p:nvSpPr>
        <p:spPr>
          <a:xfrm>
            <a:off x="2323686" y="4212139"/>
            <a:ext cx="748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G´,m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AR" sz="1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03CE941-BBCA-8650-5162-0E748B587CF1}"/>
              </a:ext>
            </a:extLst>
          </p:cNvPr>
          <p:cNvSpPr txBox="1"/>
          <p:nvPr/>
        </p:nvSpPr>
        <p:spPr>
          <a:xfrm>
            <a:off x="7105438" y="4989368"/>
            <a:ext cx="50865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AR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 se computa en tiempo </a:t>
            </a:r>
            <a:r>
              <a:rPr lang="es-AR" sz="16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poly</a:t>
            </a:r>
            <a:r>
              <a:rPr lang="es-AR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(|G|) </a:t>
            </a:r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ejercicio</a:t>
            </a:r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</a:t>
            </a:r>
          </a:p>
          <a:p>
            <a:pPr>
              <a:spcAft>
                <a:spcPts val="0"/>
              </a:spcAft>
            </a:pPr>
            <a:endParaRPr lang="es-AR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es-AR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 </a:t>
            </a:r>
            <a:r>
              <a:rPr lang="es-AR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HC </a:t>
            </a:r>
            <a:r>
              <a:rPr lang="es-AR" sz="1600" b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sii</a:t>
            </a:r>
            <a:r>
              <a:rPr lang="es-AR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(G´, m) ∈ TSP: </a:t>
            </a:r>
            <a:endParaRPr lang="es-AR" sz="16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G tiene un CH, G’ tiene un </a:t>
            </a:r>
            <a:r>
              <a:rPr lang="es-AR" sz="16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CdeH</a:t>
            </a:r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 mide: </a:t>
            </a:r>
            <a:endParaRPr lang="es-AR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G no tiene un CH, todo </a:t>
            </a:r>
            <a:r>
              <a:rPr lang="es-AR" sz="1600" dirty="0" err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CdeH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mide al menos:</a:t>
            </a:r>
            <a:endParaRPr lang="es-AR" sz="1600" dirty="0">
              <a:solidFill>
                <a:srgbClr val="7030A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B83227A-A2F6-1F9B-7844-09A1C06751A0}"/>
              </a:ext>
            </a:extLst>
          </p:cNvPr>
          <p:cNvSpPr txBox="1"/>
          <p:nvPr/>
        </p:nvSpPr>
        <p:spPr>
          <a:xfrm>
            <a:off x="3214545" y="3490624"/>
            <a:ext cx="88018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y G´ tienen m vértices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G´ es ponderado (arcos con números) y completo (todos sus vértices están conectados)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Los arcos que están en G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tienen un 1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 G´, y los arcos que no están en G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tienen un 2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en G´ 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1503889-479E-69A3-8548-2B3B4A15B956}"/>
              </a:ext>
            </a:extLst>
          </p:cNvPr>
          <p:cNvCxnSpPr>
            <a:cxnSpLocks/>
          </p:cNvCxnSpPr>
          <p:nvPr/>
        </p:nvCxnSpPr>
        <p:spPr>
          <a:xfrm flipV="1">
            <a:off x="1679135" y="4406854"/>
            <a:ext cx="560485" cy="94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F063C928-7273-2B5D-6CAB-BE1642B91BE6}"/>
              </a:ext>
            </a:extLst>
          </p:cNvPr>
          <p:cNvSpPr txBox="1"/>
          <p:nvPr/>
        </p:nvSpPr>
        <p:spPr>
          <a:xfrm>
            <a:off x="11283582" y="5738638"/>
            <a:ext cx="748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es-AR" sz="1400" b="1" dirty="0">
              <a:solidFill>
                <a:srgbClr val="0070C0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0520EFE-2B52-6BAB-29C0-3AA035343B0C}"/>
              </a:ext>
            </a:extLst>
          </p:cNvPr>
          <p:cNvSpPr txBox="1"/>
          <p:nvPr/>
        </p:nvSpPr>
        <p:spPr>
          <a:xfrm>
            <a:off x="11472137" y="5978319"/>
            <a:ext cx="748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+ 1</a:t>
            </a:r>
            <a:endParaRPr lang="es-AR" sz="1400" b="1" dirty="0">
              <a:solidFill>
                <a:srgbClr val="0070C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297A968-87C6-5D99-4926-142B484E87C7}"/>
              </a:ext>
            </a:extLst>
          </p:cNvPr>
          <p:cNvSpPr txBox="1"/>
          <p:nvPr/>
        </p:nvSpPr>
        <p:spPr>
          <a:xfrm>
            <a:off x="2947207" y="6226344"/>
            <a:ext cx="1329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EJEMPLO</a:t>
            </a:r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4BF2C2-699E-4E79-717E-1963C4B97ADE}"/>
              </a:ext>
            </a:extLst>
          </p:cNvPr>
          <p:cNvSpPr/>
          <p:nvPr/>
        </p:nvSpPr>
        <p:spPr>
          <a:xfrm>
            <a:off x="1722077" y="3964875"/>
            <a:ext cx="457200" cy="3625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3A39561-5325-A54E-4970-6864D6F01C43}"/>
              </a:ext>
            </a:extLst>
          </p:cNvPr>
          <p:cNvSpPr/>
          <p:nvPr/>
        </p:nvSpPr>
        <p:spPr>
          <a:xfrm>
            <a:off x="1750845" y="3967872"/>
            <a:ext cx="5160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927596F-C47B-1E1B-CF55-AF7E80275604}"/>
              </a:ext>
            </a:extLst>
          </p:cNvPr>
          <p:cNvSpPr txBox="1"/>
          <p:nvPr/>
        </p:nvSpPr>
        <p:spPr>
          <a:xfrm>
            <a:off x="3469988" y="5496637"/>
            <a:ext cx="372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526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18E40-0D41-FCCA-9EAA-B44A9853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3AA0E64D-77CF-BD85-F796-4EBE72B774D2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9956AA9-4F5F-BFED-5D8F-8A8DC0BF9FCE}"/>
              </a:ext>
            </a:extLst>
          </p:cNvPr>
          <p:cNvSpPr/>
          <p:nvPr/>
        </p:nvSpPr>
        <p:spPr>
          <a:xfrm>
            <a:off x="391582" y="237325"/>
            <a:ext cx="11408836" cy="3891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20"/>
              </a:spcAft>
              <a:buSzPts val="1000"/>
              <a:tabLst>
                <a:tab pos="457200" algn="l"/>
              </a:tabLst>
            </a:pPr>
            <a:endParaRPr lang="es-AR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120"/>
              </a:spcAft>
              <a:buSzPts val="1000"/>
              <a:tabLst>
                <a:tab pos="457200" algn="l"/>
              </a:tabLst>
            </a:pPr>
            <a:endParaRPr lang="es-AR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ISO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{(G</a:t>
            </a:r>
            <a:r>
              <a:rPr lang="es-ES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G</a:t>
            </a:r>
            <a:r>
              <a:rPr lang="es-ES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| G</a:t>
            </a:r>
            <a:r>
              <a:rPr lang="es-ES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 G</a:t>
            </a:r>
            <a:r>
              <a:rPr lang="es-ES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son dos grafos isomorfos} </a:t>
            </a:r>
            <a:r>
              <a:rPr lang="es-ES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no sería NP-completo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pero en cambio: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    </a:t>
            </a:r>
            <a:r>
              <a:rPr lang="es-ES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SUB-ISO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{(G</a:t>
            </a:r>
            <a:r>
              <a:rPr lang="es-ES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G</a:t>
            </a:r>
            <a:r>
              <a:rPr lang="es-ES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| G</a:t>
            </a:r>
            <a:r>
              <a:rPr lang="es-ES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 un grafo isomorfo a un subgrafo de G</a:t>
            </a:r>
            <a:r>
              <a:rPr lang="es-ES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} </a:t>
            </a:r>
            <a:r>
              <a:rPr lang="es-ES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sí lo es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s-ES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La NP-completitud de SUB-ISO se puede probar con una reducción polinomial desde el lenguaje NP-completo CLIQUE:</a:t>
            </a:r>
          </a:p>
          <a:p>
            <a:pPr algn="just">
              <a:lnSpc>
                <a:spcPct val="150000"/>
              </a:lnSpc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es-A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s-AR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AR" sz="1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Claramente,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(G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G) 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puede generar en tiempo polinomial, y </a:t>
            </a: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(G, K) </a:t>
            </a: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CLIQUE </a:t>
            </a:r>
            <a:r>
              <a:rPr lang="es-AR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sii</a:t>
            </a: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(G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G) </a:t>
            </a: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SUB-ISO </a:t>
            </a:r>
            <a:r>
              <a:rPr lang="es-AR" sz="1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(ejercicio)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47642B1-ECD0-5313-D676-B2C25EA4CA77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4EAE050-9673-1803-835F-1D310813BB74}"/>
              </a:ext>
            </a:extLst>
          </p:cNvPr>
          <p:cNvSpPr/>
          <p:nvPr/>
        </p:nvSpPr>
        <p:spPr>
          <a:xfrm>
            <a:off x="320377" y="143605"/>
            <a:ext cx="115512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 más sobre la relación entre la NP-completitud y el tamaño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E956C8C-B432-8C23-CFCF-CC514B31D8FE}"/>
              </a:ext>
            </a:extLst>
          </p:cNvPr>
          <p:cNvSpPr/>
          <p:nvPr/>
        </p:nvSpPr>
        <p:spPr>
          <a:xfrm>
            <a:off x="2413846" y="2345904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B16FC1F-F9D6-8C9A-08C6-809FBC8A1760}"/>
              </a:ext>
            </a:extLst>
          </p:cNvPr>
          <p:cNvSpPr/>
          <p:nvPr/>
        </p:nvSpPr>
        <p:spPr>
          <a:xfrm>
            <a:off x="2024494" y="2253398"/>
            <a:ext cx="9476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CLIQUE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661F89A-FA52-C65C-8687-42839DEE2F3F}"/>
              </a:ext>
            </a:extLst>
          </p:cNvPr>
          <p:cNvSpPr/>
          <p:nvPr/>
        </p:nvSpPr>
        <p:spPr>
          <a:xfrm>
            <a:off x="4465256" y="2273207"/>
            <a:ext cx="10278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SUB-ISO</a:t>
            </a:r>
            <a:endParaRPr lang="es-MX" sz="16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222C0C4-237B-8A54-666E-0198DCB19085}"/>
              </a:ext>
            </a:extLst>
          </p:cNvPr>
          <p:cNvSpPr/>
          <p:nvPr/>
        </p:nvSpPr>
        <p:spPr>
          <a:xfrm>
            <a:off x="4852624" y="2883460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BAFF7C2-BC4E-5A5F-01B0-6ADD2BDF2750}"/>
              </a:ext>
            </a:extLst>
          </p:cNvPr>
          <p:cNvSpPr/>
          <p:nvPr/>
        </p:nvSpPr>
        <p:spPr>
          <a:xfrm>
            <a:off x="2300068" y="2883460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12" name="Diagrama de flujo: conector 11">
            <a:extLst>
              <a:ext uri="{FF2B5EF4-FFF2-40B4-BE49-F238E27FC236}">
                <a16:creationId xmlns:a16="http://schemas.microsoft.com/office/drawing/2014/main" id="{32BC0E62-16ED-B09B-AC8E-7DC6B36EB1B6}"/>
              </a:ext>
            </a:extLst>
          </p:cNvPr>
          <p:cNvSpPr/>
          <p:nvPr/>
        </p:nvSpPr>
        <p:spPr>
          <a:xfrm>
            <a:off x="2001459" y="2567967"/>
            <a:ext cx="960000" cy="97453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6E4776C4-A68D-C61D-C23F-8A9C073CEF84}"/>
              </a:ext>
            </a:extLst>
          </p:cNvPr>
          <p:cNvSpPr/>
          <p:nvPr/>
        </p:nvSpPr>
        <p:spPr>
          <a:xfrm>
            <a:off x="4511641" y="2578171"/>
            <a:ext cx="960000" cy="964334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BD7FBD57-E19B-8912-609D-91391699C1BA}"/>
              </a:ext>
            </a:extLst>
          </p:cNvPr>
          <p:cNvCxnSpPr>
            <a:cxnSpLocks/>
          </p:cNvCxnSpPr>
          <p:nvPr/>
        </p:nvCxnSpPr>
        <p:spPr>
          <a:xfrm>
            <a:off x="2886490" y="3068126"/>
            <a:ext cx="171843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E464E89-D4DE-0E82-77F5-A66458E61C1E}"/>
              </a:ext>
            </a:extLst>
          </p:cNvPr>
          <p:cNvSpPr/>
          <p:nvPr/>
        </p:nvSpPr>
        <p:spPr>
          <a:xfrm>
            <a:off x="4931015" y="2910388"/>
            <a:ext cx="292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826F6AB-0987-BA17-1277-6426FE460821}"/>
              </a:ext>
            </a:extLst>
          </p:cNvPr>
          <p:cNvSpPr/>
          <p:nvPr/>
        </p:nvSpPr>
        <p:spPr>
          <a:xfrm>
            <a:off x="2110378" y="2867504"/>
            <a:ext cx="7344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(G, K)</a:t>
            </a:r>
            <a:endParaRPr lang="es-MX" sz="16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6E1C826-5B44-9045-9C9B-99D80D124706}"/>
              </a:ext>
            </a:extLst>
          </p:cNvPr>
          <p:cNvSpPr/>
          <p:nvPr/>
        </p:nvSpPr>
        <p:spPr>
          <a:xfrm>
            <a:off x="4568261" y="2770109"/>
            <a:ext cx="849912" cy="417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(G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G)</a:t>
            </a:r>
            <a:endParaRPr lang="es-A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59A6582-1BD0-7EE9-E0F2-95E9A64F077D}"/>
              </a:ext>
            </a:extLst>
          </p:cNvPr>
          <p:cNvSpPr/>
          <p:nvPr/>
        </p:nvSpPr>
        <p:spPr>
          <a:xfrm>
            <a:off x="3503618" y="3157296"/>
            <a:ext cx="407568" cy="4044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AB08734-DA38-94D1-6885-7A3A23F674ED}"/>
              </a:ext>
            </a:extLst>
          </p:cNvPr>
          <p:cNvSpPr/>
          <p:nvPr/>
        </p:nvSpPr>
        <p:spPr>
          <a:xfrm>
            <a:off x="3525078" y="3223237"/>
            <a:ext cx="5160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4CE5697-4F1A-F2D1-A71C-7354EEFF81F0}"/>
              </a:ext>
            </a:extLst>
          </p:cNvPr>
          <p:cNvCxnSpPr>
            <a:cxnSpLocks/>
          </p:cNvCxnSpPr>
          <p:nvPr/>
        </p:nvCxnSpPr>
        <p:spPr>
          <a:xfrm>
            <a:off x="2886490" y="3662376"/>
            <a:ext cx="171843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D6B99D2-5735-8F78-756A-19B38D22AFD2}"/>
              </a:ext>
            </a:extLst>
          </p:cNvPr>
          <p:cNvSpPr txBox="1"/>
          <p:nvPr/>
        </p:nvSpPr>
        <p:spPr>
          <a:xfrm>
            <a:off x="5756004" y="2858862"/>
            <a:ext cx="5309885" cy="4160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 antepone a G un grafo completo 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</a:t>
            </a:r>
            <a:r>
              <a:rPr lang="es-ES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s-ES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K vértices</a:t>
            </a:r>
            <a:endParaRPr lang="es-AR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A916D12-053B-0198-ADB3-A1C6FEEE6936}"/>
              </a:ext>
            </a:extLst>
          </p:cNvPr>
          <p:cNvSpPr txBox="1"/>
          <p:nvPr/>
        </p:nvSpPr>
        <p:spPr>
          <a:xfrm>
            <a:off x="369011" y="4376545"/>
            <a:ext cx="6386556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Intuitivamente, SUB-ISO sería más difícil que ISO por su </a:t>
            </a:r>
            <a:r>
              <a:rPr lang="es-ES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redundancia de información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-  M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odificando de varias maneras el grafo G en un par (G</a:t>
            </a:r>
            <a:r>
              <a:rPr lang="es-ES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G),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</a:t>
            </a:r>
            <a:r>
              <a:rPr lang="es-ES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s-ES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sigue siendo isomorfo a un subgrafo de G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s-ES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-  En cambio, 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cualquier alteración (no trivial) en un grafo de un  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 de grafos isomorfos (G</a:t>
            </a:r>
            <a:r>
              <a:rPr lang="es-ES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G</a:t>
            </a:r>
            <a:r>
              <a:rPr lang="es-ES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rompe el isomorfismo.</a:t>
            </a:r>
            <a:endParaRPr lang="es-AR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2" name="Diagrama de flujo: conector 31">
            <a:extLst>
              <a:ext uri="{FF2B5EF4-FFF2-40B4-BE49-F238E27FC236}">
                <a16:creationId xmlns:a16="http://schemas.microsoft.com/office/drawing/2014/main" id="{6D498FD7-6CBD-07CA-4F8E-AF192377469A}"/>
              </a:ext>
            </a:extLst>
          </p:cNvPr>
          <p:cNvSpPr/>
          <p:nvPr/>
        </p:nvSpPr>
        <p:spPr>
          <a:xfrm>
            <a:off x="7110294" y="4636471"/>
            <a:ext cx="2166729" cy="83748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Diagrama de flujo: conector 32">
            <a:extLst>
              <a:ext uri="{FF2B5EF4-FFF2-40B4-BE49-F238E27FC236}">
                <a16:creationId xmlns:a16="http://schemas.microsoft.com/office/drawing/2014/main" id="{611F6EE4-EBDD-04E2-A05D-F095BB961FC3}"/>
              </a:ext>
            </a:extLst>
          </p:cNvPr>
          <p:cNvSpPr/>
          <p:nvPr/>
        </p:nvSpPr>
        <p:spPr>
          <a:xfrm>
            <a:off x="7828844" y="5599548"/>
            <a:ext cx="939099" cy="487474"/>
          </a:xfrm>
          <a:prstGeom prst="flowChartConnecto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C0CCD89-1226-245F-028B-F165E265461A}"/>
              </a:ext>
            </a:extLst>
          </p:cNvPr>
          <p:cNvSpPr txBox="1"/>
          <p:nvPr/>
        </p:nvSpPr>
        <p:spPr>
          <a:xfrm>
            <a:off x="8107176" y="5658619"/>
            <a:ext cx="527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endParaRPr lang="es-AR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3D41342-E3E2-B6E1-32F1-509A48A4141E}"/>
              </a:ext>
            </a:extLst>
          </p:cNvPr>
          <p:cNvSpPr txBox="1"/>
          <p:nvPr/>
        </p:nvSpPr>
        <p:spPr>
          <a:xfrm>
            <a:off x="8095477" y="4821137"/>
            <a:ext cx="407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</a:t>
            </a:r>
            <a:endParaRPr lang="es-AR" dirty="0"/>
          </a:p>
        </p:txBody>
      </p:sp>
      <p:sp>
        <p:nvSpPr>
          <p:cNvPr id="37" name="Diagrama de flujo: conector 36">
            <a:extLst>
              <a:ext uri="{FF2B5EF4-FFF2-40B4-BE49-F238E27FC236}">
                <a16:creationId xmlns:a16="http://schemas.microsoft.com/office/drawing/2014/main" id="{C63315EE-E10A-F154-C767-D3FC52C7143B}"/>
              </a:ext>
            </a:extLst>
          </p:cNvPr>
          <p:cNvSpPr/>
          <p:nvPr/>
        </p:nvSpPr>
        <p:spPr>
          <a:xfrm>
            <a:off x="9689988" y="4734136"/>
            <a:ext cx="1375901" cy="544149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8" name="Diagrama de flujo: conector 37">
            <a:extLst>
              <a:ext uri="{FF2B5EF4-FFF2-40B4-BE49-F238E27FC236}">
                <a16:creationId xmlns:a16="http://schemas.microsoft.com/office/drawing/2014/main" id="{B6D1000E-BACB-6E02-C073-A55B18829281}"/>
              </a:ext>
            </a:extLst>
          </p:cNvPr>
          <p:cNvSpPr/>
          <p:nvPr/>
        </p:nvSpPr>
        <p:spPr>
          <a:xfrm>
            <a:off x="9689988" y="5514485"/>
            <a:ext cx="1375901" cy="544149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0812A2D-48AF-1BF4-2966-854717591D2D}"/>
              </a:ext>
            </a:extLst>
          </p:cNvPr>
          <p:cNvSpPr txBox="1"/>
          <p:nvPr/>
        </p:nvSpPr>
        <p:spPr>
          <a:xfrm>
            <a:off x="10137209" y="4809393"/>
            <a:ext cx="527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endParaRPr lang="es-AR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81AE5B5-836F-54F3-E168-F2B1536B0F1F}"/>
              </a:ext>
            </a:extLst>
          </p:cNvPr>
          <p:cNvSpPr txBox="1"/>
          <p:nvPr/>
        </p:nvSpPr>
        <p:spPr>
          <a:xfrm>
            <a:off x="10137209" y="5592095"/>
            <a:ext cx="527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endParaRPr lang="es-AR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BAC9D55F-75F5-0C15-7307-C2AAF3D3D7BA}"/>
              </a:ext>
            </a:extLst>
          </p:cNvPr>
          <p:cNvSpPr/>
          <p:nvPr/>
        </p:nvSpPr>
        <p:spPr>
          <a:xfrm>
            <a:off x="7765064" y="6185957"/>
            <a:ext cx="10390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SUB-ISO</a:t>
            </a:r>
            <a:endParaRPr lang="es-MX" sz="1600" b="1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EC9F9617-018E-0AEB-A9B2-8C2FB283A888}"/>
              </a:ext>
            </a:extLst>
          </p:cNvPr>
          <p:cNvSpPr/>
          <p:nvPr/>
        </p:nvSpPr>
        <p:spPr>
          <a:xfrm>
            <a:off x="10148713" y="6185957"/>
            <a:ext cx="53893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ISO</a:t>
            </a:r>
            <a:endParaRPr lang="es-MX" sz="1600" b="1" dirty="0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EE63F213-604C-C05A-4723-CDFCD8CAA069}"/>
              </a:ext>
            </a:extLst>
          </p:cNvPr>
          <p:cNvSpPr/>
          <p:nvPr/>
        </p:nvSpPr>
        <p:spPr>
          <a:xfrm>
            <a:off x="7165129" y="4839677"/>
            <a:ext cx="884264" cy="487474"/>
          </a:xfrm>
          <a:prstGeom prst="flowChartConnecto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689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E0D1A-5B0D-3970-B85F-D035E4395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B10D2ED0-A710-09FD-50C2-60A5AA471EAC}"/>
              </a:ext>
            </a:extLst>
          </p:cNvPr>
          <p:cNvSpPr/>
          <p:nvPr/>
        </p:nvSpPr>
        <p:spPr>
          <a:xfrm>
            <a:off x="3371125" y="1101722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11890B1-AE5B-0377-33BE-3D4D26AC2483}"/>
              </a:ext>
            </a:extLst>
          </p:cNvPr>
          <p:cNvSpPr/>
          <p:nvPr/>
        </p:nvSpPr>
        <p:spPr>
          <a:xfrm>
            <a:off x="320377" y="786758"/>
            <a:ext cx="11664583" cy="4089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No sólo todo par de lenguajes NP-completos conocidos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son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p-isomorfos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sz="4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s-ES" sz="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s-ES" sz="4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s-ES" sz="4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s-ES" sz="4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Sino q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ue t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ambién en su mayoría, dos lenguajes NP-completos conocidos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cumplen que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los certificados de sus cadenas se pueden transformar eficientemente en uno y en el otro sentido,</a:t>
            </a:r>
            <a:endParaRPr lang="es-E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s-ES" sz="10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    y más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aún,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el número de certificados de uno coincide con el número de los certificados del otro:</a:t>
            </a:r>
            <a:endParaRPr lang="es-AR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24B1330-A0A1-8F4B-2BE9-4A839C9F24F5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109C86A-4683-6530-42DC-6D914CADC02A}"/>
              </a:ext>
            </a:extLst>
          </p:cNvPr>
          <p:cNvSpPr/>
          <p:nvPr/>
        </p:nvSpPr>
        <p:spPr>
          <a:xfrm>
            <a:off x="320377" y="132596"/>
            <a:ext cx="104788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 más sobre la estrecha relación entre los lenguajes NP-completos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B01ADCDC-AA9F-3855-07E8-C9B5B7B8FA3B}"/>
              </a:ext>
            </a:extLst>
          </p:cNvPr>
          <p:cNvSpPr/>
          <p:nvPr/>
        </p:nvSpPr>
        <p:spPr>
          <a:xfrm>
            <a:off x="4623615" y="2996407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ECC081-2DB1-D123-E8F9-210536DAFDDB}"/>
              </a:ext>
            </a:extLst>
          </p:cNvPr>
          <p:cNvSpPr/>
          <p:nvPr/>
        </p:nvSpPr>
        <p:spPr>
          <a:xfrm>
            <a:off x="4487395" y="2874947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</a:t>
            </a:r>
            <a:r>
              <a:rPr lang="es-AR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B4506B-ACF4-72B4-6674-A502B3075849}"/>
              </a:ext>
            </a:extLst>
          </p:cNvPr>
          <p:cNvSpPr/>
          <p:nvPr/>
        </p:nvSpPr>
        <p:spPr>
          <a:xfrm>
            <a:off x="7062393" y="3533963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00A99C3-1AE9-B96E-4AB0-949436B7B252}"/>
              </a:ext>
            </a:extLst>
          </p:cNvPr>
          <p:cNvSpPr/>
          <p:nvPr/>
        </p:nvSpPr>
        <p:spPr>
          <a:xfrm>
            <a:off x="4509837" y="3533963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12" name="Diagrama de flujo: conector 11">
            <a:extLst>
              <a:ext uri="{FF2B5EF4-FFF2-40B4-BE49-F238E27FC236}">
                <a16:creationId xmlns:a16="http://schemas.microsoft.com/office/drawing/2014/main" id="{655AFD06-7C66-3F07-FF1D-6E6B6B0CB605}"/>
              </a:ext>
            </a:extLst>
          </p:cNvPr>
          <p:cNvSpPr/>
          <p:nvPr/>
        </p:nvSpPr>
        <p:spPr>
          <a:xfrm>
            <a:off x="4211228" y="3218470"/>
            <a:ext cx="960000" cy="97453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B2187761-6A5B-C2D7-C7FE-8157DD81F0FA}"/>
              </a:ext>
            </a:extLst>
          </p:cNvPr>
          <p:cNvSpPr/>
          <p:nvPr/>
        </p:nvSpPr>
        <p:spPr>
          <a:xfrm>
            <a:off x="6721410" y="3228674"/>
            <a:ext cx="960000" cy="964334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A71DBBAB-3605-807C-5C2F-5F2B9BAAD07E}"/>
              </a:ext>
            </a:extLst>
          </p:cNvPr>
          <p:cNvCxnSpPr>
            <a:cxnSpLocks/>
          </p:cNvCxnSpPr>
          <p:nvPr/>
        </p:nvCxnSpPr>
        <p:spPr>
          <a:xfrm>
            <a:off x="4885261" y="3705739"/>
            <a:ext cx="21522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1F48B35-2EE4-C22F-6F42-F6DDC5DC2DE5}"/>
              </a:ext>
            </a:extLst>
          </p:cNvPr>
          <p:cNvSpPr/>
          <p:nvPr/>
        </p:nvSpPr>
        <p:spPr>
          <a:xfrm>
            <a:off x="7140784" y="3560891"/>
            <a:ext cx="292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2719569-C997-EA78-A91F-0BFC913DE97D}"/>
              </a:ext>
            </a:extLst>
          </p:cNvPr>
          <p:cNvSpPr/>
          <p:nvPr/>
        </p:nvSpPr>
        <p:spPr>
          <a:xfrm>
            <a:off x="4492058" y="3199723"/>
            <a:ext cx="407484" cy="417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endParaRPr lang="es-A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24B8711-82EF-69A7-35D8-8CF8F129A7FA}"/>
              </a:ext>
            </a:extLst>
          </p:cNvPr>
          <p:cNvSpPr/>
          <p:nvPr/>
        </p:nvSpPr>
        <p:spPr>
          <a:xfrm>
            <a:off x="3802354" y="1374138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B92133A-2037-791E-E6B6-179F826D6391}"/>
              </a:ext>
            </a:extLst>
          </p:cNvPr>
          <p:cNvSpPr/>
          <p:nvPr/>
        </p:nvSpPr>
        <p:spPr>
          <a:xfrm>
            <a:off x="5045743" y="1380654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7CA88BC-2834-8413-3A36-13E47482B07E}"/>
              </a:ext>
            </a:extLst>
          </p:cNvPr>
          <p:cNvSpPr/>
          <p:nvPr/>
        </p:nvSpPr>
        <p:spPr>
          <a:xfrm>
            <a:off x="4446648" y="1127027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MX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38EDB5-BBE5-B737-2B91-8869BD474332}"/>
              </a:ext>
            </a:extLst>
          </p:cNvPr>
          <p:cNvSpPr/>
          <p:nvPr/>
        </p:nvSpPr>
        <p:spPr>
          <a:xfrm>
            <a:off x="4421478" y="1651958"/>
            <a:ext cx="4491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endParaRPr lang="es-MX" dirty="0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5DEB9CA2-3CA0-B945-AA82-B67F85BAF0CC}"/>
              </a:ext>
            </a:extLst>
          </p:cNvPr>
          <p:cNvCxnSpPr>
            <a:cxnSpLocks/>
          </p:cNvCxnSpPr>
          <p:nvPr/>
        </p:nvCxnSpPr>
        <p:spPr>
          <a:xfrm>
            <a:off x="4152559" y="1474489"/>
            <a:ext cx="914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033FDE7-8A21-334B-0F6D-EBE8F44170F7}"/>
              </a:ext>
            </a:extLst>
          </p:cNvPr>
          <p:cNvCxnSpPr>
            <a:cxnSpLocks/>
          </p:cNvCxnSpPr>
          <p:nvPr/>
        </p:nvCxnSpPr>
        <p:spPr>
          <a:xfrm flipH="1">
            <a:off x="4152560" y="1677766"/>
            <a:ext cx="9143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12F215A-13C6-26CE-5752-D6DD1756516E}"/>
              </a:ext>
            </a:extLst>
          </p:cNvPr>
          <p:cNvSpPr txBox="1"/>
          <p:nvPr/>
        </p:nvSpPr>
        <p:spPr>
          <a:xfrm>
            <a:off x="5463186" y="1279464"/>
            <a:ext cx="33551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La función f y la función inversa f 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son reducciones polinomiales</a:t>
            </a:r>
            <a:endParaRPr lang="es-MX" sz="16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1868E45-C333-AA37-47A6-59E110F76446}"/>
              </a:ext>
            </a:extLst>
          </p:cNvPr>
          <p:cNvSpPr/>
          <p:nvPr/>
        </p:nvSpPr>
        <p:spPr>
          <a:xfrm>
            <a:off x="6997668" y="3180841"/>
            <a:ext cx="407484" cy="417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endParaRPr lang="es-A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0147474-5478-A0C4-748E-B42641B8AE88}"/>
              </a:ext>
            </a:extLst>
          </p:cNvPr>
          <p:cNvSpPr/>
          <p:nvPr/>
        </p:nvSpPr>
        <p:spPr>
          <a:xfrm>
            <a:off x="4533701" y="3389423"/>
            <a:ext cx="362599" cy="417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endParaRPr lang="es-A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449EEDA-F886-D172-F066-E43870505D36}"/>
              </a:ext>
            </a:extLst>
          </p:cNvPr>
          <p:cNvSpPr/>
          <p:nvPr/>
        </p:nvSpPr>
        <p:spPr>
          <a:xfrm>
            <a:off x="7011867" y="3389423"/>
            <a:ext cx="362600" cy="417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endParaRPr lang="es-A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0BB2A16-EF25-0028-CE8C-398CDC3DC831}"/>
              </a:ext>
            </a:extLst>
          </p:cNvPr>
          <p:cNvSpPr/>
          <p:nvPr/>
        </p:nvSpPr>
        <p:spPr>
          <a:xfrm>
            <a:off x="6988655" y="2870260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</a:t>
            </a:r>
            <a:r>
              <a:rPr lang="es-AR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2CABCDE7-A5F4-0326-DA73-A8D01E5C59A4}"/>
              </a:ext>
            </a:extLst>
          </p:cNvPr>
          <p:cNvCxnSpPr>
            <a:cxnSpLocks/>
          </p:cNvCxnSpPr>
          <p:nvPr/>
        </p:nvCxnSpPr>
        <p:spPr>
          <a:xfrm rot="10800000">
            <a:off x="4861215" y="3799460"/>
            <a:ext cx="21522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A0C7602D-1B95-CF2E-4CF5-7A2171E20F8D}"/>
              </a:ext>
            </a:extLst>
          </p:cNvPr>
          <p:cNvSpPr/>
          <p:nvPr/>
        </p:nvSpPr>
        <p:spPr>
          <a:xfrm>
            <a:off x="4663429" y="4908133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6E4FEC40-1441-941A-FA5C-005411F458E3}"/>
              </a:ext>
            </a:extLst>
          </p:cNvPr>
          <p:cNvSpPr/>
          <p:nvPr/>
        </p:nvSpPr>
        <p:spPr>
          <a:xfrm>
            <a:off x="4527209" y="4786673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</a:t>
            </a:r>
            <a:r>
              <a:rPr lang="es-AR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A856C62F-C351-E686-FD01-17188A8E87DE}"/>
              </a:ext>
            </a:extLst>
          </p:cNvPr>
          <p:cNvSpPr/>
          <p:nvPr/>
        </p:nvSpPr>
        <p:spPr>
          <a:xfrm>
            <a:off x="4549651" y="5445689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52" name="Diagrama de flujo: conector 51">
            <a:extLst>
              <a:ext uri="{FF2B5EF4-FFF2-40B4-BE49-F238E27FC236}">
                <a16:creationId xmlns:a16="http://schemas.microsoft.com/office/drawing/2014/main" id="{39DA6372-1479-D19D-276B-2A6C63A48E29}"/>
              </a:ext>
            </a:extLst>
          </p:cNvPr>
          <p:cNvSpPr/>
          <p:nvPr/>
        </p:nvSpPr>
        <p:spPr>
          <a:xfrm>
            <a:off x="4251042" y="5130195"/>
            <a:ext cx="960000" cy="1494526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3" name="Diagrama de flujo: conector 52">
            <a:extLst>
              <a:ext uri="{FF2B5EF4-FFF2-40B4-BE49-F238E27FC236}">
                <a16:creationId xmlns:a16="http://schemas.microsoft.com/office/drawing/2014/main" id="{7FE2DEE2-CB54-258A-0876-27F581C3CC70}"/>
              </a:ext>
            </a:extLst>
          </p:cNvPr>
          <p:cNvSpPr/>
          <p:nvPr/>
        </p:nvSpPr>
        <p:spPr>
          <a:xfrm>
            <a:off x="6761224" y="5140399"/>
            <a:ext cx="960000" cy="148432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A6C864C6-3C83-377F-B609-3CA8EBD80E79}"/>
              </a:ext>
            </a:extLst>
          </p:cNvPr>
          <p:cNvCxnSpPr>
            <a:cxnSpLocks/>
          </p:cNvCxnSpPr>
          <p:nvPr/>
        </p:nvCxnSpPr>
        <p:spPr>
          <a:xfrm>
            <a:off x="4925075" y="5617465"/>
            <a:ext cx="21522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 55">
            <a:extLst>
              <a:ext uri="{FF2B5EF4-FFF2-40B4-BE49-F238E27FC236}">
                <a16:creationId xmlns:a16="http://schemas.microsoft.com/office/drawing/2014/main" id="{428BB044-A1ED-D064-D343-7D62482348AD}"/>
              </a:ext>
            </a:extLst>
          </p:cNvPr>
          <p:cNvSpPr/>
          <p:nvPr/>
        </p:nvSpPr>
        <p:spPr>
          <a:xfrm>
            <a:off x="4531872" y="5111449"/>
            <a:ext cx="407484" cy="417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endParaRPr lang="es-A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6B18B146-A449-3CE0-5530-830ABF6CE51B}"/>
              </a:ext>
            </a:extLst>
          </p:cNvPr>
          <p:cNvSpPr/>
          <p:nvPr/>
        </p:nvSpPr>
        <p:spPr>
          <a:xfrm>
            <a:off x="7037482" y="5092567"/>
            <a:ext cx="407484" cy="417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endParaRPr lang="es-A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B921F9FF-96C8-E0FD-CA09-C880FC455178}"/>
              </a:ext>
            </a:extLst>
          </p:cNvPr>
          <p:cNvSpPr/>
          <p:nvPr/>
        </p:nvSpPr>
        <p:spPr>
          <a:xfrm>
            <a:off x="4471591" y="5320031"/>
            <a:ext cx="526049" cy="417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11</a:t>
            </a:r>
            <a:endParaRPr lang="es-A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DF85073C-27FB-22CD-E85E-275AF6DA3E21}"/>
              </a:ext>
            </a:extLst>
          </p:cNvPr>
          <p:cNvSpPr/>
          <p:nvPr/>
        </p:nvSpPr>
        <p:spPr>
          <a:xfrm>
            <a:off x="7028469" y="4781986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</a:t>
            </a:r>
            <a:r>
              <a:rPr lang="es-AR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4EF070D4-C3D3-4E8F-2183-97DD4261FD53}"/>
              </a:ext>
            </a:extLst>
          </p:cNvPr>
          <p:cNvCxnSpPr>
            <a:cxnSpLocks/>
          </p:cNvCxnSpPr>
          <p:nvPr/>
        </p:nvCxnSpPr>
        <p:spPr>
          <a:xfrm rot="10800000">
            <a:off x="4901029" y="5711186"/>
            <a:ext cx="21522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914FB6B1-A8D8-5FD8-6D53-9ED427E91FEA}"/>
              </a:ext>
            </a:extLst>
          </p:cNvPr>
          <p:cNvCxnSpPr>
            <a:cxnSpLocks/>
          </p:cNvCxnSpPr>
          <p:nvPr/>
        </p:nvCxnSpPr>
        <p:spPr>
          <a:xfrm>
            <a:off x="4943646" y="6363642"/>
            <a:ext cx="21522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AC192516-108C-40B6-DC07-25A8724302DE}"/>
              </a:ext>
            </a:extLst>
          </p:cNvPr>
          <p:cNvCxnSpPr>
            <a:cxnSpLocks/>
          </p:cNvCxnSpPr>
          <p:nvPr/>
        </p:nvCxnSpPr>
        <p:spPr>
          <a:xfrm rot="10800000">
            <a:off x="4919600" y="6457363"/>
            <a:ext cx="21522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BBA47CD2-7DAD-E8DC-17E6-6E75D8234600}"/>
              </a:ext>
            </a:extLst>
          </p:cNvPr>
          <p:cNvCxnSpPr>
            <a:cxnSpLocks/>
          </p:cNvCxnSpPr>
          <p:nvPr/>
        </p:nvCxnSpPr>
        <p:spPr>
          <a:xfrm>
            <a:off x="4925075" y="5879456"/>
            <a:ext cx="21522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73A0C106-AE51-6D81-6301-BAA2971FB5E8}"/>
              </a:ext>
            </a:extLst>
          </p:cNvPr>
          <p:cNvCxnSpPr>
            <a:cxnSpLocks/>
          </p:cNvCxnSpPr>
          <p:nvPr/>
        </p:nvCxnSpPr>
        <p:spPr>
          <a:xfrm rot="10800000">
            <a:off x="4901029" y="5973177"/>
            <a:ext cx="21522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70">
            <a:extLst>
              <a:ext uri="{FF2B5EF4-FFF2-40B4-BE49-F238E27FC236}">
                <a16:creationId xmlns:a16="http://schemas.microsoft.com/office/drawing/2014/main" id="{4D68D175-0AC0-BA70-CD42-10FE12E45B4D}"/>
              </a:ext>
            </a:extLst>
          </p:cNvPr>
          <p:cNvSpPr txBox="1"/>
          <p:nvPr/>
        </p:nvSpPr>
        <p:spPr>
          <a:xfrm>
            <a:off x="4764195" y="5885325"/>
            <a:ext cx="2668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……………………………………..</a:t>
            </a:r>
            <a:endParaRPr lang="es-AR" dirty="0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017DCF71-FD79-5E33-7629-DC666196B909}"/>
              </a:ext>
            </a:extLst>
          </p:cNvPr>
          <p:cNvSpPr/>
          <p:nvPr/>
        </p:nvSpPr>
        <p:spPr>
          <a:xfrm>
            <a:off x="4487395" y="5566957"/>
            <a:ext cx="526049" cy="417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12</a:t>
            </a:r>
            <a:endParaRPr lang="es-A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10595459-EF45-BFBE-1F11-F7D7DC57771E}"/>
              </a:ext>
            </a:extLst>
          </p:cNvPr>
          <p:cNvSpPr/>
          <p:nvPr/>
        </p:nvSpPr>
        <p:spPr>
          <a:xfrm>
            <a:off x="4501170" y="6043200"/>
            <a:ext cx="526049" cy="417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1k</a:t>
            </a:r>
            <a:endParaRPr lang="es-A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01851D2D-CDF7-95C2-ECBD-0A9D08F4ED3F}"/>
              </a:ext>
            </a:extLst>
          </p:cNvPr>
          <p:cNvSpPr/>
          <p:nvPr/>
        </p:nvSpPr>
        <p:spPr>
          <a:xfrm>
            <a:off x="7023793" y="5329732"/>
            <a:ext cx="526049" cy="417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21</a:t>
            </a:r>
            <a:endParaRPr lang="es-A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B041FC18-E6DA-1E84-67CE-F4C1EB07076C}"/>
              </a:ext>
            </a:extLst>
          </p:cNvPr>
          <p:cNvSpPr/>
          <p:nvPr/>
        </p:nvSpPr>
        <p:spPr>
          <a:xfrm>
            <a:off x="7050989" y="6076692"/>
            <a:ext cx="526049" cy="417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2k</a:t>
            </a:r>
            <a:endParaRPr lang="es-A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CA7DAE47-841B-C019-7BE1-7D163BFB3DE1}"/>
              </a:ext>
            </a:extLst>
          </p:cNvPr>
          <p:cNvSpPr/>
          <p:nvPr/>
        </p:nvSpPr>
        <p:spPr>
          <a:xfrm>
            <a:off x="7017842" y="5569183"/>
            <a:ext cx="526049" cy="417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AR" sz="16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22</a:t>
            </a:r>
            <a:endParaRPr lang="es-A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4FB173-E6CC-2357-5AFC-DD399E507B46}"/>
              </a:ext>
            </a:extLst>
          </p:cNvPr>
          <p:cNvSpPr txBox="1"/>
          <p:nvPr/>
        </p:nvSpPr>
        <p:spPr>
          <a:xfrm>
            <a:off x="7956182" y="5617465"/>
            <a:ext cx="35330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Las reducciones con esta propiedad se conocen como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parsimoniosas</a:t>
            </a:r>
            <a:endParaRPr lang="es-MX" sz="1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105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0947-DC2C-89FF-8433-C3E956346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CD12F83F-4E28-03A2-4FC4-9D1F10BF9D15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C7B5CF0-AD19-39A1-48D4-E57893ACFEC5}"/>
              </a:ext>
            </a:extLst>
          </p:cNvPr>
          <p:cNvSpPr/>
          <p:nvPr/>
        </p:nvSpPr>
        <p:spPr>
          <a:xfrm>
            <a:off x="391582" y="237325"/>
            <a:ext cx="11408836" cy="5826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20"/>
              </a:spcAft>
              <a:buSzPts val="1000"/>
              <a:tabLst>
                <a:tab pos="457200" algn="l"/>
              </a:tabLst>
            </a:pPr>
            <a:endParaRPr lang="es-AR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120"/>
              </a:spcAft>
              <a:buSzPts val="1000"/>
              <a:tabLst>
                <a:tab pos="457200" algn="l"/>
              </a:tabLst>
            </a:pPr>
            <a:endParaRPr lang="es-AR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 conjetura ampliamente aceptada es que P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≠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NP, pero no se descartan otras posibilidades.</a:t>
            </a:r>
          </a:p>
          <a:p>
            <a:pPr algn="just">
              <a:lnSpc>
                <a:spcPct val="150000"/>
              </a:lnSpc>
            </a:pPr>
            <a:endParaRPr lang="es-AR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Que haya a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lgoritmos eficientes para los lenguajes NP-completos, pero con exponentes muy grandes, del tipo O(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lang="es-ES" sz="1800" b="1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100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).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En un escenario así, el costo para obtener una solución seguiría siendo mucho mayor que el costo para verificarla.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Que se demuestre que hay un algoritmo eficiente para un lenguaje NP-completo, pero con una prueba no constructiva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En este caso, aún sabiendo de su existencia, no tendríamos idea alguna sobre la estructura del algoritmo.</a:t>
            </a:r>
          </a:p>
          <a:p>
            <a:pPr algn="just">
              <a:lnSpc>
                <a:spcPct val="150000"/>
              </a:lnSpc>
            </a:pPr>
            <a:endParaRPr lang="es-ES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3"/>
            </a:pP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Que las conjeturas P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≠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NP y P = NP no puedan demostrarse con la lógica existente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 esta situación, aun contando con un algoritmo eficiente para un lenguaje NP-completo, no lo podríamos comprobar. </a:t>
            </a:r>
            <a:endParaRPr lang="es-A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C80C9D7-1A73-5E4C-5956-C4D843DBA01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D5D9FA3-6161-8F57-122E-D0D012C65EB9}"/>
              </a:ext>
            </a:extLst>
          </p:cNvPr>
          <p:cNvSpPr/>
          <p:nvPr/>
        </p:nvSpPr>
        <p:spPr>
          <a:xfrm>
            <a:off x="320377" y="143605"/>
            <a:ext cx="115512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problema P vs NP revisitado</a:t>
            </a:r>
          </a:p>
        </p:txBody>
      </p:sp>
    </p:spTree>
    <p:extLst>
      <p:ext uri="{BB962C8B-B14F-4D97-AF65-F5344CB8AC3E}">
        <p14:creationId xmlns:p14="http://schemas.microsoft.com/office/powerpoint/2010/main" val="4280174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E7A26-BC3D-33B9-C6F4-0AEA05C6B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B46C08CD-F26C-7AAF-5BDB-4B32019B6984}"/>
              </a:ext>
            </a:extLst>
          </p:cNvPr>
          <p:cNvSpPr txBox="1">
            <a:spLocks/>
          </p:cNvSpPr>
          <p:nvPr/>
        </p:nvSpPr>
        <p:spPr>
          <a:xfrm>
            <a:off x="2846838" y="2510734"/>
            <a:ext cx="6530427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Clase práctica 6</a:t>
            </a:r>
          </a:p>
        </p:txBody>
      </p:sp>
    </p:spTree>
    <p:extLst>
      <p:ext uri="{BB962C8B-B14F-4D97-AF65-F5344CB8AC3E}">
        <p14:creationId xmlns:p14="http://schemas.microsoft.com/office/powerpoint/2010/main" val="1450419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3DF15832-601A-4595-8031-7293C0ADEA32}"/>
              </a:ext>
            </a:extLst>
          </p:cNvPr>
          <p:cNvSpPr/>
          <p:nvPr/>
        </p:nvSpPr>
        <p:spPr>
          <a:xfrm>
            <a:off x="7356988" y="5171816"/>
            <a:ext cx="641685" cy="3756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0A310070-751A-4F12-A86C-017DD171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5" y="232088"/>
            <a:ext cx="11778712" cy="650929"/>
          </a:xfrm>
        </p:spPr>
        <p:txBody>
          <a:bodyPr>
            <a:normAutofit/>
          </a:bodyPr>
          <a:lstStyle/>
          <a:p>
            <a:r>
              <a:rPr lang="es-MX" sz="1800" b="1" u="sng" dirty="0">
                <a:latin typeface="Arial" panose="020B0604020202020204" pitchFamily="34" charset="0"/>
                <a:cs typeface="Arial" panose="020B0604020202020204" pitchFamily="34" charset="0"/>
              </a:rPr>
              <a:t>Ejemplo 1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51758CA-F9CB-41C5-AA28-2F404877D02C}"/>
              </a:ext>
            </a:extLst>
          </p:cNvPr>
          <p:cNvSpPr/>
          <p:nvPr/>
        </p:nvSpPr>
        <p:spPr>
          <a:xfrm>
            <a:off x="303345" y="1112710"/>
            <a:ext cx="11693185" cy="5309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DSAT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{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|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 una fórmula booleana sin cuantificadores en la forma normal disyuntiva (FND) y es 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satisfactible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</a:p>
          <a:p>
            <a:pPr algn="just"/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forma FND consiste en disyunciones de conjunciones de literales (variables o variables negadas). P. ej.:</a:t>
            </a: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indent="457200" algn="just"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indent="457200" algn="ctr"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(x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</a:t>
            </a:r>
            <a:r>
              <a:rPr lang="es-AR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</a:t>
            </a:r>
            <a:r>
              <a:rPr lang="es-AR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</a:t>
            </a:r>
            <a:r>
              <a:rPr lang="es-AR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5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</a:t>
            </a:r>
            <a:r>
              <a:rPr lang="es-AR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(x</a:t>
            </a:r>
            <a:r>
              <a:rPr lang="es-AR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5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</a:t>
            </a:r>
            <a:r>
              <a:rPr lang="es-AR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algn="just">
              <a:spcAft>
                <a:spcPts val="0"/>
              </a:spcAft>
            </a:pP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s-A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cumple que DSAT </a:t>
            </a:r>
            <a:r>
              <a:rPr lang="es-ES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∈</a:t>
            </a:r>
            <a:r>
              <a:rPr lang="es-A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Existe una MT M que decide DSAT en tiempo polinomial:</a:t>
            </a:r>
          </a:p>
          <a:p>
            <a:pPr algn="just">
              <a:spcAft>
                <a:spcPts val="0"/>
              </a:spcAft>
            </a:pPr>
            <a:endParaRPr lang="es-A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Dada una fórmula booleana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φ,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hace: </a:t>
            </a:r>
          </a:p>
          <a:p>
            <a:pPr algn="just">
              <a:spcAft>
                <a:spcPts val="0"/>
              </a:spcAft>
            </a:pP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Verifica la sintaxis de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Si la sintaxis es errónea, rechaza.</a:t>
            </a:r>
          </a:p>
          <a:p>
            <a:pPr lvl="0" algn="just">
              <a:spcAft>
                <a:spcPts val="0"/>
              </a:spcAft>
            </a:pPr>
            <a:r>
              <a:rPr lang="es-A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Tiempo </a:t>
            </a:r>
            <a:r>
              <a:rPr lang="es-AR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poly</a:t>
            </a:r>
            <a:r>
              <a:rPr lang="es-A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(n)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(ejercicio)</a:t>
            </a:r>
            <a:endParaRPr lang="es-A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 startAt="2"/>
            </a:pP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Chequea si existe una conjunción que no tenga al mismo tiempo variables y variables negadas x</a:t>
            </a:r>
            <a:r>
              <a:rPr lang="es-AR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 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lvl="0" algn="just">
              <a:spcAft>
                <a:spcPts val="0"/>
              </a:spcAft>
            </a:pP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Si existe una conjunción así, significa que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es </a:t>
            </a:r>
            <a:r>
              <a:rPr lang="es-AR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satisfactible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y acepta; en caso contrario, rechaza.</a:t>
            </a:r>
          </a:p>
          <a:p>
            <a:pPr lvl="0" algn="just">
              <a:spcAft>
                <a:spcPts val="0"/>
              </a:spcAft>
            </a:pPr>
            <a:r>
              <a:rPr lang="es-A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Tiempo </a:t>
            </a:r>
            <a:r>
              <a:rPr lang="es-AR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poly</a:t>
            </a:r>
            <a:r>
              <a:rPr lang="es-A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(n)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(ejercicio)</a:t>
            </a:r>
            <a:endParaRPr lang="es-A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>
              <a:spcAft>
                <a:spcPts val="0"/>
              </a:spcAft>
            </a:pPr>
            <a:endParaRPr lang="es-AR" sz="15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(sigue en la hoja siguiente)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DF7B3EF-F54E-4CD0-A257-19CCE9D56105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010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3DF15832-601A-4595-8031-7293C0ADEA32}"/>
              </a:ext>
            </a:extLst>
          </p:cNvPr>
          <p:cNvSpPr/>
          <p:nvPr/>
        </p:nvSpPr>
        <p:spPr>
          <a:xfrm>
            <a:off x="7356988" y="5171816"/>
            <a:ext cx="641685" cy="3756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51758CA-F9CB-41C5-AA28-2F404877D02C}"/>
              </a:ext>
            </a:extLst>
          </p:cNvPr>
          <p:cNvSpPr/>
          <p:nvPr/>
        </p:nvSpPr>
        <p:spPr>
          <a:xfrm>
            <a:off x="316978" y="302359"/>
            <a:ext cx="11530465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Sea ahora:</a:t>
            </a: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DSAT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NT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= {φ | φ es una fórmula booleana sin cuantificadores en la forma FND y tiene al menos una asignación   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          que no la satisface - no es una tautología -}</a:t>
            </a:r>
          </a:p>
          <a:p>
            <a:pPr algn="just"/>
            <a:endParaRPr lang="es-MX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No pareciera que DSAT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NT 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∈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P: 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φ tiene m variables, en el peor caso deben probarse 2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asignaciones de valores de verdad, por lo tanto O(2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asignaciones, con n = |φ|. </a:t>
            </a: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Tiempo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(ejercicio)</a:t>
            </a:r>
            <a:endParaRPr lang="es-MX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Más aún, se prueba que DSAT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NT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 NP-completo: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AutoNum type="arabicParenR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prueba fácilmente que DSAT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NT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∈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NP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(ejercicio)</a:t>
            </a:r>
          </a:p>
          <a:p>
            <a:pPr lvl="0" algn="just"/>
            <a:endParaRPr lang="es-AR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+mj-lt"/>
              <a:buAutoNum type="arabicParenR" startAt="2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cumple que DSAT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NT 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 NP-difícil:</a:t>
            </a:r>
          </a:p>
          <a:p>
            <a:pPr algn="just"/>
            <a:endParaRPr lang="es-A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 algn="just">
              <a:buFontTx/>
              <a:buAutoNum type="arabicParenR"/>
            </a:pPr>
            <a:endParaRPr lang="es-A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(sigue en la hoja siguiente)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B09360A-7AD6-4EF5-9E75-1C4EA2954BAA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9617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3DF15832-601A-4595-8031-7293C0ADEA32}"/>
              </a:ext>
            </a:extLst>
          </p:cNvPr>
          <p:cNvSpPr/>
          <p:nvPr/>
        </p:nvSpPr>
        <p:spPr>
          <a:xfrm>
            <a:off x="7356988" y="5171816"/>
            <a:ext cx="641685" cy="3756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51758CA-F9CB-41C5-AA28-2F404877D02C}"/>
              </a:ext>
            </a:extLst>
          </p:cNvPr>
          <p:cNvSpPr/>
          <p:nvPr/>
        </p:nvSpPr>
        <p:spPr>
          <a:xfrm>
            <a:off x="376989" y="331955"/>
            <a:ext cx="11438021" cy="5955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200" b="1" dirty="0">
                <a:latin typeface="Arial" panose="020B0604020202020204" pitchFamily="34" charset="0"/>
                <a:cs typeface="Arial" panose="020B0604020202020204" pitchFamily="34" charset="0"/>
              </a:rPr>
              <a:t>Prueba que DSAT</a:t>
            </a:r>
            <a:r>
              <a:rPr lang="es-ES" sz="22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NT</a:t>
            </a:r>
            <a:r>
              <a:rPr lang="es-AR" sz="22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200" b="1" dirty="0">
                <a:latin typeface="Arial" panose="020B0604020202020204" pitchFamily="34" charset="0"/>
                <a:cs typeface="Arial" panose="020B0604020202020204" pitchFamily="34" charset="0"/>
              </a:rPr>
              <a:t>es NP-difícil</a:t>
            </a:r>
          </a:p>
          <a:p>
            <a:pPr algn="just"/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siguiente función f es una reducción polinomial de CSAT (que es NP-completo) a DSAT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NT</a:t>
            </a: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s-E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200" baseline="-25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f(φ) = φ´, tal que f niega la fórmula φ. 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Por ejemplo: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Dado φ = (x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	queda φ’ = (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1) Existe una MT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que computa f en tiempo polinomial:</a:t>
            </a:r>
          </a:p>
          <a:p>
            <a:pPr lvl="0" algn="just"/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transforma φ en φ’ según las leyes de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Morgan (si φ no es correcta sintácticamente, tampoco lo es φ’). </a:t>
            </a: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Tiempo lineal </a:t>
            </a:r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(ejercicio)</a:t>
            </a:r>
            <a:endParaRPr lang="es-MX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2) φ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∈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CSAT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f(φ) = φ’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∈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DSAT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NT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endParaRPr lang="es-MX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∈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CSAT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 está en la forma FNC y existe una asignación 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que la satisface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sii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φ’ está en la forma FND y existe una asignación 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que no la satisface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φ’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∈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DSAT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NT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37F12A1-43FB-4F2F-9944-7ADB11BC0868}"/>
              </a:ext>
            </a:extLst>
          </p:cNvPr>
          <p:cNvSpPr/>
          <p:nvPr/>
        </p:nvSpPr>
        <p:spPr>
          <a:xfrm>
            <a:off x="8541687" y="1858164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9D517D8-53A8-4D97-AD0D-A17071D30D41}"/>
              </a:ext>
            </a:extLst>
          </p:cNvPr>
          <p:cNvSpPr/>
          <p:nvPr/>
        </p:nvSpPr>
        <p:spPr>
          <a:xfrm>
            <a:off x="10582183" y="1848523"/>
            <a:ext cx="440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φ’ 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5806C1A-FF77-45BF-80DA-F0AE85091BC3}"/>
              </a:ext>
            </a:extLst>
          </p:cNvPr>
          <p:cNvSpPr/>
          <p:nvPr/>
        </p:nvSpPr>
        <p:spPr>
          <a:xfrm>
            <a:off x="8319924" y="1287601"/>
            <a:ext cx="71442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CSAT</a:t>
            </a:r>
            <a:endParaRPr lang="es-MX" sz="16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ADB07C9-ADF3-4E94-8F56-BCD809496A93}"/>
              </a:ext>
            </a:extLst>
          </p:cNvPr>
          <p:cNvSpPr/>
          <p:nvPr/>
        </p:nvSpPr>
        <p:spPr>
          <a:xfrm>
            <a:off x="10282608" y="1291838"/>
            <a:ext cx="8971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DSAT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NT</a:t>
            </a:r>
            <a:endParaRPr lang="es-MX" sz="1600" dirty="0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D3FAC239-7C94-49CC-9797-E246BB0A3A76}"/>
              </a:ext>
            </a:extLst>
          </p:cNvPr>
          <p:cNvSpPr/>
          <p:nvPr/>
        </p:nvSpPr>
        <p:spPr>
          <a:xfrm>
            <a:off x="8197137" y="1565598"/>
            <a:ext cx="960000" cy="93518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Diagrama de flujo: conector 16">
            <a:extLst>
              <a:ext uri="{FF2B5EF4-FFF2-40B4-BE49-F238E27FC236}">
                <a16:creationId xmlns:a16="http://schemas.microsoft.com/office/drawing/2014/main" id="{BD02802F-3669-48D2-9B03-2DEC17B5DDC1}"/>
              </a:ext>
            </a:extLst>
          </p:cNvPr>
          <p:cNvSpPr/>
          <p:nvPr/>
        </p:nvSpPr>
        <p:spPr>
          <a:xfrm>
            <a:off x="10282608" y="1589127"/>
            <a:ext cx="960000" cy="92781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3279C666-29D0-41F0-99DB-0F1EECB9F0B2}"/>
              </a:ext>
            </a:extLst>
          </p:cNvPr>
          <p:cNvCxnSpPr>
            <a:cxnSpLocks/>
          </p:cNvCxnSpPr>
          <p:nvPr/>
        </p:nvCxnSpPr>
        <p:spPr>
          <a:xfrm rot="60000" flipV="1">
            <a:off x="8857971" y="2012717"/>
            <a:ext cx="1723352" cy="301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4D9AE3F2-A4C0-48AE-B38D-D515F7A9443E}"/>
              </a:ext>
            </a:extLst>
          </p:cNvPr>
          <p:cNvCxnSpPr>
            <a:cxnSpLocks/>
          </p:cNvCxnSpPr>
          <p:nvPr/>
        </p:nvCxnSpPr>
        <p:spPr>
          <a:xfrm rot="60000" flipV="1">
            <a:off x="8894611" y="2807674"/>
            <a:ext cx="1723352" cy="301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CF15E5C9-E55D-473F-A50C-A694857B814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15767A0-C153-2166-4244-9D60475F2ABF}"/>
              </a:ext>
            </a:extLst>
          </p:cNvPr>
          <p:cNvSpPr/>
          <p:nvPr/>
        </p:nvSpPr>
        <p:spPr>
          <a:xfrm>
            <a:off x="9456712" y="2131957"/>
            <a:ext cx="503077" cy="578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C2D8C75-BF5F-DE1D-3FF6-F5629E2E5F38}"/>
              </a:ext>
            </a:extLst>
          </p:cNvPr>
          <p:cNvSpPr/>
          <p:nvPr/>
        </p:nvSpPr>
        <p:spPr>
          <a:xfrm>
            <a:off x="9530103" y="2197383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57072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3DF15832-601A-4595-8031-7293C0ADEA32}"/>
              </a:ext>
            </a:extLst>
          </p:cNvPr>
          <p:cNvSpPr/>
          <p:nvPr/>
        </p:nvSpPr>
        <p:spPr>
          <a:xfrm>
            <a:off x="7356988" y="5171816"/>
            <a:ext cx="641685" cy="3756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51758CA-F9CB-41C5-AA28-2F404877D02C}"/>
              </a:ext>
            </a:extLst>
          </p:cNvPr>
          <p:cNvSpPr/>
          <p:nvPr/>
        </p:nvSpPr>
        <p:spPr>
          <a:xfrm>
            <a:off x="376989" y="306420"/>
            <a:ext cx="11438021" cy="6232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u="sng" dirty="0">
                <a:latin typeface="Arial" panose="020B0604020202020204" pitchFamily="34" charset="0"/>
                <a:cs typeface="Arial" panose="020B0604020202020204" pitchFamily="34" charset="0"/>
              </a:rPr>
              <a:t>Ejemplo 2</a:t>
            </a:r>
          </a:p>
          <a:p>
            <a:pPr algn="just"/>
            <a:endParaRPr lang="es-AR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Existe una reducción polinomial de 2-COLOR a 2-SAT,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siendo:</a:t>
            </a:r>
          </a:p>
          <a:p>
            <a:pPr algn="just"/>
            <a:endParaRPr lang="es-MX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2-COLOR = {G | G es un grafo no dirigido tal que sus vértices se pueden colorear con 2 colores de manera tal que dos vértices vecinos no tengan el mismo color}</a:t>
            </a:r>
          </a:p>
          <a:p>
            <a:pPr algn="just"/>
            <a:endParaRPr lang="es-MX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2-SAT = {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φ | φ es una fórmula booleana sin cuantificadores, en la forma FNC con dos literales por cláusula, y es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Reducción: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 todo grafo válido G se le asigna una fórmula booleana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tal que por cada arco (i, j) se construye (x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¬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endParaRPr lang="es-A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-   A todo grafo inválido se le asigna una cadena inválida, p. ej. 1. 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La reducción es polinomial: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validación de la sintaxis de un grafo es polinomial (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 Escribir un 1 tarda tiempo constante. Y la generación de la fórmula booleana descripta tarda tiempo lineal (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endParaRPr lang="es-MX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G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∈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2-COLOR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φ ∈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2-SAT: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Asociando dos colores distintos c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y c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con los valores de verdad </a:t>
            </a:r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verdadero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falso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respectivamente, es fácil comprobar que los vértices i y j de (i, j) tienen colores distintos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¬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Ejercicio. Sabiendo que</a:t>
            </a:r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2-SAT ∈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P, ¿qué se puede decir de 2-COLOR? </a:t>
            </a:r>
            <a:endParaRPr lang="es-MX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3A73571-66AD-4C20-ABDD-39B5EA50715A}"/>
              </a:ext>
            </a:extLst>
          </p:cNvPr>
          <p:cNvSpPr/>
          <p:nvPr/>
        </p:nvSpPr>
        <p:spPr>
          <a:xfrm>
            <a:off x="7356988" y="2497970"/>
            <a:ext cx="9813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2-COLOR</a:t>
            </a:r>
            <a:endParaRPr lang="es-MX" sz="14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05DB0AC-2A01-433E-A50F-880DC2DDEE46}"/>
              </a:ext>
            </a:extLst>
          </p:cNvPr>
          <p:cNvSpPr/>
          <p:nvPr/>
        </p:nvSpPr>
        <p:spPr>
          <a:xfrm>
            <a:off x="9637175" y="2525681"/>
            <a:ext cx="6794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2-SAT</a:t>
            </a:r>
            <a:endParaRPr lang="es-MX" sz="14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6AF854F-18EF-4C22-A96A-4840E3F4AB05}"/>
              </a:ext>
            </a:extLst>
          </p:cNvPr>
          <p:cNvSpPr/>
          <p:nvPr/>
        </p:nvSpPr>
        <p:spPr>
          <a:xfrm>
            <a:off x="7708183" y="3045568"/>
            <a:ext cx="3449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s-MX" sz="16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5FA4527-0224-45FE-ADA6-3C050434B859}"/>
              </a:ext>
            </a:extLst>
          </p:cNvPr>
          <p:cNvSpPr/>
          <p:nvPr/>
        </p:nvSpPr>
        <p:spPr>
          <a:xfrm>
            <a:off x="9838737" y="3039767"/>
            <a:ext cx="3177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sz="1600" dirty="0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A4B3D49D-CF14-4828-A052-C406E7CA53DC}"/>
              </a:ext>
            </a:extLst>
          </p:cNvPr>
          <p:cNvSpPr/>
          <p:nvPr/>
        </p:nvSpPr>
        <p:spPr>
          <a:xfrm>
            <a:off x="7382928" y="2739979"/>
            <a:ext cx="960000" cy="93518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Diagrama de flujo: conector 16">
            <a:extLst>
              <a:ext uri="{FF2B5EF4-FFF2-40B4-BE49-F238E27FC236}">
                <a16:creationId xmlns:a16="http://schemas.microsoft.com/office/drawing/2014/main" id="{A265D7B7-3D50-4A96-9165-5892341EC9BC}"/>
              </a:ext>
            </a:extLst>
          </p:cNvPr>
          <p:cNvSpPr/>
          <p:nvPr/>
        </p:nvSpPr>
        <p:spPr>
          <a:xfrm>
            <a:off x="9468399" y="2763508"/>
            <a:ext cx="960000" cy="92781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811BE3A8-1676-4918-A08A-86D0A686304C}"/>
              </a:ext>
            </a:extLst>
          </p:cNvPr>
          <p:cNvCxnSpPr>
            <a:cxnSpLocks/>
          </p:cNvCxnSpPr>
          <p:nvPr/>
        </p:nvCxnSpPr>
        <p:spPr>
          <a:xfrm>
            <a:off x="8065113" y="3217629"/>
            <a:ext cx="1773624" cy="6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793F484B-697D-42B3-9601-EF10369B2A99}"/>
              </a:ext>
            </a:extLst>
          </p:cNvPr>
          <p:cNvCxnSpPr>
            <a:cxnSpLocks/>
          </p:cNvCxnSpPr>
          <p:nvPr/>
        </p:nvCxnSpPr>
        <p:spPr>
          <a:xfrm>
            <a:off x="8065113" y="3807540"/>
            <a:ext cx="1773624" cy="6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FB41EA58-3E79-4EAB-B9FC-B433A830FA8F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D2493C9-7191-61C2-837C-9C3742F244BB}"/>
              </a:ext>
            </a:extLst>
          </p:cNvPr>
          <p:cNvSpPr/>
          <p:nvPr/>
        </p:nvSpPr>
        <p:spPr>
          <a:xfrm>
            <a:off x="8713266" y="3284510"/>
            <a:ext cx="503077" cy="4745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70116DF-ED5B-88C9-B9BA-F32342D19EF2}"/>
              </a:ext>
            </a:extLst>
          </p:cNvPr>
          <p:cNvSpPr/>
          <p:nvPr/>
        </p:nvSpPr>
        <p:spPr>
          <a:xfrm>
            <a:off x="8786657" y="3349936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0968030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6599</TotalTime>
  <Words>4528</Words>
  <Application>Microsoft Office PowerPoint</Application>
  <PresentationFormat>Panorámica</PresentationFormat>
  <Paragraphs>963</Paragraphs>
  <Slides>29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Lucida Calligraphy</vt:lpstr>
      <vt:lpstr>Roboto</vt:lpstr>
      <vt:lpstr>Symbol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Ejemplo 1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 bbb    vbvvnn   vfffff aaa ddddd gggggggg</dc:title>
  <dc:creator>Ricardo Rosenfeld</dc:creator>
  <cp:lastModifiedBy>Ricardo Rosenfeld</cp:lastModifiedBy>
  <cp:revision>829</cp:revision>
  <dcterms:created xsi:type="dcterms:W3CDTF">2017-11-26T15:39:57Z</dcterms:created>
  <dcterms:modified xsi:type="dcterms:W3CDTF">2026-04-11T12:25:00Z</dcterms:modified>
</cp:coreProperties>
</file>